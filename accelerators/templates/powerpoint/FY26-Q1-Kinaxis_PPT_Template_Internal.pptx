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5"/>
  </p:sldMasterIdLst>
  <p:notesMasterIdLst>
    <p:notesMasterId r:id="rId45"/>
  </p:notesMasterIdLst>
  <p:handoutMasterIdLst>
    <p:handoutMasterId r:id="rId46"/>
  </p:handoutMasterIdLst>
  <p:sldIdLst>
    <p:sldId id="399" r:id="rId6"/>
    <p:sldId id="407" r:id="rId7"/>
    <p:sldId id="421" r:id="rId8"/>
    <p:sldId id="422" r:id="rId9"/>
    <p:sldId id="423" r:id="rId10"/>
    <p:sldId id="417" r:id="rId11"/>
    <p:sldId id="416" r:id="rId12"/>
    <p:sldId id="397" r:id="rId13"/>
    <p:sldId id="408" r:id="rId14"/>
    <p:sldId id="319" r:id="rId15"/>
    <p:sldId id="410" r:id="rId16"/>
    <p:sldId id="293" r:id="rId17"/>
    <p:sldId id="395" r:id="rId18"/>
    <p:sldId id="411" r:id="rId19"/>
    <p:sldId id="403" r:id="rId20"/>
    <p:sldId id="412" r:id="rId21"/>
    <p:sldId id="383" r:id="rId22"/>
    <p:sldId id="379" r:id="rId23"/>
    <p:sldId id="380" r:id="rId24"/>
    <p:sldId id="364" r:id="rId25"/>
    <p:sldId id="351" r:id="rId26"/>
    <p:sldId id="381" r:id="rId27"/>
    <p:sldId id="354" r:id="rId28"/>
    <p:sldId id="404" r:id="rId29"/>
    <p:sldId id="405" r:id="rId30"/>
    <p:sldId id="396" r:id="rId31"/>
    <p:sldId id="365" r:id="rId32"/>
    <p:sldId id="366" r:id="rId33"/>
    <p:sldId id="332" r:id="rId34"/>
    <p:sldId id="362" r:id="rId35"/>
    <p:sldId id="296" r:id="rId36"/>
    <p:sldId id="367" r:id="rId37"/>
    <p:sldId id="272" r:id="rId38"/>
    <p:sldId id="406" r:id="rId39"/>
    <p:sldId id="409" r:id="rId40"/>
    <p:sldId id="401" r:id="rId41"/>
    <p:sldId id="372" r:id="rId42"/>
    <p:sldId id="418" r:id="rId43"/>
    <p:sldId id="419" r:id="rId44"/>
  </p:sldIdLst>
  <p:sldSz cx="12192000" cy="6858000"/>
  <p:notesSz cx="20104100" cy="11309350"/>
  <p:defaultTextStyle>
    <a:defPPr>
      <a:defRPr kern="0"/>
    </a:defPPr>
  </p:defaultTextStyle>
  <p:extLst>
    <p:ext uri="{521415D9-36F7-43E2-AB2F-B90AF26B5E84}">
      <p14:sectionLst xmlns:p14="http://schemas.microsoft.com/office/powerpoint/2010/main">
        <p14:section name="README" id="{91E48053-8382-FA41-BB82-617AB5BD00F9}">
          <p14:sldIdLst>
            <p14:sldId id="399"/>
            <p14:sldId id="407"/>
            <p14:sldId id="421"/>
            <p14:sldId id="422"/>
            <p14:sldId id="423"/>
            <p14:sldId id="417"/>
            <p14:sldId id="416"/>
            <p14:sldId id="397"/>
          </p14:sldIdLst>
        </p14:section>
        <p14:section name="Template" id="{330AECFA-597D-8D4F-8F0D-05E5E37F277C}">
          <p14:sldIdLst>
            <p14:sldId id="408"/>
            <p14:sldId id="319"/>
            <p14:sldId id="410"/>
            <p14:sldId id="293"/>
            <p14:sldId id="395"/>
            <p14:sldId id="411"/>
            <p14:sldId id="403"/>
            <p14:sldId id="412"/>
            <p14:sldId id="383"/>
            <p14:sldId id="379"/>
            <p14:sldId id="380"/>
            <p14:sldId id="364"/>
            <p14:sldId id="351"/>
            <p14:sldId id="381"/>
            <p14:sldId id="354"/>
            <p14:sldId id="404"/>
            <p14:sldId id="405"/>
            <p14:sldId id="396"/>
            <p14:sldId id="365"/>
            <p14:sldId id="366"/>
            <p14:sldId id="332"/>
            <p14:sldId id="362"/>
            <p14:sldId id="296"/>
            <p14:sldId id="367"/>
            <p14:sldId id="272"/>
          </p14:sldIdLst>
        </p14:section>
        <p14:section name="Reference" id="{1390A2BF-8823-9D42-A5DA-420B5D3664C1}">
          <p14:sldIdLst>
            <p14:sldId id="406"/>
            <p14:sldId id="409"/>
            <p14:sldId id="401"/>
            <p14:sldId id="372"/>
            <p14:sldId id="418"/>
            <p14:sldId id="41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747" userDrawn="1">
          <p15:clr>
            <a:srgbClr val="A4A3A4"/>
          </p15:clr>
        </p15:guide>
        <p15:guide id="2" pos="1309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AFBE579-177F-C6D0-4141-AC0FFED1CDF0}" name="Rose Ebbers" initials="RE" userId="6b61540ad67e9ceb" providerId="Windows Live"/>
  <p188:author id="{C428E1CB-4F9E-6B8C-C949-DB7856C4F9A5}" name="Stefanie Gordish" initials="SG" userId="S::sgordish@kinaxis.com::da84a045-6743-4ddf-b0c7-2e732a78aff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FEAEB"/>
    <a:srgbClr val="6B77BF"/>
    <a:srgbClr val="EAF2F2"/>
    <a:srgbClr val="248F8E"/>
    <a:srgbClr val="EAF1F1"/>
    <a:srgbClr val="E30613"/>
    <a:srgbClr val="E0E6E6"/>
    <a:srgbClr val="0B2D60"/>
    <a:srgbClr val="F5F9F9"/>
    <a:srgbClr val="0102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77A3025-B6B1-E146-8452-A9367D23575B}" v="1" dt="2026-05-13T19:37:45.755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747"/>
        <p:guide pos="1309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notesMaster" Target="notesMasters/notesMaster1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theme" Target="theme/theme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microsoft.com/office/2018/10/relationships/authors" Target="authors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viewProps" Target="viewProps.xml"/><Relationship Id="rId8" Type="http://schemas.openxmlformats.org/officeDocument/2006/relationships/slide" Target="slides/slide3.xml"/><Relationship Id="rId51" Type="http://schemas.microsoft.com/office/2015/10/relationships/revisionInfo" Target="revisionInfo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handoutMaster" Target="handoutMasters/handoutMaster1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_16D_2628302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b="0" i="0">
                <a:solidFill>
                  <a:schemeClr val="tx1"/>
                </a:solidFill>
                <a:latin typeface="Lato" panose="020F0502020204030203" pitchFamily="34" charset="77"/>
              </a:rPr>
              <a:t>Chart Title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  <c:pt idx="4">
                  <c:v>Category 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  <c:pt idx="4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101-2747-98B7-379137827EB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  <c:pt idx="4">
                  <c:v>Category 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  <c:pt idx="4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101-2747-98B7-379137827EB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  <c:pt idx="4">
                  <c:v>Category 5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  <c:pt idx="4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101-2747-98B7-379137827EB6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Series 4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  <c:pt idx="4">
                  <c:v>Category 5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4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  <c:pt idx="4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E101-2747-98B7-379137827EB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10845839"/>
        <c:axId val="110642511"/>
      </c:barChart>
      <c:catAx>
        <c:axId val="11084583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accent5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0642511"/>
        <c:crosses val="autoZero"/>
        <c:auto val="1"/>
        <c:lblAlgn val="ctr"/>
        <c:lblOffset val="100"/>
        <c:noMultiLvlLbl val="0"/>
      </c:catAx>
      <c:valAx>
        <c:axId val="11064251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2">
                  <a:lumMod val="25000"/>
                  <a:lumOff val="7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084583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EC89A73-5EF4-456C-BFBC-4232FACECB3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5D3F30-2144-33AC-C471-0669D11EF0F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11387138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39B322-587C-DC4C-BB98-DBE3D98F9E78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BB4C62-2F5A-68ED-7A55-BAA0F220F14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BB53CC-B245-54AA-9A2B-4A43976316A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1387138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07193C-A01C-EF4E-A369-24982B43FF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537606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3562" userDrawn="1">
          <p15:clr>
            <a:srgbClr val="F26B43"/>
          </p15:clr>
        </p15:guide>
        <p15:guide id="2" pos="6332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1387138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811819-8451-EE47-9B0F-FA9FAB591A0F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1387138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A834EE-880E-9145-93AA-1C9A34E296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691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554478" rtl="0" eaLnBrk="1" latinLnBrk="0" hangingPunct="1">
      <a:defRPr sz="728" b="0" i="0" kern="1200">
        <a:solidFill>
          <a:schemeClr val="tx1"/>
        </a:solidFill>
        <a:latin typeface="Lato" panose="020F0502020204030203" pitchFamily="34" charset="77"/>
        <a:ea typeface="+mn-ea"/>
        <a:cs typeface="+mn-cs"/>
      </a:defRPr>
    </a:lvl1pPr>
    <a:lvl2pPr marL="277240" algn="l" defTabSz="554478" rtl="0" eaLnBrk="1" latinLnBrk="0" hangingPunct="1">
      <a:defRPr sz="728" b="0" i="0" kern="1200">
        <a:solidFill>
          <a:schemeClr val="tx1"/>
        </a:solidFill>
        <a:latin typeface="Lato" panose="020F0502020204030203" pitchFamily="34" charset="77"/>
        <a:ea typeface="+mn-ea"/>
        <a:cs typeface="+mn-cs"/>
      </a:defRPr>
    </a:lvl2pPr>
    <a:lvl3pPr marL="554478" algn="l" defTabSz="554478" rtl="0" eaLnBrk="1" latinLnBrk="0" hangingPunct="1">
      <a:defRPr sz="728" b="0" i="0" kern="1200">
        <a:solidFill>
          <a:schemeClr val="tx1"/>
        </a:solidFill>
        <a:latin typeface="Lato" panose="020F0502020204030203" pitchFamily="34" charset="77"/>
        <a:ea typeface="+mn-ea"/>
        <a:cs typeface="+mn-cs"/>
      </a:defRPr>
    </a:lvl3pPr>
    <a:lvl4pPr marL="831718" algn="l" defTabSz="554478" rtl="0" eaLnBrk="1" latinLnBrk="0" hangingPunct="1">
      <a:defRPr sz="728" b="0" i="0" kern="1200">
        <a:solidFill>
          <a:schemeClr val="tx1"/>
        </a:solidFill>
        <a:latin typeface="Lato" panose="020F0502020204030203" pitchFamily="34" charset="77"/>
        <a:ea typeface="+mn-ea"/>
        <a:cs typeface="+mn-cs"/>
      </a:defRPr>
    </a:lvl4pPr>
    <a:lvl5pPr marL="1108956" algn="l" defTabSz="554478" rtl="0" eaLnBrk="1" latinLnBrk="0" hangingPunct="1">
      <a:defRPr sz="728" b="0" i="0" kern="1200">
        <a:solidFill>
          <a:schemeClr val="tx1"/>
        </a:solidFill>
        <a:latin typeface="Lato" panose="020F0502020204030203" pitchFamily="34" charset="77"/>
        <a:ea typeface="+mn-ea"/>
        <a:cs typeface="+mn-cs"/>
      </a:defRPr>
    </a:lvl5pPr>
    <a:lvl6pPr marL="1386196" algn="l" defTabSz="554478" rtl="0" eaLnBrk="1" latinLnBrk="0" hangingPunct="1">
      <a:defRPr sz="728" kern="1200">
        <a:solidFill>
          <a:schemeClr val="tx1"/>
        </a:solidFill>
        <a:latin typeface="+mn-lt"/>
        <a:ea typeface="+mn-ea"/>
        <a:cs typeface="+mn-cs"/>
      </a:defRPr>
    </a:lvl6pPr>
    <a:lvl7pPr marL="1663434" algn="l" defTabSz="554478" rtl="0" eaLnBrk="1" latinLnBrk="0" hangingPunct="1">
      <a:defRPr sz="728" kern="1200">
        <a:solidFill>
          <a:schemeClr val="tx1"/>
        </a:solidFill>
        <a:latin typeface="+mn-lt"/>
        <a:ea typeface="+mn-ea"/>
        <a:cs typeface="+mn-cs"/>
      </a:defRPr>
    </a:lvl7pPr>
    <a:lvl8pPr marL="1940674" algn="l" defTabSz="554478" rtl="0" eaLnBrk="1" latinLnBrk="0" hangingPunct="1">
      <a:defRPr sz="728" kern="1200">
        <a:solidFill>
          <a:schemeClr val="tx1"/>
        </a:solidFill>
        <a:latin typeface="+mn-lt"/>
        <a:ea typeface="+mn-ea"/>
        <a:cs typeface="+mn-cs"/>
      </a:defRPr>
    </a:lvl8pPr>
    <a:lvl9pPr marL="2217913" algn="l" defTabSz="554478" rtl="0" eaLnBrk="1" latinLnBrk="0" hangingPunct="1">
      <a:defRPr sz="72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A834EE-880E-9145-93AA-1C9A34E2964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8427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A834EE-880E-9145-93AA-1C9A34E2964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7475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FY24 – Version 1.0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A834EE-880E-9145-93AA-1C9A34E2964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5613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A834EE-880E-9145-93AA-1C9A34E2964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2645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A834EE-880E-9145-93AA-1C9A34E2964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033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A834EE-880E-9145-93AA-1C9A34E2964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0927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A834EE-880E-9145-93AA-1C9A34E2964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3630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A834EE-880E-9145-93AA-1C9A34E29648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9227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A834EE-880E-9145-93AA-1C9A34E29648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3505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A834EE-880E-9145-93AA-1C9A34E29648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8510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A834EE-880E-9145-93AA-1C9A34E29648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0007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A834EE-880E-9145-93AA-1C9A34E29648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7539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A834EE-880E-9145-93AA-1C9A34E29648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07664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A834EE-880E-9145-93AA-1C9A34E29648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66773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A834EE-880E-9145-93AA-1C9A34E29648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7034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579E26D2-97EA-FC6B-9B72-F0C55C347A8E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-8716" y="1309777"/>
            <a:ext cx="5359045" cy="4424848"/>
          </a:xfrm>
          <a:prstGeom prst="rightArrow">
            <a:avLst>
              <a:gd name="adj1" fmla="val 100000"/>
              <a:gd name="adj2" fmla="val 39763"/>
            </a:avLst>
          </a:prstGeom>
          <a:pattFill prst="pct70">
            <a:fgClr>
              <a:schemeClr val="bg2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400" b="0" i="0">
                <a:solidFill>
                  <a:schemeClr val="bg1"/>
                </a:solidFill>
                <a:latin typeface="Lato" panose="020F0502020204030203" pitchFamily="34" charset="77"/>
              </a:defRPr>
            </a:lvl1pPr>
          </a:lstStyle>
          <a:p>
            <a:r>
              <a:rPr lang="en-US"/>
              <a:t>Click icon to add photo.</a:t>
            </a:r>
          </a:p>
          <a:p>
            <a:r>
              <a:rPr lang="en-US"/>
              <a:t>Or drag photo into this space.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927A4A96-C9F4-18AB-0279-8916796AFBA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00" y="4180984"/>
            <a:ext cx="5776373" cy="98607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50000"/>
              </a:lnSpc>
              <a:buNone/>
              <a:defRPr sz="1400" b="0" i="0" cap="all" spc="181" baseline="0">
                <a:solidFill>
                  <a:schemeClr val="tx1"/>
                </a:solidFill>
                <a:latin typeface="+mn-lt"/>
                <a:cs typeface="Calibri" panose="020F0502020204030204" pitchFamily="34" charset="0"/>
              </a:defRPr>
            </a:lvl1pPr>
            <a:lvl2pPr marL="277240" indent="0">
              <a:buNone/>
              <a:defRPr sz="849">
                <a:solidFill>
                  <a:schemeClr val="bg2"/>
                </a:solidFill>
              </a:defRPr>
            </a:lvl2pPr>
            <a:lvl3pPr>
              <a:defRPr sz="849">
                <a:solidFill>
                  <a:schemeClr val="bg2"/>
                </a:solidFill>
              </a:defRPr>
            </a:lvl3pPr>
            <a:lvl4pPr>
              <a:defRPr sz="849">
                <a:solidFill>
                  <a:schemeClr val="bg2"/>
                </a:solidFill>
              </a:defRPr>
            </a:lvl4pPr>
            <a:lvl5pPr>
              <a:defRPr sz="849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Name</a:t>
            </a:r>
          </a:p>
          <a:p>
            <a:pPr lvl="0"/>
            <a:fld id="{C2DE615D-7268-FB45-AD3F-E4FC9159E4E9}" type="datetime3">
              <a:rPr lang="en-US" smtClean="0"/>
              <a:t>6 May 2024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F23BD12-763B-6D84-DA85-E23794BEFE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76595" y="961332"/>
            <a:ext cx="5875628" cy="2723873"/>
          </a:xfrm>
        </p:spPr>
        <p:txBody>
          <a:bodyPr anchor="b">
            <a:noAutofit/>
          </a:bodyPr>
          <a:lstStyle>
            <a:lvl1pPr>
              <a:defRPr sz="4400" b="0" i="0">
                <a:latin typeface="+mj-lt"/>
              </a:defRPr>
            </a:lvl1pPr>
          </a:lstStyle>
          <a:p>
            <a:r>
              <a:rPr lang="en-US"/>
              <a:t>Click to place your title</a:t>
            </a:r>
          </a:p>
        </p:txBody>
      </p:sp>
      <p:sp>
        <p:nvSpPr>
          <p:cNvPr id="10" name="object 5">
            <a:extLst>
              <a:ext uri="{FF2B5EF4-FFF2-40B4-BE49-F238E27FC236}">
                <a16:creationId xmlns:a16="http://schemas.microsoft.com/office/drawing/2014/main" id="{D2010232-BD9F-9725-B942-E087F8953F84}"/>
              </a:ext>
            </a:extLst>
          </p:cNvPr>
          <p:cNvSpPr/>
          <p:nvPr userDrawn="1"/>
        </p:nvSpPr>
        <p:spPr>
          <a:xfrm flipV="1">
            <a:off x="6075847" y="3919232"/>
            <a:ext cx="1054215" cy="27724"/>
          </a:xfrm>
          <a:custGeom>
            <a:avLst/>
            <a:gdLst/>
            <a:ahLst/>
            <a:cxnLst/>
            <a:rect l="l" t="t" r="r" b="b"/>
            <a:pathLst>
              <a:path w="1555115">
                <a:moveTo>
                  <a:pt x="1554926" y="0"/>
                </a:moveTo>
                <a:lnTo>
                  <a:pt x="0" y="0"/>
                </a:lnTo>
              </a:path>
            </a:pathLst>
          </a:custGeom>
          <a:ln w="25400">
            <a:solidFill>
              <a:srgbClr val="E3061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731044D1-8925-0790-5AB4-457F27F865EC}"/>
              </a:ext>
            </a:extLst>
          </p:cNvPr>
          <p:cNvPicPr>
            <a:picLocks noChangeAspect="1"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01366" y="6060925"/>
            <a:ext cx="1864565" cy="78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84631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_Deep_Gree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CF9C4D31-690D-9180-5195-16905644F04B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-8716" y="1309777"/>
            <a:ext cx="5359045" cy="4424848"/>
          </a:xfrm>
          <a:prstGeom prst="rightArrow">
            <a:avLst>
              <a:gd name="adj1" fmla="val 100000"/>
              <a:gd name="adj2" fmla="val 39763"/>
            </a:avLst>
          </a:prstGeom>
          <a:gradFill>
            <a:gsLst>
              <a:gs pos="4000">
                <a:schemeClr val="accent4">
                  <a:alpha val="0"/>
                </a:schemeClr>
              </a:gs>
              <a:gs pos="100000">
                <a:schemeClr val="accent4"/>
              </a:gs>
            </a:gsLst>
            <a:lin ang="0" scaled="0"/>
          </a:gradFill>
        </p:spPr>
        <p:txBody>
          <a:bodyPr anchor="ctr">
            <a:normAutofit/>
          </a:bodyPr>
          <a:lstStyle>
            <a:lvl1pPr algn="ctr">
              <a:defRPr sz="1400" b="0" i="0">
                <a:solidFill>
                  <a:schemeClr val="bg1"/>
                </a:solidFill>
                <a:latin typeface="Lato" panose="020F0502020204030203" pitchFamily="34" charset="77"/>
              </a:defRPr>
            </a:lvl1pPr>
          </a:lstStyle>
          <a:p>
            <a:r>
              <a:rPr lang="en-US"/>
              <a:t>Click icon to add photo.</a:t>
            </a:r>
          </a:p>
          <a:p>
            <a:r>
              <a:rPr lang="en-US"/>
              <a:t>Or drag photo into this space.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2B1ACE08-2E29-3995-1360-0BADB23DB435}"/>
              </a:ext>
            </a:extLst>
          </p:cNvPr>
          <p:cNvPicPr>
            <a:picLocks noChangeAspect="1"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01366" y="6060925"/>
            <a:ext cx="1864565" cy="78520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C920CA-9F0A-C7F2-09EE-4EF3A9F0E40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00" y="4180984"/>
            <a:ext cx="5776373" cy="98607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50000"/>
              </a:lnSpc>
              <a:buNone/>
              <a:defRPr sz="1400" b="0" i="0" cap="all" spc="181" baseline="0">
                <a:solidFill>
                  <a:schemeClr val="tx1"/>
                </a:solidFill>
                <a:latin typeface="+mn-lt"/>
                <a:cs typeface="Calibri" panose="020F0502020204030204" pitchFamily="34" charset="0"/>
              </a:defRPr>
            </a:lvl1pPr>
            <a:lvl2pPr marL="277240" indent="0">
              <a:buNone/>
              <a:defRPr sz="849">
                <a:solidFill>
                  <a:schemeClr val="bg2"/>
                </a:solidFill>
              </a:defRPr>
            </a:lvl2pPr>
            <a:lvl3pPr>
              <a:defRPr sz="849">
                <a:solidFill>
                  <a:schemeClr val="bg2"/>
                </a:solidFill>
              </a:defRPr>
            </a:lvl3pPr>
            <a:lvl4pPr>
              <a:defRPr sz="849">
                <a:solidFill>
                  <a:schemeClr val="bg2"/>
                </a:solidFill>
              </a:defRPr>
            </a:lvl4pPr>
            <a:lvl5pPr>
              <a:defRPr sz="849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Name</a:t>
            </a:r>
          </a:p>
          <a:p>
            <a:pPr lvl="0"/>
            <a:fld id="{C2DE615D-7268-FB45-AD3F-E4FC9159E4E9}" type="datetime3">
              <a:rPr lang="en-US" smtClean="0"/>
              <a:t>6 May 2024</a:t>
            </a:fld>
            <a:endParaRPr lang="en-US"/>
          </a:p>
        </p:txBody>
      </p:sp>
      <p:sp>
        <p:nvSpPr>
          <p:cNvPr id="4" name="Title 5">
            <a:extLst>
              <a:ext uri="{FF2B5EF4-FFF2-40B4-BE49-F238E27FC236}">
                <a16:creationId xmlns:a16="http://schemas.microsoft.com/office/drawing/2014/main" id="{F4EB60B2-61B9-CEFA-140E-F6E2A39DA7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76595" y="961332"/>
            <a:ext cx="5875628" cy="2723873"/>
          </a:xfrm>
        </p:spPr>
        <p:txBody>
          <a:bodyPr anchor="b">
            <a:noAutofit/>
          </a:bodyPr>
          <a:lstStyle>
            <a:lvl1pPr>
              <a:defRPr sz="4400" b="0" i="0">
                <a:latin typeface="+mj-lt"/>
              </a:defRPr>
            </a:lvl1pPr>
          </a:lstStyle>
          <a:p>
            <a:r>
              <a:rPr lang="en-US"/>
              <a:t>Click to place your title</a:t>
            </a: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76A20AB1-2630-1411-61D5-55A1A030BE75}"/>
              </a:ext>
            </a:extLst>
          </p:cNvPr>
          <p:cNvSpPr/>
          <p:nvPr userDrawn="1"/>
        </p:nvSpPr>
        <p:spPr>
          <a:xfrm flipV="1">
            <a:off x="6075847" y="3919232"/>
            <a:ext cx="1054215" cy="27724"/>
          </a:xfrm>
          <a:custGeom>
            <a:avLst/>
            <a:gdLst/>
            <a:ahLst/>
            <a:cxnLst/>
            <a:rect l="l" t="t" r="r" b="b"/>
            <a:pathLst>
              <a:path w="1555115">
                <a:moveTo>
                  <a:pt x="1554926" y="0"/>
                </a:moveTo>
                <a:lnTo>
                  <a:pt x="0" y="0"/>
                </a:lnTo>
              </a:path>
            </a:pathLst>
          </a:custGeom>
          <a:ln w="25400">
            <a:solidFill>
              <a:srgbClr val="E3061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13516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_Sky_Blu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27BD200E-1420-5AFC-913D-AA9CE63751A0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-8716" y="1309777"/>
            <a:ext cx="5359045" cy="4424848"/>
          </a:xfrm>
          <a:prstGeom prst="rightArrow">
            <a:avLst>
              <a:gd name="adj1" fmla="val 100000"/>
              <a:gd name="adj2" fmla="val 39763"/>
            </a:avLst>
          </a:prstGeom>
          <a:gradFill>
            <a:gsLst>
              <a:gs pos="0">
                <a:schemeClr val="accent3">
                  <a:alpha val="0"/>
                </a:schemeClr>
              </a:gs>
              <a:gs pos="100000">
                <a:schemeClr val="accent3">
                  <a:alpha val="85932"/>
                </a:schemeClr>
              </a:gs>
            </a:gsLst>
            <a:lin ang="0" scaled="0"/>
          </a:gradFill>
        </p:spPr>
        <p:txBody>
          <a:bodyPr anchor="ctr">
            <a:normAutofit/>
          </a:bodyPr>
          <a:lstStyle>
            <a:lvl1pPr algn="ctr">
              <a:defRPr sz="18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r>
              <a:rPr lang="en-US"/>
              <a:t>Click icon to add photo.</a:t>
            </a:r>
          </a:p>
          <a:p>
            <a:r>
              <a:rPr lang="en-US"/>
              <a:t>Or drag photo into this space.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4AE89F2C-0E7F-FA74-C188-F8BA7CBDF11D}"/>
              </a:ext>
            </a:extLst>
          </p:cNvPr>
          <p:cNvPicPr>
            <a:picLocks noChangeAspect="1"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01366" y="6060925"/>
            <a:ext cx="1864565" cy="78520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779960-357F-9D95-A70F-D94C94E6D85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00" y="4180984"/>
            <a:ext cx="5776373" cy="98607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50000"/>
              </a:lnSpc>
              <a:buNone/>
              <a:defRPr sz="1400" b="0" i="0" cap="all" spc="181" baseline="0">
                <a:solidFill>
                  <a:schemeClr val="tx1"/>
                </a:solidFill>
                <a:latin typeface="+mn-lt"/>
                <a:cs typeface="Calibri" panose="020F0502020204030204" pitchFamily="34" charset="0"/>
              </a:defRPr>
            </a:lvl1pPr>
            <a:lvl2pPr marL="277240" indent="0">
              <a:buNone/>
              <a:defRPr sz="849">
                <a:solidFill>
                  <a:schemeClr val="bg2"/>
                </a:solidFill>
              </a:defRPr>
            </a:lvl2pPr>
            <a:lvl3pPr>
              <a:defRPr sz="849">
                <a:solidFill>
                  <a:schemeClr val="bg2"/>
                </a:solidFill>
              </a:defRPr>
            </a:lvl3pPr>
            <a:lvl4pPr>
              <a:defRPr sz="849">
                <a:solidFill>
                  <a:schemeClr val="bg2"/>
                </a:solidFill>
              </a:defRPr>
            </a:lvl4pPr>
            <a:lvl5pPr>
              <a:defRPr sz="849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Name</a:t>
            </a:r>
          </a:p>
          <a:p>
            <a:pPr lvl="0"/>
            <a:fld id="{C2DE615D-7268-FB45-AD3F-E4FC9159E4E9}" type="datetime3">
              <a:rPr lang="en-US" smtClean="0"/>
              <a:t>6 May 2024</a:t>
            </a:fld>
            <a:endParaRPr lang="en-US"/>
          </a:p>
        </p:txBody>
      </p:sp>
      <p:sp>
        <p:nvSpPr>
          <p:cNvPr id="4" name="Title 5">
            <a:extLst>
              <a:ext uri="{FF2B5EF4-FFF2-40B4-BE49-F238E27FC236}">
                <a16:creationId xmlns:a16="http://schemas.microsoft.com/office/drawing/2014/main" id="{B025AE5E-9461-D51C-5DBB-8EBD2B29A9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76595" y="961332"/>
            <a:ext cx="5875628" cy="2723873"/>
          </a:xfrm>
        </p:spPr>
        <p:txBody>
          <a:bodyPr anchor="b">
            <a:noAutofit/>
          </a:bodyPr>
          <a:lstStyle>
            <a:lvl1pPr>
              <a:defRPr sz="4400" b="0" i="0">
                <a:latin typeface="+mj-lt"/>
              </a:defRPr>
            </a:lvl1pPr>
          </a:lstStyle>
          <a:p>
            <a:r>
              <a:rPr lang="en-US"/>
              <a:t>Click to place your title</a:t>
            </a: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B829BB9F-5A24-5E54-968D-3244CB410BF6}"/>
              </a:ext>
            </a:extLst>
          </p:cNvPr>
          <p:cNvSpPr/>
          <p:nvPr userDrawn="1"/>
        </p:nvSpPr>
        <p:spPr>
          <a:xfrm flipV="1">
            <a:off x="6075847" y="3919232"/>
            <a:ext cx="1054215" cy="27724"/>
          </a:xfrm>
          <a:custGeom>
            <a:avLst/>
            <a:gdLst/>
            <a:ahLst/>
            <a:cxnLst/>
            <a:rect l="l" t="t" r="r" b="b"/>
            <a:pathLst>
              <a:path w="1555115">
                <a:moveTo>
                  <a:pt x="1554926" y="0"/>
                </a:moveTo>
                <a:lnTo>
                  <a:pt x="0" y="0"/>
                </a:lnTo>
              </a:path>
            </a:pathLst>
          </a:custGeom>
          <a:ln w="25400">
            <a:solidFill>
              <a:srgbClr val="E3061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357253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_Nav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837CD73F-6580-D54A-F5BB-71430833AE24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-8716" y="1309777"/>
            <a:ext cx="5359045" cy="4424848"/>
          </a:xfrm>
          <a:prstGeom prst="rightArrow">
            <a:avLst>
              <a:gd name="adj1" fmla="val 100000"/>
              <a:gd name="adj2" fmla="val 39763"/>
            </a:avLst>
          </a:prstGeom>
          <a:pattFill prst="pct40">
            <a:fgClr>
              <a:schemeClr val="accent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8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r>
              <a:rPr lang="en-US"/>
              <a:t>Click icon to add photo.</a:t>
            </a:r>
          </a:p>
          <a:p>
            <a:r>
              <a:rPr lang="en-US"/>
              <a:t>Or drag photo into this space.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D48F7A57-38D6-C757-9964-903B57E758FC}"/>
              </a:ext>
            </a:extLst>
          </p:cNvPr>
          <p:cNvPicPr>
            <a:picLocks noChangeAspect="1"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01366" y="6060925"/>
            <a:ext cx="1864565" cy="78520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C63854-B187-0748-2592-57492A181F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00" y="4180984"/>
            <a:ext cx="5776373" cy="98607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50000"/>
              </a:lnSpc>
              <a:buNone/>
              <a:defRPr sz="1400" b="0" i="0" cap="all" spc="181" baseline="0">
                <a:solidFill>
                  <a:schemeClr val="tx1"/>
                </a:solidFill>
                <a:latin typeface="+mn-lt"/>
                <a:cs typeface="Calibri" panose="020F0502020204030204" pitchFamily="34" charset="0"/>
              </a:defRPr>
            </a:lvl1pPr>
            <a:lvl2pPr marL="277240" indent="0">
              <a:buNone/>
              <a:defRPr sz="849">
                <a:solidFill>
                  <a:schemeClr val="bg2"/>
                </a:solidFill>
              </a:defRPr>
            </a:lvl2pPr>
            <a:lvl3pPr>
              <a:defRPr sz="849">
                <a:solidFill>
                  <a:schemeClr val="bg2"/>
                </a:solidFill>
              </a:defRPr>
            </a:lvl3pPr>
            <a:lvl4pPr>
              <a:defRPr sz="849">
                <a:solidFill>
                  <a:schemeClr val="bg2"/>
                </a:solidFill>
              </a:defRPr>
            </a:lvl4pPr>
            <a:lvl5pPr>
              <a:defRPr sz="849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Name</a:t>
            </a:r>
          </a:p>
          <a:p>
            <a:pPr lvl="0"/>
            <a:fld id="{C2DE615D-7268-FB45-AD3F-E4FC9159E4E9}" type="datetime3">
              <a:rPr lang="en-US" smtClean="0"/>
              <a:t>6 May 2024</a:t>
            </a:fld>
            <a:endParaRPr lang="en-US"/>
          </a:p>
        </p:txBody>
      </p:sp>
      <p:sp>
        <p:nvSpPr>
          <p:cNvPr id="4" name="Title 5">
            <a:extLst>
              <a:ext uri="{FF2B5EF4-FFF2-40B4-BE49-F238E27FC236}">
                <a16:creationId xmlns:a16="http://schemas.microsoft.com/office/drawing/2014/main" id="{A91BB16D-F208-2D9A-E474-A93549234F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76595" y="961332"/>
            <a:ext cx="5875628" cy="2723873"/>
          </a:xfrm>
        </p:spPr>
        <p:txBody>
          <a:bodyPr anchor="b">
            <a:noAutofit/>
          </a:bodyPr>
          <a:lstStyle>
            <a:lvl1pPr>
              <a:defRPr sz="4400" b="0" i="0">
                <a:latin typeface="+mj-lt"/>
              </a:defRPr>
            </a:lvl1pPr>
          </a:lstStyle>
          <a:p>
            <a:r>
              <a:rPr lang="en-US"/>
              <a:t>Click to place your title</a:t>
            </a: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71C8F0C6-4F55-BA42-8F5F-88C6626443CF}"/>
              </a:ext>
            </a:extLst>
          </p:cNvPr>
          <p:cNvSpPr/>
          <p:nvPr userDrawn="1"/>
        </p:nvSpPr>
        <p:spPr>
          <a:xfrm flipV="1">
            <a:off x="6075847" y="3919232"/>
            <a:ext cx="1054215" cy="27724"/>
          </a:xfrm>
          <a:custGeom>
            <a:avLst/>
            <a:gdLst/>
            <a:ahLst/>
            <a:cxnLst/>
            <a:rect l="l" t="t" r="r" b="b"/>
            <a:pathLst>
              <a:path w="1555115">
                <a:moveTo>
                  <a:pt x="1554926" y="0"/>
                </a:moveTo>
                <a:lnTo>
                  <a:pt x="0" y="0"/>
                </a:lnTo>
              </a:path>
            </a:pathLst>
          </a:custGeom>
          <a:ln w="25400">
            <a:solidFill>
              <a:srgbClr val="E3061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204687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_with_Imag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9">
            <a:extLst>
              <a:ext uri="{FF2B5EF4-FFF2-40B4-BE49-F238E27FC236}">
                <a16:creationId xmlns:a16="http://schemas.microsoft.com/office/drawing/2014/main" id="{2C072E16-106E-43FF-F189-60AE5259A87A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-8715" y="1332211"/>
            <a:ext cx="6956972" cy="3779387"/>
          </a:xfrm>
          <a:prstGeom prst="rightArrow">
            <a:avLst>
              <a:gd name="adj1" fmla="val 100000"/>
              <a:gd name="adj2" fmla="val 40578"/>
            </a:avLst>
          </a:prstGeom>
          <a:pattFill prst="pct5">
            <a:fgClr>
              <a:schemeClr val="bg2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8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r>
              <a:rPr lang="en-US"/>
              <a:t>Click icon to add photo.</a:t>
            </a:r>
          </a:p>
          <a:p>
            <a:r>
              <a:rPr lang="en-US"/>
              <a:t>Or drag photo into this space.</a:t>
            </a:r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2F15A173-203A-8FBD-5F31-27AD477974A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533210" y="2977382"/>
            <a:ext cx="462108" cy="407583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>
              <a:defRPr sz="1467" b="0" i="0">
                <a:solidFill>
                  <a:schemeClr val="tx2"/>
                </a:solidFill>
                <a:latin typeface="Lato" panose="020F0502020204030203" pitchFamily="34" charset="77"/>
              </a:defRPr>
            </a:lvl1pPr>
            <a:lvl2pPr>
              <a:defRPr sz="2425"/>
            </a:lvl2pPr>
            <a:lvl3pPr>
              <a:defRPr sz="2425"/>
            </a:lvl3pPr>
            <a:lvl4pPr>
              <a:defRPr sz="2425"/>
            </a:lvl4pPr>
            <a:lvl5pPr>
              <a:defRPr sz="2425"/>
            </a:lvl5pPr>
          </a:lstStyle>
          <a:p>
            <a:pPr lvl="0"/>
            <a:r>
              <a:rPr lang="en-GB"/>
              <a:t>01</a:t>
            </a:r>
            <a:endParaRPr lang="en-US"/>
          </a:p>
        </p:txBody>
      </p:sp>
      <p:sp>
        <p:nvSpPr>
          <p:cNvPr id="34" name="Text Placeholder 32">
            <a:extLst>
              <a:ext uri="{FF2B5EF4-FFF2-40B4-BE49-F238E27FC236}">
                <a16:creationId xmlns:a16="http://schemas.microsoft.com/office/drawing/2014/main" id="{A8986785-DC65-D116-0412-817C3C27495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533210" y="3502850"/>
            <a:ext cx="462108" cy="407583"/>
          </a:xfrm>
          <a:prstGeom prst="rect">
            <a:avLst/>
          </a:prstGeom>
        </p:spPr>
        <p:txBody>
          <a:bodyPr anchor="ctr"/>
          <a:lstStyle>
            <a:lvl1pPr>
              <a:defRPr sz="1467" b="0" i="0">
                <a:solidFill>
                  <a:schemeClr val="tx2"/>
                </a:solidFill>
                <a:latin typeface="Lato" panose="020F0502020204030203" pitchFamily="34" charset="77"/>
              </a:defRPr>
            </a:lvl1pPr>
            <a:lvl2pPr>
              <a:defRPr sz="2425"/>
            </a:lvl2pPr>
            <a:lvl3pPr>
              <a:defRPr sz="2425"/>
            </a:lvl3pPr>
            <a:lvl4pPr>
              <a:defRPr sz="2425"/>
            </a:lvl4pPr>
            <a:lvl5pPr>
              <a:defRPr sz="2425"/>
            </a:lvl5pPr>
          </a:lstStyle>
          <a:p>
            <a:pPr lvl="0"/>
            <a:r>
              <a:rPr lang="en-GB"/>
              <a:t>02</a:t>
            </a:r>
            <a:endParaRPr lang="en-US"/>
          </a:p>
        </p:txBody>
      </p:sp>
      <p:sp>
        <p:nvSpPr>
          <p:cNvPr id="35" name="Text Placeholder 32">
            <a:extLst>
              <a:ext uri="{FF2B5EF4-FFF2-40B4-BE49-F238E27FC236}">
                <a16:creationId xmlns:a16="http://schemas.microsoft.com/office/drawing/2014/main" id="{E2B9645D-99B1-D91A-C8E6-A5A80052A87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533210" y="4038018"/>
            <a:ext cx="462108" cy="407583"/>
          </a:xfrm>
          <a:prstGeom prst="rect">
            <a:avLst/>
          </a:prstGeom>
        </p:spPr>
        <p:txBody>
          <a:bodyPr anchor="ctr"/>
          <a:lstStyle>
            <a:lvl1pPr>
              <a:defRPr sz="1467" b="0" i="0">
                <a:solidFill>
                  <a:schemeClr val="tx2"/>
                </a:solidFill>
                <a:latin typeface="Lato" panose="020F0502020204030203" pitchFamily="34" charset="77"/>
              </a:defRPr>
            </a:lvl1pPr>
            <a:lvl2pPr>
              <a:defRPr sz="2425"/>
            </a:lvl2pPr>
            <a:lvl3pPr>
              <a:defRPr sz="2425"/>
            </a:lvl3pPr>
            <a:lvl4pPr>
              <a:defRPr sz="2425"/>
            </a:lvl4pPr>
            <a:lvl5pPr>
              <a:defRPr sz="2425"/>
            </a:lvl5pPr>
          </a:lstStyle>
          <a:p>
            <a:pPr lvl="0"/>
            <a:r>
              <a:rPr lang="en-GB"/>
              <a:t>03</a:t>
            </a:r>
            <a:endParaRPr lang="en-US"/>
          </a:p>
        </p:txBody>
      </p:sp>
      <p:sp>
        <p:nvSpPr>
          <p:cNvPr id="36" name="Text Placeholder 32">
            <a:extLst>
              <a:ext uri="{FF2B5EF4-FFF2-40B4-BE49-F238E27FC236}">
                <a16:creationId xmlns:a16="http://schemas.microsoft.com/office/drawing/2014/main" id="{9CEEC804-333D-47BB-EA30-AF56B6014AB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533210" y="4578969"/>
            <a:ext cx="462108" cy="407583"/>
          </a:xfrm>
          <a:prstGeom prst="rect">
            <a:avLst/>
          </a:prstGeom>
        </p:spPr>
        <p:txBody>
          <a:bodyPr anchor="ctr"/>
          <a:lstStyle>
            <a:lvl1pPr>
              <a:defRPr sz="1467" b="0" i="0">
                <a:solidFill>
                  <a:schemeClr val="tx2"/>
                </a:solidFill>
                <a:latin typeface="Lato" panose="020F0502020204030203" pitchFamily="34" charset="77"/>
              </a:defRPr>
            </a:lvl1pPr>
            <a:lvl2pPr>
              <a:defRPr sz="2425"/>
            </a:lvl2pPr>
            <a:lvl3pPr>
              <a:defRPr sz="2425"/>
            </a:lvl3pPr>
            <a:lvl4pPr>
              <a:defRPr sz="2425"/>
            </a:lvl4pPr>
            <a:lvl5pPr>
              <a:defRPr sz="2425"/>
            </a:lvl5pPr>
          </a:lstStyle>
          <a:p>
            <a:pPr lvl="0"/>
            <a:r>
              <a:rPr lang="en-GB"/>
              <a:t>04</a:t>
            </a:r>
            <a:endParaRPr lang="en-US"/>
          </a:p>
        </p:txBody>
      </p:sp>
      <p:sp>
        <p:nvSpPr>
          <p:cNvPr id="37" name="Text Placeholder 32">
            <a:extLst>
              <a:ext uri="{FF2B5EF4-FFF2-40B4-BE49-F238E27FC236}">
                <a16:creationId xmlns:a16="http://schemas.microsoft.com/office/drawing/2014/main" id="{D0152B0E-9F87-EB9C-A531-4BC3FF3CD2F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547107" y="5111598"/>
            <a:ext cx="462108" cy="407583"/>
          </a:xfrm>
          <a:prstGeom prst="rect">
            <a:avLst/>
          </a:prstGeom>
        </p:spPr>
        <p:txBody>
          <a:bodyPr anchor="ctr"/>
          <a:lstStyle>
            <a:lvl1pPr>
              <a:defRPr sz="1467" b="0" i="0">
                <a:solidFill>
                  <a:schemeClr val="tx2"/>
                </a:solidFill>
                <a:latin typeface="Lato" panose="020F0502020204030203" pitchFamily="34" charset="77"/>
              </a:defRPr>
            </a:lvl1pPr>
            <a:lvl2pPr>
              <a:defRPr sz="2425"/>
            </a:lvl2pPr>
            <a:lvl3pPr>
              <a:defRPr sz="2425"/>
            </a:lvl3pPr>
            <a:lvl4pPr>
              <a:defRPr sz="2425"/>
            </a:lvl4pPr>
            <a:lvl5pPr>
              <a:defRPr sz="2425"/>
            </a:lvl5pPr>
          </a:lstStyle>
          <a:p>
            <a:pPr lvl="0"/>
            <a:r>
              <a:rPr lang="en-GB"/>
              <a:t>05</a:t>
            </a:r>
            <a:endParaRPr lang="en-US"/>
          </a:p>
        </p:txBody>
      </p:sp>
      <p:sp>
        <p:nvSpPr>
          <p:cNvPr id="38" name="Text Placeholder 32">
            <a:extLst>
              <a:ext uri="{FF2B5EF4-FFF2-40B4-BE49-F238E27FC236}">
                <a16:creationId xmlns:a16="http://schemas.microsoft.com/office/drawing/2014/main" id="{0A3B48C0-4B8D-47A0-9FE8-383E284942D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547107" y="5621278"/>
            <a:ext cx="462108" cy="407583"/>
          </a:xfrm>
          <a:prstGeom prst="rect">
            <a:avLst/>
          </a:prstGeom>
        </p:spPr>
        <p:txBody>
          <a:bodyPr anchor="ctr"/>
          <a:lstStyle>
            <a:lvl1pPr>
              <a:defRPr sz="1467" b="0" i="0">
                <a:solidFill>
                  <a:schemeClr val="tx2"/>
                </a:solidFill>
                <a:latin typeface="Lato" panose="020F0502020204030203" pitchFamily="34" charset="77"/>
              </a:defRPr>
            </a:lvl1pPr>
            <a:lvl2pPr>
              <a:defRPr sz="2425"/>
            </a:lvl2pPr>
            <a:lvl3pPr>
              <a:defRPr sz="2425"/>
            </a:lvl3pPr>
            <a:lvl4pPr>
              <a:defRPr sz="2425"/>
            </a:lvl4pPr>
            <a:lvl5pPr>
              <a:defRPr sz="2425"/>
            </a:lvl5pPr>
          </a:lstStyle>
          <a:p>
            <a:pPr lvl="0"/>
            <a:r>
              <a:rPr lang="en-GB"/>
              <a:t>06</a:t>
            </a:r>
            <a:endParaRPr lang="en-US"/>
          </a:p>
        </p:txBody>
      </p:sp>
      <p:sp>
        <p:nvSpPr>
          <p:cNvPr id="39" name="Text Placeholder 5">
            <a:extLst>
              <a:ext uri="{FF2B5EF4-FFF2-40B4-BE49-F238E27FC236}">
                <a16:creationId xmlns:a16="http://schemas.microsoft.com/office/drawing/2014/main" id="{BBF6CC67-7640-FF92-0D84-472F651CF44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069735" y="2977382"/>
            <a:ext cx="3848028" cy="407583"/>
          </a:xfrm>
          <a:prstGeom prst="rect">
            <a:avLst/>
          </a:prstGeom>
        </p:spPr>
        <p:txBody>
          <a:bodyPr anchor="ctr"/>
          <a:lstStyle>
            <a:lvl1pPr>
              <a:defRPr sz="1467" b="0" i="0">
                <a:solidFill>
                  <a:schemeClr val="tx1"/>
                </a:solidFill>
                <a:latin typeface="+mn-lt"/>
                <a:ea typeface="Lato" panose="020F0502020204030203" pitchFamily="34" charset="77"/>
                <a:cs typeface="Lato" panose="020F0502020204030203" pitchFamily="34" charset="77"/>
              </a:defRPr>
            </a:lvl1pPr>
            <a:lvl2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Agenda Title</a:t>
            </a:r>
          </a:p>
        </p:txBody>
      </p:sp>
      <p:sp>
        <p:nvSpPr>
          <p:cNvPr id="40" name="Text Placeholder 5">
            <a:extLst>
              <a:ext uri="{FF2B5EF4-FFF2-40B4-BE49-F238E27FC236}">
                <a16:creationId xmlns:a16="http://schemas.microsoft.com/office/drawing/2014/main" id="{F63BFC38-89A6-174E-C16C-E64AABD0165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069735" y="3502850"/>
            <a:ext cx="3848028" cy="407583"/>
          </a:xfrm>
          <a:prstGeom prst="rect">
            <a:avLst/>
          </a:prstGeom>
        </p:spPr>
        <p:txBody>
          <a:bodyPr anchor="ctr"/>
          <a:lstStyle>
            <a:lvl1pPr>
              <a:defRPr sz="1467" b="0" i="0">
                <a:solidFill>
                  <a:schemeClr val="tx1"/>
                </a:solidFill>
                <a:latin typeface="+mn-lt"/>
                <a:ea typeface="Lato" panose="020F0502020204030203" pitchFamily="34" charset="77"/>
                <a:cs typeface="Lato" panose="020F0502020204030203" pitchFamily="34" charset="77"/>
              </a:defRPr>
            </a:lvl1pPr>
            <a:lvl2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Agenda Title</a:t>
            </a:r>
          </a:p>
        </p:txBody>
      </p:sp>
      <p:sp>
        <p:nvSpPr>
          <p:cNvPr id="41" name="Text Placeholder 5">
            <a:extLst>
              <a:ext uri="{FF2B5EF4-FFF2-40B4-BE49-F238E27FC236}">
                <a16:creationId xmlns:a16="http://schemas.microsoft.com/office/drawing/2014/main" id="{082E596E-6C8F-990A-5F2C-FFEC577F71B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69735" y="4038018"/>
            <a:ext cx="3848028" cy="407583"/>
          </a:xfrm>
          <a:prstGeom prst="rect">
            <a:avLst/>
          </a:prstGeom>
        </p:spPr>
        <p:txBody>
          <a:bodyPr anchor="ctr"/>
          <a:lstStyle>
            <a:lvl1pPr>
              <a:defRPr sz="1467" b="0" i="0">
                <a:solidFill>
                  <a:schemeClr val="tx1"/>
                </a:solidFill>
                <a:latin typeface="+mn-lt"/>
                <a:ea typeface="Lato" panose="020F0502020204030203" pitchFamily="34" charset="77"/>
                <a:cs typeface="Lato" panose="020F0502020204030203" pitchFamily="34" charset="77"/>
              </a:defRPr>
            </a:lvl1pPr>
            <a:lvl2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Agenda Title</a:t>
            </a:r>
          </a:p>
        </p:txBody>
      </p:sp>
      <p:sp>
        <p:nvSpPr>
          <p:cNvPr id="42" name="Text Placeholder 5">
            <a:extLst>
              <a:ext uri="{FF2B5EF4-FFF2-40B4-BE49-F238E27FC236}">
                <a16:creationId xmlns:a16="http://schemas.microsoft.com/office/drawing/2014/main" id="{6CBF573C-9DB1-F8C2-B1AF-AAECB8CAFF5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069735" y="4582301"/>
            <a:ext cx="3848028" cy="407583"/>
          </a:xfrm>
          <a:prstGeom prst="rect">
            <a:avLst/>
          </a:prstGeom>
        </p:spPr>
        <p:txBody>
          <a:bodyPr anchor="ctr"/>
          <a:lstStyle>
            <a:lvl1pPr>
              <a:defRPr sz="1467" b="0" i="0">
                <a:solidFill>
                  <a:schemeClr val="tx1"/>
                </a:solidFill>
                <a:latin typeface="+mn-lt"/>
                <a:ea typeface="Lato" panose="020F0502020204030203" pitchFamily="34" charset="77"/>
                <a:cs typeface="Lato" panose="020F0502020204030203" pitchFamily="34" charset="77"/>
              </a:defRPr>
            </a:lvl1pPr>
            <a:lvl2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Agenda Title</a:t>
            </a:r>
          </a:p>
        </p:txBody>
      </p:sp>
      <p:sp>
        <p:nvSpPr>
          <p:cNvPr id="43" name="Text Placeholder 5">
            <a:extLst>
              <a:ext uri="{FF2B5EF4-FFF2-40B4-BE49-F238E27FC236}">
                <a16:creationId xmlns:a16="http://schemas.microsoft.com/office/drawing/2014/main" id="{6030FE5A-87A8-3075-6C4F-075057D8D43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069735" y="5111598"/>
            <a:ext cx="3848028" cy="407583"/>
          </a:xfrm>
          <a:prstGeom prst="rect">
            <a:avLst/>
          </a:prstGeom>
        </p:spPr>
        <p:txBody>
          <a:bodyPr anchor="ctr"/>
          <a:lstStyle>
            <a:lvl1pPr>
              <a:defRPr sz="1467" b="0" i="0">
                <a:solidFill>
                  <a:schemeClr val="tx1"/>
                </a:solidFill>
                <a:latin typeface="+mn-lt"/>
                <a:ea typeface="Lato" panose="020F0502020204030203" pitchFamily="34" charset="77"/>
                <a:cs typeface="Lato" panose="020F0502020204030203" pitchFamily="34" charset="77"/>
              </a:defRPr>
            </a:lvl1pPr>
            <a:lvl2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Agenda Title</a:t>
            </a:r>
          </a:p>
        </p:txBody>
      </p:sp>
      <p:sp>
        <p:nvSpPr>
          <p:cNvPr id="44" name="Text Placeholder 5">
            <a:extLst>
              <a:ext uri="{FF2B5EF4-FFF2-40B4-BE49-F238E27FC236}">
                <a16:creationId xmlns:a16="http://schemas.microsoft.com/office/drawing/2014/main" id="{E8E4E7CC-83D4-3D9C-540A-72F9D36B841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069735" y="5621278"/>
            <a:ext cx="3848028" cy="407583"/>
          </a:xfrm>
          <a:prstGeom prst="rect">
            <a:avLst/>
          </a:prstGeom>
        </p:spPr>
        <p:txBody>
          <a:bodyPr anchor="ctr"/>
          <a:lstStyle>
            <a:lvl1pPr>
              <a:defRPr sz="1467" b="0" i="0">
                <a:solidFill>
                  <a:schemeClr val="tx1"/>
                </a:solidFill>
                <a:latin typeface="+mn-lt"/>
                <a:ea typeface="Lato" panose="020F0502020204030203" pitchFamily="34" charset="77"/>
                <a:cs typeface="Lato" panose="020F0502020204030203" pitchFamily="34" charset="77"/>
              </a:defRPr>
            </a:lvl1pPr>
            <a:lvl2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Agenda Title</a:t>
            </a:r>
          </a:p>
        </p:txBody>
      </p:sp>
      <p:sp>
        <p:nvSpPr>
          <p:cNvPr id="56" name="Title 55">
            <a:extLst>
              <a:ext uri="{FF2B5EF4-FFF2-40B4-BE49-F238E27FC236}">
                <a16:creationId xmlns:a16="http://schemas.microsoft.com/office/drawing/2014/main" id="{188C3201-02D4-1165-D8BD-BAC7FBE954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29358" y="1630837"/>
            <a:ext cx="4203917" cy="1218959"/>
          </a:xfrm>
        </p:spPr>
        <p:txBody>
          <a:bodyPr>
            <a:normAutofit/>
          </a:bodyPr>
          <a:lstStyle>
            <a:lvl1pPr>
              <a:defRPr sz="4000" b="0" i="0">
                <a:latin typeface="+mj-lt"/>
              </a:defRPr>
            </a:lvl1pPr>
          </a:lstStyle>
          <a:p>
            <a:r>
              <a:rPr lang="en-US"/>
              <a:t>Agenda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4729DC67-61A1-ED81-3DBA-166B5B9B0C7C}"/>
              </a:ext>
            </a:extLst>
          </p:cNvPr>
          <p:cNvPicPr>
            <a:picLocks noChangeAspect="1"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01366" y="6060925"/>
            <a:ext cx="1864565" cy="78520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761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9">
            <a:extLst>
              <a:ext uri="{FF2B5EF4-FFF2-40B4-BE49-F238E27FC236}">
                <a16:creationId xmlns:a16="http://schemas.microsoft.com/office/drawing/2014/main" id="{5E9818D7-47D2-F3D9-80CA-6ACC6B89DF15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-8715" y="1332211"/>
            <a:ext cx="6956972" cy="3779387"/>
          </a:xfrm>
          <a:prstGeom prst="rightArrow">
            <a:avLst>
              <a:gd name="adj1" fmla="val 100000"/>
              <a:gd name="adj2" fmla="val 40578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</p:spPr>
        <p:txBody>
          <a:bodyPr anchor="ctr">
            <a:normAutofit/>
          </a:bodyPr>
          <a:lstStyle>
            <a:lvl1pPr algn="ctr">
              <a:defRPr sz="1400" b="0" i="0">
                <a:solidFill>
                  <a:schemeClr val="bg1"/>
                </a:solidFill>
                <a:latin typeface="Lato" panose="020F0502020204030203" pitchFamily="34" charset="77"/>
              </a:defRPr>
            </a:lvl1pPr>
          </a:lstStyle>
          <a:p>
            <a:r>
              <a:rPr lang="en-US"/>
              <a:t>Click icon to add photo.</a:t>
            </a:r>
          </a:p>
          <a:p>
            <a:r>
              <a:rPr lang="en-US"/>
              <a:t>Or drag photo into this space.</a:t>
            </a:r>
          </a:p>
        </p:txBody>
      </p:sp>
      <p:sp>
        <p:nvSpPr>
          <p:cNvPr id="44" name="Text Placeholder 32">
            <a:extLst>
              <a:ext uri="{FF2B5EF4-FFF2-40B4-BE49-F238E27FC236}">
                <a16:creationId xmlns:a16="http://schemas.microsoft.com/office/drawing/2014/main" id="{1049CE50-CEEF-1832-9D0F-E4470BEF19F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533210" y="2977382"/>
            <a:ext cx="462108" cy="407583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>
              <a:defRPr sz="1467" b="0" i="0">
                <a:solidFill>
                  <a:schemeClr val="accent4"/>
                </a:solidFill>
                <a:latin typeface="Lato" panose="020F0502020204030203" pitchFamily="34" charset="77"/>
              </a:defRPr>
            </a:lvl1pPr>
            <a:lvl2pPr>
              <a:defRPr sz="2425"/>
            </a:lvl2pPr>
            <a:lvl3pPr>
              <a:defRPr sz="2425"/>
            </a:lvl3pPr>
            <a:lvl4pPr>
              <a:defRPr sz="2425"/>
            </a:lvl4pPr>
            <a:lvl5pPr>
              <a:defRPr sz="2425"/>
            </a:lvl5pPr>
          </a:lstStyle>
          <a:p>
            <a:pPr lvl="0"/>
            <a:r>
              <a:rPr lang="en-GB"/>
              <a:t>01</a:t>
            </a:r>
            <a:endParaRPr lang="en-US"/>
          </a:p>
        </p:txBody>
      </p:sp>
      <p:sp>
        <p:nvSpPr>
          <p:cNvPr id="46" name="Text Placeholder 32">
            <a:extLst>
              <a:ext uri="{FF2B5EF4-FFF2-40B4-BE49-F238E27FC236}">
                <a16:creationId xmlns:a16="http://schemas.microsoft.com/office/drawing/2014/main" id="{7B8DB253-5E10-3FA4-5279-F8B5C1830F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533210" y="3502850"/>
            <a:ext cx="462108" cy="407583"/>
          </a:xfrm>
          <a:prstGeom prst="rect">
            <a:avLst/>
          </a:prstGeom>
        </p:spPr>
        <p:txBody>
          <a:bodyPr anchor="ctr"/>
          <a:lstStyle>
            <a:lvl1pPr>
              <a:defRPr sz="1467" b="0" i="0">
                <a:solidFill>
                  <a:schemeClr val="accent4"/>
                </a:solidFill>
                <a:latin typeface="Lato" panose="020F0502020204030203" pitchFamily="34" charset="77"/>
              </a:defRPr>
            </a:lvl1pPr>
            <a:lvl2pPr>
              <a:defRPr sz="2425"/>
            </a:lvl2pPr>
            <a:lvl3pPr>
              <a:defRPr sz="2425"/>
            </a:lvl3pPr>
            <a:lvl4pPr>
              <a:defRPr sz="2425"/>
            </a:lvl4pPr>
            <a:lvl5pPr>
              <a:defRPr sz="2425"/>
            </a:lvl5pPr>
          </a:lstStyle>
          <a:p>
            <a:pPr lvl="0"/>
            <a:r>
              <a:rPr lang="en-GB"/>
              <a:t>02</a:t>
            </a:r>
            <a:endParaRPr lang="en-US"/>
          </a:p>
        </p:txBody>
      </p:sp>
      <p:sp>
        <p:nvSpPr>
          <p:cNvPr id="48" name="Text Placeholder 32">
            <a:extLst>
              <a:ext uri="{FF2B5EF4-FFF2-40B4-BE49-F238E27FC236}">
                <a16:creationId xmlns:a16="http://schemas.microsoft.com/office/drawing/2014/main" id="{A4392E40-FF65-A47D-9B50-E92B2638963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533210" y="4038018"/>
            <a:ext cx="462108" cy="407583"/>
          </a:xfrm>
          <a:prstGeom prst="rect">
            <a:avLst/>
          </a:prstGeom>
        </p:spPr>
        <p:txBody>
          <a:bodyPr anchor="ctr"/>
          <a:lstStyle>
            <a:lvl1pPr>
              <a:defRPr sz="1467" b="0" i="0">
                <a:solidFill>
                  <a:schemeClr val="accent4"/>
                </a:solidFill>
                <a:latin typeface="Lato" panose="020F0502020204030203" pitchFamily="34" charset="77"/>
              </a:defRPr>
            </a:lvl1pPr>
            <a:lvl2pPr>
              <a:defRPr sz="2425"/>
            </a:lvl2pPr>
            <a:lvl3pPr>
              <a:defRPr sz="2425"/>
            </a:lvl3pPr>
            <a:lvl4pPr>
              <a:defRPr sz="2425"/>
            </a:lvl4pPr>
            <a:lvl5pPr>
              <a:defRPr sz="2425"/>
            </a:lvl5pPr>
          </a:lstStyle>
          <a:p>
            <a:pPr lvl="0"/>
            <a:r>
              <a:rPr lang="en-GB"/>
              <a:t>03</a:t>
            </a:r>
            <a:endParaRPr lang="en-US"/>
          </a:p>
        </p:txBody>
      </p:sp>
      <p:sp>
        <p:nvSpPr>
          <p:cNvPr id="50" name="Text Placeholder 32">
            <a:extLst>
              <a:ext uri="{FF2B5EF4-FFF2-40B4-BE49-F238E27FC236}">
                <a16:creationId xmlns:a16="http://schemas.microsoft.com/office/drawing/2014/main" id="{33C2084A-81B1-54A2-B311-49FA783140A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533210" y="4578969"/>
            <a:ext cx="462108" cy="407583"/>
          </a:xfrm>
          <a:prstGeom prst="rect">
            <a:avLst/>
          </a:prstGeom>
        </p:spPr>
        <p:txBody>
          <a:bodyPr anchor="ctr"/>
          <a:lstStyle>
            <a:lvl1pPr>
              <a:defRPr sz="1467" b="0" i="0">
                <a:solidFill>
                  <a:schemeClr val="accent4"/>
                </a:solidFill>
                <a:latin typeface="Lato" panose="020F0502020204030203" pitchFamily="34" charset="77"/>
              </a:defRPr>
            </a:lvl1pPr>
            <a:lvl2pPr>
              <a:defRPr sz="2425"/>
            </a:lvl2pPr>
            <a:lvl3pPr>
              <a:defRPr sz="2425"/>
            </a:lvl3pPr>
            <a:lvl4pPr>
              <a:defRPr sz="2425"/>
            </a:lvl4pPr>
            <a:lvl5pPr>
              <a:defRPr sz="2425"/>
            </a:lvl5pPr>
          </a:lstStyle>
          <a:p>
            <a:pPr lvl="0"/>
            <a:r>
              <a:rPr lang="en-GB"/>
              <a:t>04</a:t>
            </a:r>
            <a:endParaRPr lang="en-US"/>
          </a:p>
        </p:txBody>
      </p:sp>
      <p:sp>
        <p:nvSpPr>
          <p:cNvPr id="52" name="Text Placeholder 32">
            <a:extLst>
              <a:ext uri="{FF2B5EF4-FFF2-40B4-BE49-F238E27FC236}">
                <a16:creationId xmlns:a16="http://schemas.microsoft.com/office/drawing/2014/main" id="{0A0D8B85-29A4-8840-C94A-5F97B3D3557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547107" y="5111598"/>
            <a:ext cx="462108" cy="407583"/>
          </a:xfrm>
          <a:prstGeom prst="rect">
            <a:avLst/>
          </a:prstGeom>
        </p:spPr>
        <p:txBody>
          <a:bodyPr anchor="ctr"/>
          <a:lstStyle>
            <a:lvl1pPr>
              <a:defRPr sz="1467" b="0" i="0">
                <a:solidFill>
                  <a:schemeClr val="accent4"/>
                </a:solidFill>
                <a:latin typeface="Lato" panose="020F0502020204030203" pitchFamily="34" charset="77"/>
              </a:defRPr>
            </a:lvl1pPr>
            <a:lvl2pPr>
              <a:defRPr sz="2425"/>
            </a:lvl2pPr>
            <a:lvl3pPr>
              <a:defRPr sz="2425"/>
            </a:lvl3pPr>
            <a:lvl4pPr>
              <a:defRPr sz="2425"/>
            </a:lvl4pPr>
            <a:lvl5pPr>
              <a:defRPr sz="2425"/>
            </a:lvl5pPr>
          </a:lstStyle>
          <a:p>
            <a:pPr lvl="0"/>
            <a:r>
              <a:rPr lang="en-GB"/>
              <a:t>05</a:t>
            </a:r>
            <a:endParaRPr lang="en-US"/>
          </a:p>
        </p:txBody>
      </p:sp>
      <p:sp>
        <p:nvSpPr>
          <p:cNvPr id="54" name="Text Placeholder 32">
            <a:extLst>
              <a:ext uri="{FF2B5EF4-FFF2-40B4-BE49-F238E27FC236}">
                <a16:creationId xmlns:a16="http://schemas.microsoft.com/office/drawing/2014/main" id="{E285BBC0-B1DA-864A-4523-F1BA3DFC503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547107" y="5621278"/>
            <a:ext cx="462108" cy="407583"/>
          </a:xfrm>
          <a:prstGeom prst="rect">
            <a:avLst/>
          </a:prstGeom>
        </p:spPr>
        <p:txBody>
          <a:bodyPr anchor="ctr"/>
          <a:lstStyle>
            <a:lvl1pPr>
              <a:defRPr sz="1467" b="0" i="0">
                <a:solidFill>
                  <a:schemeClr val="accent4"/>
                </a:solidFill>
                <a:latin typeface="Lato" panose="020F0502020204030203" pitchFamily="34" charset="77"/>
              </a:defRPr>
            </a:lvl1pPr>
            <a:lvl2pPr>
              <a:defRPr sz="2425"/>
            </a:lvl2pPr>
            <a:lvl3pPr>
              <a:defRPr sz="2425"/>
            </a:lvl3pPr>
            <a:lvl4pPr>
              <a:defRPr sz="2425"/>
            </a:lvl4pPr>
            <a:lvl5pPr>
              <a:defRPr sz="2425"/>
            </a:lvl5pPr>
          </a:lstStyle>
          <a:p>
            <a:pPr lvl="0"/>
            <a:r>
              <a:rPr lang="en-GB"/>
              <a:t>06</a:t>
            </a:r>
            <a:endParaRPr lang="en-US"/>
          </a:p>
        </p:txBody>
      </p:sp>
      <p:sp>
        <p:nvSpPr>
          <p:cNvPr id="55" name="Text Placeholder 5">
            <a:extLst>
              <a:ext uri="{FF2B5EF4-FFF2-40B4-BE49-F238E27FC236}">
                <a16:creationId xmlns:a16="http://schemas.microsoft.com/office/drawing/2014/main" id="{CEF84EA2-6A1E-1C3E-D5C2-BF8AD378DB9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069735" y="2977382"/>
            <a:ext cx="3848028" cy="407583"/>
          </a:xfrm>
          <a:prstGeom prst="rect">
            <a:avLst/>
          </a:prstGeom>
        </p:spPr>
        <p:txBody>
          <a:bodyPr anchor="ctr"/>
          <a:lstStyle>
            <a:lvl1pPr>
              <a:defRPr sz="1467" b="0" i="0">
                <a:solidFill>
                  <a:schemeClr val="tx2"/>
                </a:solidFill>
                <a:latin typeface="+mn-lt"/>
                <a:ea typeface="Lato" panose="020F0502020204030203" pitchFamily="34" charset="77"/>
                <a:cs typeface="Lato" panose="020F0502020204030203" pitchFamily="34" charset="77"/>
              </a:defRPr>
            </a:lvl1pPr>
            <a:lvl2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Agenda Title</a:t>
            </a:r>
          </a:p>
        </p:txBody>
      </p:sp>
      <p:sp>
        <p:nvSpPr>
          <p:cNvPr id="56" name="Text Placeholder 5">
            <a:extLst>
              <a:ext uri="{FF2B5EF4-FFF2-40B4-BE49-F238E27FC236}">
                <a16:creationId xmlns:a16="http://schemas.microsoft.com/office/drawing/2014/main" id="{D047C9EC-93E4-C09C-4AB8-695BEED25AA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069735" y="3502850"/>
            <a:ext cx="3848028" cy="407583"/>
          </a:xfrm>
          <a:prstGeom prst="rect">
            <a:avLst/>
          </a:prstGeom>
        </p:spPr>
        <p:txBody>
          <a:bodyPr anchor="ctr"/>
          <a:lstStyle>
            <a:lvl1pPr>
              <a:defRPr sz="1467" b="0" i="0">
                <a:solidFill>
                  <a:schemeClr val="tx2"/>
                </a:solidFill>
                <a:latin typeface="+mn-lt"/>
                <a:ea typeface="Lato" panose="020F0502020204030203" pitchFamily="34" charset="77"/>
                <a:cs typeface="Lato" panose="020F0502020204030203" pitchFamily="34" charset="77"/>
              </a:defRPr>
            </a:lvl1pPr>
            <a:lvl2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Agenda Title</a:t>
            </a:r>
          </a:p>
        </p:txBody>
      </p:sp>
      <p:sp>
        <p:nvSpPr>
          <p:cNvPr id="57" name="Text Placeholder 5">
            <a:extLst>
              <a:ext uri="{FF2B5EF4-FFF2-40B4-BE49-F238E27FC236}">
                <a16:creationId xmlns:a16="http://schemas.microsoft.com/office/drawing/2014/main" id="{4662C741-7BA3-CF54-14B7-F9E0E0F9035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69735" y="4038018"/>
            <a:ext cx="3848028" cy="407583"/>
          </a:xfrm>
          <a:prstGeom prst="rect">
            <a:avLst/>
          </a:prstGeom>
        </p:spPr>
        <p:txBody>
          <a:bodyPr anchor="ctr"/>
          <a:lstStyle>
            <a:lvl1pPr>
              <a:defRPr sz="1467" b="0" i="0">
                <a:solidFill>
                  <a:schemeClr val="tx2"/>
                </a:solidFill>
                <a:latin typeface="+mn-lt"/>
                <a:ea typeface="Lato" panose="020F0502020204030203" pitchFamily="34" charset="77"/>
                <a:cs typeface="Lato" panose="020F0502020204030203" pitchFamily="34" charset="77"/>
              </a:defRPr>
            </a:lvl1pPr>
            <a:lvl2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Agenda Title</a:t>
            </a:r>
          </a:p>
        </p:txBody>
      </p:sp>
      <p:sp>
        <p:nvSpPr>
          <p:cNvPr id="58" name="Text Placeholder 5">
            <a:extLst>
              <a:ext uri="{FF2B5EF4-FFF2-40B4-BE49-F238E27FC236}">
                <a16:creationId xmlns:a16="http://schemas.microsoft.com/office/drawing/2014/main" id="{CEDDFE60-BC20-06F6-D976-E97FB811E31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069735" y="4582301"/>
            <a:ext cx="3848028" cy="407583"/>
          </a:xfrm>
          <a:prstGeom prst="rect">
            <a:avLst/>
          </a:prstGeom>
        </p:spPr>
        <p:txBody>
          <a:bodyPr anchor="ctr"/>
          <a:lstStyle>
            <a:lvl1pPr>
              <a:defRPr sz="1467" b="0" i="0">
                <a:solidFill>
                  <a:schemeClr val="tx2"/>
                </a:solidFill>
                <a:latin typeface="+mn-lt"/>
                <a:ea typeface="Lato" panose="020F0502020204030203" pitchFamily="34" charset="77"/>
                <a:cs typeface="Lato" panose="020F0502020204030203" pitchFamily="34" charset="77"/>
              </a:defRPr>
            </a:lvl1pPr>
            <a:lvl2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Agenda Title</a:t>
            </a:r>
          </a:p>
        </p:txBody>
      </p:sp>
      <p:sp>
        <p:nvSpPr>
          <p:cNvPr id="59" name="Text Placeholder 5">
            <a:extLst>
              <a:ext uri="{FF2B5EF4-FFF2-40B4-BE49-F238E27FC236}">
                <a16:creationId xmlns:a16="http://schemas.microsoft.com/office/drawing/2014/main" id="{F8AF8FE4-170C-A7A2-7D11-5D5731E3EFA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069735" y="5111598"/>
            <a:ext cx="3848028" cy="407583"/>
          </a:xfrm>
          <a:prstGeom prst="rect">
            <a:avLst/>
          </a:prstGeom>
        </p:spPr>
        <p:txBody>
          <a:bodyPr anchor="ctr"/>
          <a:lstStyle>
            <a:lvl1pPr>
              <a:defRPr sz="1467" b="0" i="0">
                <a:solidFill>
                  <a:schemeClr val="tx2"/>
                </a:solidFill>
                <a:latin typeface="+mn-lt"/>
                <a:ea typeface="Lato" panose="020F0502020204030203" pitchFamily="34" charset="77"/>
                <a:cs typeface="Lato" panose="020F0502020204030203" pitchFamily="34" charset="77"/>
              </a:defRPr>
            </a:lvl1pPr>
            <a:lvl2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Agenda Title</a:t>
            </a:r>
          </a:p>
        </p:txBody>
      </p:sp>
      <p:sp>
        <p:nvSpPr>
          <p:cNvPr id="60" name="Text Placeholder 5">
            <a:extLst>
              <a:ext uri="{FF2B5EF4-FFF2-40B4-BE49-F238E27FC236}">
                <a16:creationId xmlns:a16="http://schemas.microsoft.com/office/drawing/2014/main" id="{BF5A2D45-1D1E-D194-1897-F4E27101232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069735" y="5621278"/>
            <a:ext cx="3848028" cy="407583"/>
          </a:xfrm>
          <a:prstGeom prst="rect">
            <a:avLst/>
          </a:prstGeom>
        </p:spPr>
        <p:txBody>
          <a:bodyPr anchor="ctr"/>
          <a:lstStyle>
            <a:lvl1pPr>
              <a:defRPr sz="1467" b="0" i="0">
                <a:solidFill>
                  <a:schemeClr val="tx2"/>
                </a:solidFill>
                <a:latin typeface="+mn-lt"/>
                <a:ea typeface="Lato" panose="020F0502020204030203" pitchFamily="34" charset="77"/>
                <a:cs typeface="Lato" panose="020F0502020204030203" pitchFamily="34" charset="77"/>
              </a:defRPr>
            </a:lvl1pPr>
            <a:lvl2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Agenda Title</a:t>
            </a:r>
          </a:p>
        </p:txBody>
      </p:sp>
      <p:sp>
        <p:nvSpPr>
          <p:cNvPr id="68" name="Title 67">
            <a:extLst>
              <a:ext uri="{FF2B5EF4-FFF2-40B4-BE49-F238E27FC236}">
                <a16:creationId xmlns:a16="http://schemas.microsoft.com/office/drawing/2014/main" id="{E75701B5-3C65-5557-E7DC-F477CB3E80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47107" y="1401990"/>
            <a:ext cx="4436573" cy="1325563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Agenda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F872B247-F4E7-8F53-41D2-04C57091255B}"/>
              </a:ext>
            </a:extLst>
          </p:cNvPr>
          <p:cNvPicPr>
            <a:picLocks noChangeAspect="1"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01366" y="6060925"/>
            <a:ext cx="1864565" cy="78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89866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761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_3Col_Sky_Blu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3">
            <a:extLst>
              <a:ext uri="{FF2B5EF4-FFF2-40B4-BE49-F238E27FC236}">
                <a16:creationId xmlns:a16="http://schemas.microsoft.com/office/drawing/2014/main" id="{1017C3E9-E099-7AE2-53F0-8E80B5344F18}"/>
              </a:ext>
            </a:extLst>
          </p:cNvPr>
          <p:cNvSpPr/>
          <p:nvPr userDrawn="1"/>
        </p:nvSpPr>
        <p:spPr>
          <a:xfrm>
            <a:off x="0" y="0"/>
            <a:ext cx="12192040" cy="6072800"/>
          </a:xfrm>
          <a:custGeom>
            <a:avLst/>
            <a:gdLst/>
            <a:ahLst/>
            <a:cxnLst/>
            <a:rect l="l" t="t" r="r" b="b"/>
            <a:pathLst>
              <a:path w="17257395" h="7665084">
                <a:moveTo>
                  <a:pt x="17257327" y="0"/>
                </a:moveTo>
                <a:lnTo>
                  <a:pt x="0" y="0"/>
                </a:lnTo>
                <a:lnTo>
                  <a:pt x="0" y="7664698"/>
                </a:lnTo>
                <a:lnTo>
                  <a:pt x="17257327" y="7664698"/>
                </a:lnTo>
                <a:lnTo>
                  <a:pt x="17257327" y="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lIns="0" tIns="0" rIns="0" bIns="0" rtlCol="0"/>
          <a:lstStyle/>
          <a:p>
            <a:endParaRPr sz="971"/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F04EEDB5-204C-EA67-0B47-525A124103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85166" y="2341629"/>
            <a:ext cx="490343" cy="407583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1467" b="0" i="0">
                <a:solidFill>
                  <a:schemeClr val="accent1"/>
                </a:solidFill>
                <a:latin typeface="Lato" panose="020F0502020204030203" pitchFamily="34" charset="77"/>
              </a:defRPr>
            </a:lvl1pPr>
            <a:lvl2pPr>
              <a:defRPr sz="2425"/>
            </a:lvl2pPr>
            <a:lvl3pPr>
              <a:defRPr sz="2425"/>
            </a:lvl3pPr>
            <a:lvl4pPr>
              <a:defRPr sz="2425"/>
            </a:lvl4pPr>
            <a:lvl5pPr>
              <a:defRPr sz="2425"/>
            </a:lvl5pPr>
          </a:lstStyle>
          <a:p>
            <a:pPr lvl="0"/>
            <a:r>
              <a:rPr lang="en-GB"/>
              <a:t>01</a:t>
            </a:r>
            <a:endParaRPr lang="en-US"/>
          </a:p>
        </p:txBody>
      </p:sp>
      <p:sp>
        <p:nvSpPr>
          <p:cNvPr id="36" name="Text Placeholder 32">
            <a:extLst>
              <a:ext uri="{FF2B5EF4-FFF2-40B4-BE49-F238E27FC236}">
                <a16:creationId xmlns:a16="http://schemas.microsoft.com/office/drawing/2014/main" id="{4C866905-9D12-74F3-4307-9E016BB491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86054" y="2872487"/>
            <a:ext cx="489455" cy="407583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1467" b="0" i="0">
                <a:solidFill>
                  <a:schemeClr val="accent1"/>
                </a:solidFill>
                <a:latin typeface="Lato" panose="020F0502020204030203" pitchFamily="34" charset="77"/>
              </a:defRPr>
            </a:lvl1pPr>
            <a:lvl2pPr>
              <a:defRPr sz="2425"/>
            </a:lvl2pPr>
            <a:lvl3pPr>
              <a:defRPr sz="2425"/>
            </a:lvl3pPr>
            <a:lvl4pPr>
              <a:defRPr sz="2425"/>
            </a:lvl4pPr>
            <a:lvl5pPr>
              <a:defRPr sz="2425"/>
            </a:lvl5pPr>
          </a:lstStyle>
          <a:p>
            <a:pPr lvl="0"/>
            <a:r>
              <a:rPr lang="en-GB"/>
              <a:t>02</a:t>
            </a:r>
            <a:endParaRPr lang="en-US"/>
          </a:p>
        </p:txBody>
      </p:sp>
      <p:sp>
        <p:nvSpPr>
          <p:cNvPr id="42" name="Text Placeholder 32">
            <a:extLst>
              <a:ext uri="{FF2B5EF4-FFF2-40B4-BE49-F238E27FC236}">
                <a16:creationId xmlns:a16="http://schemas.microsoft.com/office/drawing/2014/main" id="{CB9AE148-31B0-C7BC-16EC-872ED4EA519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86054" y="3372562"/>
            <a:ext cx="489455" cy="407583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1467" b="0" i="0">
                <a:solidFill>
                  <a:schemeClr val="accent1"/>
                </a:solidFill>
                <a:latin typeface="Lato" panose="020F0502020204030203" pitchFamily="34" charset="77"/>
              </a:defRPr>
            </a:lvl1pPr>
            <a:lvl2pPr>
              <a:defRPr sz="2425"/>
            </a:lvl2pPr>
            <a:lvl3pPr>
              <a:defRPr sz="2425"/>
            </a:lvl3pPr>
            <a:lvl4pPr>
              <a:defRPr sz="2425"/>
            </a:lvl4pPr>
            <a:lvl5pPr>
              <a:defRPr sz="2425"/>
            </a:lvl5pPr>
          </a:lstStyle>
          <a:p>
            <a:pPr lvl="0"/>
            <a:r>
              <a:rPr lang="en-GB"/>
              <a:t>03</a:t>
            </a:r>
            <a:endParaRPr lang="en-US"/>
          </a:p>
        </p:txBody>
      </p:sp>
      <p:sp>
        <p:nvSpPr>
          <p:cNvPr id="45" name="Text Placeholder 32">
            <a:extLst>
              <a:ext uri="{FF2B5EF4-FFF2-40B4-BE49-F238E27FC236}">
                <a16:creationId xmlns:a16="http://schemas.microsoft.com/office/drawing/2014/main" id="{1B1CF0B9-C3E0-7FE0-806D-B165C09A34D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267003" y="2341629"/>
            <a:ext cx="505383" cy="407583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1467" b="0" i="0">
                <a:solidFill>
                  <a:schemeClr val="accent1"/>
                </a:solidFill>
                <a:latin typeface="Lato" panose="020F0502020204030203" pitchFamily="34" charset="77"/>
              </a:defRPr>
            </a:lvl1pPr>
            <a:lvl2pPr>
              <a:defRPr sz="2425"/>
            </a:lvl2pPr>
            <a:lvl3pPr>
              <a:defRPr sz="2425"/>
            </a:lvl3pPr>
            <a:lvl4pPr>
              <a:defRPr sz="2425"/>
            </a:lvl4pPr>
            <a:lvl5pPr>
              <a:defRPr sz="2425"/>
            </a:lvl5pPr>
          </a:lstStyle>
          <a:p>
            <a:pPr lvl="0"/>
            <a:r>
              <a:rPr lang="en-GB"/>
              <a:t>04</a:t>
            </a:r>
            <a:endParaRPr lang="en-US"/>
          </a:p>
        </p:txBody>
      </p:sp>
      <p:sp>
        <p:nvSpPr>
          <p:cNvPr id="48" name="Text Placeholder 32">
            <a:extLst>
              <a:ext uri="{FF2B5EF4-FFF2-40B4-BE49-F238E27FC236}">
                <a16:creationId xmlns:a16="http://schemas.microsoft.com/office/drawing/2014/main" id="{1AE179EC-6AF8-7E05-DD93-39C02C1CE8C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82933" y="2872487"/>
            <a:ext cx="489453" cy="407583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1467" b="0" i="0">
                <a:solidFill>
                  <a:schemeClr val="accent1"/>
                </a:solidFill>
                <a:latin typeface="Lato" panose="020F0502020204030203" pitchFamily="34" charset="77"/>
              </a:defRPr>
            </a:lvl1pPr>
            <a:lvl2pPr>
              <a:defRPr sz="2425"/>
            </a:lvl2pPr>
            <a:lvl3pPr>
              <a:defRPr sz="2425"/>
            </a:lvl3pPr>
            <a:lvl4pPr>
              <a:defRPr sz="2425"/>
            </a:lvl4pPr>
            <a:lvl5pPr>
              <a:defRPr sz="2425"/>
            </a:lvl5pPr>
          </a:lstStyle>
          <a:p>
            <a:pPr lvl="0"/>
            <a:r>
              <a:rPr lang="en-GB"/>
              <a:t>05</a:t>
            </a:r>
            <a:endParaRPr lang="en-US"/>
          </a:p>
        </p:txBody>
      </p:sp>
      <p:sp>
        <p:nvSpPr>
          <p:cNvPr id="51" name="Text Placeholder 32">
            <a:extLst>
              <a:ext uri="{FF2B5EF4-FFF2-40B4-BE49-F238E27FC236}">
                <a16:creationId xmlns:a16="http://schemas.microsoft.com/office/drawing/2014/main" id="{0E795652-BB17-914F-F7B5-2B679F216D6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282933" y="3372562"/>
            <a:ext cx="489455" cy="407583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1467" b="0" i="0">
                <a:solidFill>
                  <a:schemeClr val="accent1"/>
                </a:solidFill>
                <a:latin typeface="Lato" panose="020F0502020204030203" pitchFamily="34" charset="77"/>
              </a:defRPr>
            </a:lvl1pPr>
            <a:lvl2pPr>
              <a:defRPr sz="2425"/>
            </a:lvl2pPr>
            <a:lvl3pPr>
              <a:defRPr sz="2425"/>
            </a:lvl3pPr>
            <a:lvl4pPr>
              <a:defRPr sz="2425"/>
            </a:lvl4pPr>
            <a:lvl5pPr>
              <a:defRPr sz="2425"/>
            </a:lvl5pPr>
          </a:lstStyle>
          <a:p>
            <a:pPr lvl="0"/>
            <a:r>
              <a:rPr lang="en-GB"/>
              <a:t>06</a:t>
            </a:r>
            <a:endParaRPr lang="en-US"/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1860D84E-F340-153D-3877-6A2A56E8303F}"/>
              </a:ext>
            </a:extLst>
          </p:cNvPr>
          <p:cNvSpPr/>
          <p:nvPr userDrawn="1"/>
        </p:nvSpPr>
        <p:spPr>
          <a:xfrm>
            <a:off x="-3850" y="1862931"/>
            <a:ext cx="912735" cy="2223008"/>
          </a:xfrm>
          <a:custGeom>
            <a:avLst/>
            <a:gdLst/>
            <a:ahLst/>
            <a:cxnLst/>
            <a:rect l="l" t="t" r="r" b="b"/>
            <a:pathLst>
              <a:path w="2094230" h="5100955">
                <a:moveTo>
                  <a:pt x="10219" y="0"/>
                </a:moveTo>
                <a:lnTo>
                  <a:pt x="0" y="0"/>
                </a:lnTo>
                <a:lnTo>
                  <a:pt x="0" y="5100431"/>
                </a:lnTo>
                <a:lnTo>
                  <a:pt x="10219" y="5100431"/>
                </a:lnTo>
                <a:lnTo>
                  <a:pt x="2094177" y="2550226"/>
                </a:lnTo>
                <a:lnTo>
                  <a:pt x="10219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endParaRPr>
              <a:solidFill>
                <a:schemeClr val="accent1"/>
              </a:solidFill>
            </a:endParaRP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8CA269AF-FB8C-7181-A2EC-248D6F4908B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090483" y="2341629"/>
            <a:ext cx="2919957" cy="40758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90000"/>
              </a:lnSpc>
              <a:defRPr sz="1467" b="0" i="0">
                <a:solidFill>
                  <a:schemeClr val="tx1"/>
                </a:solidFill>
                <a:latin typeface="+mn-lt"/>
                <a:ea typeface="Lato" panose="020F0502020204030203" pitchFamily="34" charset="77"/>
                <a:cs typeface="Lato" panose="020F0502020204030203" pitchFamily="34" charset="77"/>
              </a:defRPr>
            </a:lvl1pPr>
            <a:lvl2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Agenda Title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1738FFD0-169F-A264-A177-6FD164A0550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090483" y="2872487"/>
            <a:ext cx="2919957" cy="40758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90000"/>
              </a:lnSpc>
              <a:defRPr sz="1467" b="0" i="0">
                <a:solidFill>
                  <a:schemeClr val="tx1"/>
                </a:solidFill>
                <a:latin typeface="+mn-lt"/>
                <a:ea typeface="Lato" panose="020F0502020204030203" pitchFamily="34" charset="77"/>
                <a:cs typeface="Lato" panose="020F0502020204030203" pitchFamily="34" charset="77"/>
              </a:defRPr>
            </a:lvl1pPr>
            <a:lvl2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Agenda Title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8A0E4627-D23F-B8CD-6477-26F572D6166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090483" y="3372562"/>
            <a:ext cx="2919957" cy="40758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90000"/>
              </a:lnSpc>
              <a:defRPr sz="1467" b="0" i="0">
                <a:solidFill>
                  <a:schemeClr val="tx1"/>
                </a:solidFill>
                <a:latin typeface="+mn-lt"/>
                <a:ea typeface="Lato" panose="020F0502020204030203" pitchFamily="34" charset="77"/>
                <a:cs typeface="Lato" panose="020F0502020204030203" pitchFamily="34" charset="77"/>
              </a:defRPr>
            </a:lvl1pPr>
            <a:lvl2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Agenda Title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80C66F48-84C0-C76E-41F0-6A9DA508F2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786756" y="2341629"/>
            <a:ext cx="2919957" cy="40758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90000"/>
              </a:lnSpc>
              <a:defRPr sz="1467" b="0" i="0">
                <a:solidFill>
                  <a:schemeClr val="tx1"/>
                </a:solidFill>
                <a:latin typeface="+mn-lt"/>
                <a:ea typeface="Lato" panose="020F0502020204030203" pitchFamily="34" charset="77"/>
                <a:cs typeface="Lato" panose="020F0502020204030203" pitchFamily="34" charset="77"/>
              </a:defRPr>
            </a:lvl1pPr>
            <a:lvl2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Agenda Title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D824F5F4-4113-A182-0C5C-96467DBD079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786756" y="2872487"/>
            <a:ext cx="2919957" cy="40758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90000"/>
              </a:lnSpc>
              <a:defRPr sz="1467" b="0" i="0">
                <a:solidFill>
                  <a:schemeClr val="tx1"/>
                </a:solidFill>
                <a:latin typeface="+mn-lt"/>
                <a:ea typeface="Lato" panose="020F0502020204030203" pitchFamily="34" charset="77"/>
                <a:cs typeface="Lato" panose="020F0502020204030203" pitchFamily="34" charset="77"/>
              </a:defRPr>
            </a:lvl1pPr>
            <a:lvl2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Agenda Title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60B6DEF7-FB10-E682-1300-CF34D5ED5E6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786756" y="3372562"/>
            <a:ext cx="2919957" cy="40758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90000"/>
              </a:lnSpc>
              <a:defRPr sz="1467" b="0" i="0">
                <a:solidFill>
                  <a:schemeClr val="tx1"/>
                </a:solidFill>
                <a:latin typeface="+mn-lt"/>
                <a:ea typeface="Lato" panose="020F0502020204030203" pitchFamily="34" charset="77"/>
                <a:cs typeface="Lato" panose="020F0502020204030203" pitchFamily="34" charset="77"/>
              </a:defRPr>
            </a:lvl1pPr>
            <a:lvl2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Agenda Title</a:t>
            </a:r>
          </a:p>
        </p:txBody>
      </p:sp>
      <p:sp>
        <p:nvSpPr>
          <p:cNvPr id="25" name="Date Placeholder 24">
            <a:extLst>
              <a:ext uri="{FF2B5EF4-FFF2-40B4-BE49-F238E27FC236}">
                <a16:creationId xmlns:a16="http://schemas.microsoft.com/office/drawing/2014/main" id="{5A4AC913-5092-797E-EEF8-307EE7486DDC}"/>
              </a:ext>
            </a:extLst>
          </p:cNvPr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6" name="Footer Placeholder 25">
            <a:extLst>
              <a:ext uri="{FF2B5EF4-FFF2-40B4-BE49-F238E27FC236}">
                <a16:creationId xmlns:a16="http://schemas.microsoft.com/office/drawing/2014/main" id="{33C36887-A847-A106-AF45-716B699870D5}"/>
              </a:ext>
            </a:extLst>
          </p:cNvPr>
          <p:cNvSpPr>
            <a:spLocks noGrp="1"/>
          </p:cNvSpPr>
          <p:nvPr>
            <p:ph type="ftr" sz="quarter" idx="32"/>
          </p:nvPr>
        </p:nvSpPr>
        <p:spPr/>
        <p:txBody>
          <a:bodyPr/>
          <a:lstStyle/>
          <a:p>
            <a:r>
              <a:rPr lang="en-US"/>
              <a:t>Copyright © 2026 Kinaxis. All Rights Reserved. Access limited to internal use only.</a:t>
            </a:r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53CEAD53-4C85-4AC8-CB2D-7ACF7D817A2F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F1488A8B-C121-C846-AEE5-0D98B869D111}" type="slidenum">
              <a:rPr lang="en-US" sz="800" smtClean="0">
                <a:cs typeface="Calibri" panose="020F0502020204030204" pitchFamily="34" charset="0"/>
              </a:rPr>
              <a:pPr/>
              <a:t>‹#›</a:t>
            </a:fld>
            <a:endParaRPr lang="en-US"/>
          </a:p>
        </p:txBody>
      </p:sp>
      <p:sp>
        <p:nvSpPr>
          <p:cNvPr id="3" name="Title 18">
            <a:extLst>
              <a:ext uri="{FF2B5EF4-FFF2-40B4-BE49-F238E27FC236}">
                <a16:creationId xmlns:a16="http://schemas.microsoft.com/office/drawing/2014/main" id="{8F8C3E6A-4E11-F167-D305-23464C0324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99786" y="2255177"/>
            <a:ext cx="2309282" cy="1438516"/>
          </a:xfrm>
        </p:spPr>
        <p:txBody>
          <a:bodyPr>
            <a:normAutofit/>
          </a:bodyPr>
          <a:lstStyle>
            <a:lvl1pPr algn="ctr">
              <a:defRPr sz="4400" b="0" i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34505245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  <p:extLst>
    <p:ext uri="{DCECCB84-F9BA-43D5-87BE-67443E8EF086}">
      <p15:sldGuideLst xmlns:p15="http://schemas.microsoft.com/office/powerpoint/2012/main">
        <p15:guide id="1" orient="horz" pos="3761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_3Col_Teal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3">
            <a:extLst>
              <a:ext uri="{FF2B5EF4-FFF2-40B4-BE49-F238E27FC236}">
                <a16:creationId xmlns:a16="http://schemas.microsoft.com/office/drawing/2014/main" id="{BCCBDE56-911A-6AAB-A1D5-C22797DB2EEF}"/>
              </a:ext>
            </a:extLst>
          </p:cNvPr>
          <p:cNvSpPr/>
          <p:nvPr userDrawn="1"/>
        </p:nvSpPr>
        <p:spPr>
          <a:xfrm>
            <a:off x="-3851" y="-164299"/>
            <a:ext cx="12192040" cy="6237100"/>
          </a:xfrm>
          <a:custGeom>
            <a:avLst/>
            <a:gdLst/>
            <a:ahLst/>
            <a:cxnLst/>
            <a:rect l="l" t="t" r="r" b="b"/>
            <a:pathLst>
              <a:path w="17257395" h="7665084">
                <a:moveTo>
                  <a:pt x="17257327" y="0"/>
                </a:moveTo>
                <a:lnTo>
                  <a:pt x="0" y="0"/>
                </a:lnTo>
                <a:lnTo>
                  <a:pt x="0" y="7664698"/>
                </a:lnTo>
                <a:lnTo>
                  <a:pt x="17257327" y="7664698"/>
                </a:lnTo>
                <a:lnTo>
                  <a:pt x="17257327" y="0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0" tIns="0" rIns="0" bIns="0" rtlCol="0"/>
          <a:lstStyle/>
          <a:p>
            <a:endParaRPr sz="971"/>
          </a:p>
        </p:txBody>
      </p:sp>
      <p:sp>
        <p:nvSpPr>
          <p:cNvPr id="26" name="object 3">
            <a:extLst>
              <a:ext uri="{FF2B5EF4-FFF2-40B4-BE49-F238E27FC236}">
                <a16:creationId xmlns:a16="http://schemas.microsoft.com/office/drawing/2014/main" id="{D09FEEB5-1EA2-F758-860E-8BAEC32514F0}"/>
              </a:ext>
            </a:extLst>
          </p:cNvPr>
          <p:cNvSpPr/>
          <p:nvPr userDrawn="1"/>
        </p:nvSpPr>
        <p:spPr>
          <a:xfrm>
            <a:off x="-3850" y="1862931"/>
            <a:ext cx="912735" cy="2223008"/>
          </a:xfrm>
          <a:custGeom>
            <a:avLst/>
            <a:gdLst/>
            <a:ahLst/>
            <a:cxnLst/>
            <a:rect l="l" t="t" r="r" b="b"/>
            <a:pathLst>
              <a:path w="2094230" h="5100955">
                <a:moveTo>
                  <a:pt x="10219" y="0"/>
                </a:moveTo>
                <a:lnTo>
                  <a:pt x="0" y="0"/>
                </a:lnTo>
                <a:lnTo>
                  <a:pt x="0" y="5100431"/>
                </a:lnTo>
                <a:lnTo>
                  <a:pt x="10219" y="5100431"/>
                </a:lnTo>
                <a:lnTo>
                  <a:pt x="2094177" y="2550226"/>
                </a:lnTo>
                <a:lnTo>
                  <a:pt x="10219" y="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Text Placeholder 32">
            <a:extLst>
              <a:ext uri="{FF2B5EF4-FFF2-40B4-BE49-F238E27FC236}">
                <a16:creationId xmlns:a16="http://schemas.microsoft.com/office/drawing/2014/main" id="{77F02677-4794-A371-A9B4-EC1D2909C7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85166" y="2341629"/>
            <a:ext cx="490343" cy="407583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1467" b="0" i="0">
                <a:solidFill>
                  <a:schemeClr val="accent4"/>
                </a:solidFill>
                <a:latin typeface="Lato" panose="020F0502020204030203" pitchFamily="34" charset="77"/>
              </a:defRPr>
            </a:lvl1pPr>
            <a:lvl2pPr>
              <a:defRPr sz="2425"/>
            </a:lvl2pPr>
            <a:lvl3pPr>
              <a:defRPr sz="2425"/>
            </a:lvl3pPr>
            <a:lvl4pPr>
              <a:defRPr sz="2425"/>
            </a:lvl4pPr>
            <a:lvl5pPr>
              <a:defRPr sz="2425"/>
            </a:lvl5pPr>
          </a:lstStyle>
          <a:p>
            <a:pPr lvl="0"/>
            <a:r>
              <a:rPr lang="en-GB"/>
              <a:t>01</a:t>
            </a:r>
            <a:endParaRPr lang="en-US"/>
          </a:p>
        </p:txBody>
      </p:sp>
      <p:sp>
        <p:nvSpPr>
          <p:cNvPr id="13" name="Text Placeholder 32">
            <a:extLst>
              <a:ext uri="{FF2B5EF4-FFF2-40B4-BE49-F238E27FC236}">
                <a16:creationId xmlns:a16="http://schemas.microsoft.com/office/drawing/2014/main" id="{87EFD466-CBA0-DD30-1AAC-A1BBF9946FE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86054" y="2872487"/>
            <a:ext cx="489455" cy="407583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1467" b="0" i="0">
                <a:solidFill>
                  <a:schemeClr val="accent4"/>
                </a:solidFill>
                <a:latin typeface="Lato" panose="020F0502020204030203" pitchFamily="34" charset="77"/>
              </a:defRPr>
            </a:lvl1pPr>
            <a:lvl2pPr>
              <a:defRPr sz="2425"/>
            </a:lvl2pPr>
            <a:lvl3pPr>
              <a:defRPr sz="2425"/>
            </a:lvl3pPr>
            <a:lvl4pPr>
              <a:defRPr sz="2425"/>
            </a:lvl4pPr>
            <a:lvl5pPr>
              <a:defRPr sz="2425"/>
            </a:lvl5pPr>
          </a:lstStyle>
          <a:p>
            <a:pPr lvl="0"/>
            <a:r>
              <a:rPr lang="en-GB"/>
              <a:t>02</a:t>
            </a:r>
            <a:endParaRPr lang="en-US"/>
          </a:p>
        </p:txBody>
      </p:sp>
      <p:sp>
        <p:nvSpPr>
          <p:cNvPr id="14" name="Text Placeholder 32">
            <a:extLst>
              <a:ext uri="{FF2B5EF4-FFF2-40B4-BE49-F238E27FC236}">
                <a16:creationId xmlns:a16="http://schemas.microsoft.com/office/drawing/2014/main" id="{55F174A2-B4A9-9FBA-D120-0914C6E053C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86054" y="3372562"/>
            <a:ext cx="489455" cy="407583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1467" b="0" i="0">
                <a:solidFill>
                  <a:schemeClr val="accent4"/>
                </a:solidFill>
                <a:latin typeface="Lato" panose="020F0502020204030203" pitchFamily="34" charset="77"/>
              </a:defRPr>
            </a:lvl1pPr>
            <a:lvl2pPr>
              <a:defRPr sz="2425"/>
            </a:lvl2pPr>
            <a:lvl3pPr>
              <a:defRPr sz="2425"/>
            </a:lvl3pPr>
            <a:lvl4pPr>
              <a:defRPr sz="2425"/>
            </a:lvl4pPr>
            <a:lvl5pPr>
              <a:defRPr sz="2425"/>
            </a:lvl5pPr>
          </a:lstStyle>
          <a:p>
            <a:pPr lvl="0"/>
            <a:r>
              <a:rPr lang="en-GB"/>
              <a:t>03</a:t>
            </a:r>
            <a:endParaRPr lang="en-US"/>
          </a:p>
        </p:txBody>
      </p:sp>
      <p:sp>
        <p:nvSpPr>
          <p:cNvPr id="15" name="Text Placeholder 32">
            <a:extLst>
              <a:ext uri="{FF2B5EF4-FFF2-40B4-BE49-F238E27FC236}">
                <a16:creationId xmlns:a16="http://schemas.microsoft.com/office/drawing/2014/main" id="{675F8595-C7C9-91C2-DB36-05866196CAE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267003" y="2341629"/>
            <a:ext cx="505383" cy="407583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1467" b="0" i="0">
                <a:solidFill>
                  <a:schemeClr val="accent4"/>
                </a:solidFill>
                <a:latin typeface="Lato" panose="020F0502020204030203" pitchFamily="34" charset="77"/>
              </a:defRPr>
            </a:lvl1pPr>
            <a:lvl2pPr>
              <a:defRPr sz="2425"/>
            </a:lvl2pPr>
            <a:lvl3pPr>
              <a:defRPr sz="2425"/>
            </a:lvl3pPr>
            <a:lvl4pPr>
              <a:defRPr sz="2425"/>
            </a:lvl4pPr>
            <a:lvl5pPr>
              <a:defRPr sz="2425"/>
            </a:lvl5pPr>
          </a:lstStyle>
          <a:p>
            <a:pPr lvl="0"/>
            <a:r>
              <a:rPr lang="en-GB"/>
              <a:t>04</a:t>
            </a:r>
            <a:endParaRPr lang="en-US"/>
          </a:p>
        </p:txBody>
      </p:sp>
      <p:sp>
        <p:nvSpPr>
          <p:cNvPr id="16" name="Text Placeholder 32">
            <a:extLst>
              <a:ext uri="{FF2B5EF4-FFF2-40B4-BE49-F238E27FC236}">
                <a16:creationId xmlns:a16="http://schemas.microsoft.com/office/drawing/2014/main" id="{F02D454B-0C30-3AE9-5505-85BDAA8FD2A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82933" y="2872487"/>
            <a:ext cx="489453" cy="407583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1467" b="0" i="0">
                <a:solidFill>
                  <a:schemeClr val="accent4"/>
                </a:solidFill>
                <a:latin typeface="Lato" panose="020F0502020204030203" pitchFamily="34" charset="77"/>
              </a:defRPr>
            </a:lvl1pPr>
            <a:lvl2pPr>
              <a:defRPr sz="2425"/>
            </a:lvl2pPr>
            <a:lvl3pPr>
              <a:defRPr sz="2425"/>
            </a:lvl3pPr>
            <a:lvl4pPr>
              <a:defRPr sz="2425"/>
            </a:lvl4pPr>
            <a:lvl5pPr>
              <a:defRPr sz="2425"/>
            </a:lvl5pPr>
          </a:lstStyle>
          <a:p>
            <a:pPr lvl="0"/>
            <a:r>
              <a:rPr lang="en-GB"/>
              <a:t>05</a:t>
            </a:r>
            <a:endParaRPr lang="en-US"/>
          </a:p>
        </p:txBody>
      </p:sp>
      <p:sp>
        <p:nvSpPr>
          <p:cNvPr id="17" name="Text Placeholder 32">
            <a:extLst>
              <a:ext uri="{FF2B5EF4-FFF2-40B4-BE49-F238E27FC236}">
                <a16:creationId xmlns:a16="http://schemas.microsoft.com/office/drawing/2014/main" id="{4E5C7FB2-B905-EB17-FEE8-3536FC0BBB6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282933" y="3372562"/>
            <a:ext cx="489455" cy="407583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1467" b="0" i="0">
                <a:solidFill>
                  <a:schemeClr val="accent4"/>
                </a:solidFill>
                <a:latin typeface="Lato" panose="020F0502020204030203" pitchFamily="34" charset="77"/>
              </a:defRPr>
            </a:lvl1pPr>
            <a:lvl2pPr>
              <a:defRPr sz="2425"/>
            </a:lvl2pPr>
            <a:lvl3pPr>
              <a:defRPr sz="2425"/>
            </a:lvl3pPr>
            <a:lvl4pPr>
              <a:defRPr sz="2425"/>
            </a:lvl4pPr>
            <a:lvl5pPr>
              <a:defRPr sz="2425"/>
            </a:lvl5pPr>
          </a:lstStyle>
          <a:p>
            <a:pPr lvl="0"/>
            <a:r>
              <a:rPr lang="en-GB"/>
              <a:t>06</a:t>
            </a:r>
            <a:endParaRPr lang="en-US"/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A67C01FC-F08A-3729-B754-EF40E2910D8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090483" y="2341629"/>
            <a:ext cx="2919957" cy="40758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90000"/>
              </a:lnSpc>
              <a:defRPr sz="1467" b="0" i="0">
                <a:solidFill>
                  <a:schemeClr val="bg1"/>
                </a:solidFill>
                <a:latin typeface="+mn-lt"/>
                <a:ea typeface="Lato" panose="020F0502020204030203" pitchFamily="34" charset="77"/>
                <a:cs typeface="Lato" panose="020F0502020204030203" pitchFamily="34" charset="77"/>
              </a:defRPr>
            </a:lvl1pPr>
            <a:lvl2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Agenda Title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E7BEDCDF-B8B0-5125-B751-8E198E86158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090483" y="2872487"/>
            <a:ext cx="2919957" cy="40758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90000"/>
              </a:lnSpc>
              <a:defRPr sz="1467" b="0" i="0">
                <a:solidFill>
                  <a:schemeClr val="bg1"/>
                </a:solidFill>
                <a:latin typeface="+mn-lt"/>
                <a:ea typeface="Lato" panose="020F0502020204030203" pitchFamily="34" charset="77"/>
                <a:cs typeface="Lato" panose="020F0502020204030203" pitchFamily="34" charset="77"/>
              </a:defRPr>
            </a:lvl1pPr>
            <a:lvl2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Agenda Title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AC335FBF-8F87-CE36-B00E-2728C949F65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090483" y="3372562"/>
            <a:ext cx="2919957" cy="40758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90000"/>
              </a:lnSpc>
              <a:defRPr sz="1467" b="0" i="0">
                <a:solidFill>
                  <a:schemeClr val="bg1"/>
                </a:solidFill>
                <a:latin typeface="+mn-lt"/>
                <a:ea typeface="Lato" panose="020F0502020204030203" pitchFamily="34" charset="77"/>
                <a:cs typeface="Lato" panose="020F0502020204030203" pitchFamily="34" charset="77"/>
              </a:defRPr>
            </a:lvl1pPr>
            <a:lvl2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Agenda Title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C865AC95-A476-4E8C-B3AA-DA23212505F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786756" y="2341629"/>
            <a:ext cx="2919957" cy="40758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90000"/>
              </a:lnSpc>
              <a:defRPr sz="1467" b="0" i="0">
                <a:solidFill>
                  <a:schemeClr val="bg1"/>
                </a:solidFill>
                <a:latin typeface="+mn-lt"/>
                <a:ea typeface="Lato" panose="020F0502020204030203" pitchFamily="34" charset="77"/>
                <a:cs typeface="Lato" panose="020F0502020204030203" pitchFamily="34" charset="77"/>
              </a:defRPr>
            </a:lvl1pPr>
            <a:lvl2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Agenda Title</a:t>
            </a:r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CA3C9DDC-0EB9-7E34-42AE-437A10E1B3A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786756" y="2872487"/>
            <a:ext cx="2919957" cy="40758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90000"/>
              </a:lnSpc>
              <a:defRPr sz="1467" b="0" i="0">
                <a:solidFill>
                  <a:schemeClr val="bg1"/>
                </a:solidFill>
                <a:latin typeface="+mn-lt"/>
                <a:ea typeface="Lato" panose="020F0502020204030203" pitchFamily="34" charset="77"/>
                <a:cs typeface="Lato" panose="020F0502020204030203" pitchFamily="34" charset="77"/>
              </a:defRPr>
            </a:lvl1pPr>
            <a:lvl2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Agenda Title</a:t>
            </a: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E55D9D88-9FEE-BC02-15A5-819D964CA03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786756" y="3372562"/>
            <a:ext cx="2919957" cy="40758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90000"/>
              </a:lnSpc>
              <a:defRPr sz="1467" b="0" i="0">
                <a:solidFill>
                  <a:schemeClr val="bg1"/>
                </a:solidFill>
                <a:latin typeface="+mn-lt"/>
                <a:ea typeface="Lato" panose="020F0502020204030203" pitchFamily="34" charset="77"/>
                <a:cs typeface="Lato" panose="020F0502020204030203" pitchFamily="34" charset="77"/>
              </a:defRPr>
            </a:lvl1pPr>
            <a:lvl2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Agenda Title</a:t>
            </a:r>
          </a:p>
        </p:txBody>
      </p:sp>
      <p:sp>
        <p:nvSpPr>
          <p:cNvPr id="27" name="Date Placeholder 26">
            <a:extLst>
              <a:ext uri="{FF2B5EF4-FFF2-40B4-BE49-F238E27FC236}">
                <a16:creationId xmlns:a16="http://schemas.microsoft.com/office/drawing/2014/main" id="{81B59EB0-774D-B816-0298-7A0001E10389}"/>
              </a:ext>
            </a:extLst>
          </p:cNvPr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8" name="Footer Placeholder 27">
            <a:extLst>
              <a:ext uri="{FF2B5EF4-FFF2-40B4-BE49-F238E27FC236}">
                <a16:creationId xmlns:a16="http://schemas.microsoft.com/office/drawing/2014/main" id="{EFA97B16-F9B7-43DB-6F65-A45A84641130}"/>
              </a:ext>
            </a:extLst>
          </p:cNvPr>
          <p:cNvSpPr>
            <a:spLocks noGrp="1"/>
          </p:cNvSpPr>
          <p:nvPr>
            <p:ph type="ftr" sz="quarter" idx="32"/>
          </p:nvPr>
        </p:nvSpPr>
        <p:spPr/>
        <p:txBody>
          <a:bodyPr/>
          <a:lstStyle/>
          <a:p>
            <a:r>
              <a:rPr lang="en-US"/>
              <a:t>Copyright © 2026 Kinaxis. All Rights Reserved. Access limited to internal use only.</a:t>
            </a:r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698FCE88-F67E-CE1D-D17E-7F0488C246B3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F1488A8B-C121-C846-AEE5-0D98B869D111}" type="slidenum">
              <a:rPr lang="en-US" sz="800" smtClean="0">
                <a:cs typeface="Calibri" panose="020F0502020204030204" pitchFamily="34" charset="0"/>
              </a:rPr>
              <a:pPr/>
              <a:t>‹#›</a:t>
            </a:fld>
            <a:endParaRPr lang="en-US"/>
          </a:p>
        </p:txBody>
      </p:sp>
      <p:sp>
        <p:nvSpPr>
          <p:cNvPr id="3" name="Title 18">
            <a:extLst>
              <a:ext uri="{FF2B5EF4-FFF2-40B4-BE49-F238E27FC236}">
                <a16:creationId xmlns:a16="http://schemas.microsoft.com/office/drawing/2014/main" id="{686E3E9F-5AD3-3E07-3F50-C3C417C01D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99786" y="2255177"/>
            <a:ext cx="2309282" cy="1438516"/>
          </a:xfrm>
        </p:spPr>
        <p:txBody>
          <a:bodyPr>
            <a:normAutofit/>
          </a:bodyPr>
          <a:lstStyle>
            <a:lvl1pPr algn="ctr">
              <a:defRPr sz="44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41319189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</p:bldLst>
  </p:timing>
  <p:extLst>
    <p:ext uri="{DCECCB84-F9BA-43D5-87BE-67443E8EF086}">
      <p15:sldGuideLst xmlns:p15="http://schemas.microsoft.com/office/powerpoint/2012/main">
        <p15:guide id="1" orient="horz" pos="3761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_3Col_Gree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3">
            <a:extLst>
              <a:ext uri="{FF2B5EF4-FFF2-40B4-BE49-F238E27FC236}">
                <a16:creationId xmlns:a16="http://schemas.microsoft.com/office/drawing/2014/main" id="{B691A019-3412-7A61-13A1-20140A0D8B0D}"/>
              </a:ext>
            </a:extLst>
          </p:cNvPr>
          <p:cNvSpPr/>
          <p:nvPr userDrawn="1"/>
        </p:nvSpPr>
        <p:spPr>
          <a:xfrm>
            <a:off x="-3851" y="0"/>
            <a:ext cx="12192040" cy="6072800"/>
          </a:xfrm>
          <a:custGeom>
            <a:avLst/>
            <a:gdLst/>
            <a:ahLst/>
            <a:cxnLst/>
            <a:rect l="l" t="t" r="r" b="b"/>
            <a:pathLst>
              <a:path w="17257395" h="7665084">
                <a:moveTo>
                  <a:pt x="17257327" y="0"/>
                </a:moveTo>
                <a:lnTo>
                  <a:pt x="0" y="0"/>
                </a:lnTo>
                <a:lnTo>
                  <a:pt x="0" y="7664698"/>
                </a:lnTo>
                <a:lnTo>
                  <a:pt x="17257327" y="7664698"/>
                </a:lnTo>
                <a:lnTo>
                  <a:pt x="17257327" y="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lIns="0" tIns="0" rIns="0" bIns="0" rtlCol="0"/>
          <a:lstStyle/>
          <a:p>
            <a:endParaRPr sz="971"/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0AE92501-2EB6-CFDF-C1DB-5282B090A468}"/>
              </a:ext>
            </a:extLst>
          </p:cNvPr>
          <p:cNvSpPr/>
          <p:nvPr userDrawn="1"/>
        </p:nvSpPr>
        <p:spPr>
          <a:xfrm>
            <a:off x="-3850" y="1862931"/>
            <a:ext cx="912735" cy="2223008"/>
          </a:xfrm>
          <a:custGeom>
            <a:avLst/>
            <a:gdLst/>
            <a:ahLst/>
            <a:cxnLst/>
            <a:rect l="l" t="t" r="r" b="b"/>
            <a:pathLst>
              <a:path w="2094230" h="5100955">
                <a:moveTo>
                  <a:pt x="10219" y="0"/>
                </a:moveTo>
                <a:lnTo>
                  <a:pt x="0" y="0"/>
                </a:lnTo>
                <a:lnTo>
                  <a:pt x="0" y="5100431"/>
                </a:lnTo>
                <a:lnTo>
                  <a:pt x="10219" y="5100431"/>
                </a:lnTo>
                <a:lnTo>
                  <a:pt x="2094177" y="2550226"/>
                </a:lnTo>
                <a:lnTo>
                  <a:pt x="10219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Text Placeholder 32">
            <a:extLst>
              <a:ext uri="{FF2B5EF4-FFF2-40B4-BE49-F238E27FC236}">
                <a16:creationId xmlns:a16="http://schemas.microsoft.com/office/drawing/2014/main" id="{1947117B-C153-3C6D-F19E-A079B714C5E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85166" y="2341629"/>
            <a:ext cx="490343" cy="407583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1467" b="0" i="0">
                <a:solidFill>
                  <a:schemeClr val="bg1"/>
                </a:solidFill>
                <a:latin typeface="Lato" panose="020F0502020204030203" pitchFamily="34" charset="77"/>
              </a:defRPr>
            </a:lvl1pPr>
            <a:lvl2pPr>
              <a:defRPr sz="2425"/>
            </a:lvl2pPr>
            <a:lvl3pPr>
              <a:defRPr sz="2425"/>
            </a:lvl3pPr>
            <a:lvl4pPr>
              <a:defRPr sz="2425"/>
            </a:lvl4pPr>
            <a:lvl5pPr>
              <a:defRPr sz="2425"/>
            </a:lvl5pPr>
          </a:lstStyle>
          <a:p>
            <a:pPr lvl="0"/>
            <a:r>
              <a:rPr lang="en-GB"/>
              <a:t>01</a:t>
            </a:r>
            <a:endParaRPr lang="en-US"/>
          </a:p>
        </p:txBody>
      </p:sp>
      <p:sp>
        <p:nvSpPr>
          <p:cNvPr id="32" name="Text Placeholder 32">
            <a:extLst>
              <a:ext uri="{FF2B5EF4-FFF2-40B4-BE49-F238E27FC236}">
                <a16:creationId xmlns:a16="http://schemas.microsoft.com/office/drawing/2014/main" id="{BBBA62E2-FF1A-8D80-7A99-5A2A8443750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86054" y="2872487"/>
            <a:ext cx="489455" cy="407583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1467" b="0" i="0">
                <a:solidFill>
                  <a:schemeClr val="bg1"/>
                </a:solidFill>
                <a:latin typeface="Lato" panose="020F0502020204030203" pitchFamily="34" charset="77"/>
              </a:defRPr>
            </a:lvl1pPr>
            <a:lvl2pPr>
              <a:defRPr sz="2425"/>
            </a:lvl2pPr>
            <a:lvl3pPr>
              <a:defRPr sz="2425"/>
            </a:lvl3pPr>
            <a:lvl4pPr>
              <a:defRPr sz="2425"/>
            </a:lvl4pPr>
            <a:lvl5pPr>
              <a:defRPr sz="2425"/>
            </a:lvl5pPr>
          </a:lstStyle>
          <a:p>
            <a:pPr lvl="0"/>
            <a:r>
              <a:rPr lang="en-GB"/>
              <a:t>02</a:t>
            </a:r>
            <a:endParaRPr lang="en-US"/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9CBF8AFD-2645-0D3C-47CF-9A0C7DE04C1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86054" y="3372562"/>
            <a:ext cx="489455" cy="407583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1467" b="0" i="0">
                <a:solidFill>
                  <a:schemeClr val="bg1"/>
                </a:solidFill>
                <a:latin typeface="Lato" panose="020F0502020204030203" pitchFamily="34" charset="77"/>
              </a:defRPr>
            </a:lvl1pPr>
            <a:lvl2pPr>
              <a:defRPr sz="2425"/>
            </a:lvl2pPr>
            <a:lvl3pPr>
              <a:defRPr sz="2425"/>
            </a:lvl3pPr>
            <a:lvl4pPr>
              <a:defRPr sz="2425"/>
            </a:lvl4pPr>
            <a:lvl5pPr>
              <a:defRPr sz="2425"/>
            </a:lvl5pPr>
          </a:lstStyle>
          <a:p>
            <a:pPr lvl="0"/>
            <a:r>
              <a:rPr lang="en-GB"/>
              <a:t>03</a:t>
            </a:r>
            <a:endParaRPr lang="en-US"/>
          </a:p>
        </p:txBody>
      </p:sp>
      <p:sp>
        <p:nvSpPr>
          <p:cNvPr id="34" name="Text Placeholder 32">
            <a:extLst>
              <a:ext uri="{FF2B5EF4-FFF2-40B4-BE49-F238E27FC236}">
                <a16:creationId xmlns:a16="http://schemas.microsoft.com/office/drawing/2014/main" id="{BDBA4241-3D90-1B60-9CFC-CBB87D1B93B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267003" y="2341629"/>
            <a:ext cx="505383" cy="407583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1467" b="0" i="0">
                <a:solidFill>
                  <a:schemeClr val="bg1"/>
                </a:solidFill>
                <a:latin typeface="Lato" panose="020F0502020204030203" pitchFamily="34" charset="77"/>
              </a:defRPr>
            </a:lvl1pPr>
            <a:lvl2pPr>
              <a:defRPr sz="2425"/>
            </a:lvl2pPr>
            <a:lvl3pPr>
              <a:defRPr sz="2425"/>
            </a:lvl3pPr>
            <a:lvl4pPr>
              <a:defRPr sz="2425"/>
            </a:lvl4pPr>
            <a:lvl5pPr>
              <a:defRPr sz="2425"/>
            </a:lvl5pPr>
          </a:lstStyle>
          <a:p>
            <a:pPr lvl="0"/>
            <a:r>
              <a:rPr lang="en-GB"/>
              <a:t>04</a:t>
            </a:r>
            <a:endParaRPr lang="en-US"/>
          </a:p>
        </p:txBody>
      </p:sp>
      <p:sp>
        <p:nvSpPr>
          <p:cNvPr id="35" name="Text Placeholder 32">
            <a:extLst>
              <a:ext uri="{FF2B5EF4-FFF2-40B4-BE49-F238E27FC236}">
                <a16:creationId xmlns:a16="http://schemas.microsoft.com/office/drawing/2014/main" id="{F2595511-C05C-56B0-EAAF-55F89F0E5F8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82933" y="2872487"/>
            <a:ext cx="489453" cy="407583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1467" b="0" i="0">
                <a:solidFill>
                  <a:schemeClr val="bg1"/>
                </a:solidFill>
                <a:latin typeface="Lato" panose="020F0502020204030203" pitchFamily="34" charset="77"/>
              </a:defRPr>
            </a:lvl1pPr>
            <a:lvl2pPr>
              <a:defRPr sz="2425"/>
            </a:lvl2pPr>
            <a:lvl3pPr>
              <a:defRPr sz="2425"/>
            </a:lvl3pPr>
            <a:lvl4pPr>
              <a:defRPr sz="2425"/>
            </a:lvl4pPr>
            <a:lvl5pPr>
              <a:defRPr sz="2425"/>
            </a:lvl5pPr>
          </a:lstStyle>
          <a:p>
            <a:pPr lvl="0"/>
            <a:r>
              <a:rPr lang="en-GB"/>
              <a:t>05</a:t>
            </a:r>
            <a:endParaRPr lang="en-US"/>
          </a:p>
        </p:txBody>
      </p:sp>
      <p:sp>
        <p:nvSpPr>
          <p:cNvPr id="36" name="Text Placeholder 32">
            <a:extLst>
              <a:ext uri="{FF2B5EF4-FFF2-40B4-BE49-F238E27FC236}">
                <a16:creationId xmlns:a16="http://schemas.microsoft.com/office/drawing/2014/main" id="{3D76EEC0-7A7C-C7A6-9929-4444C7BAE71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282933" y="3372562"/>
            <a:ext cx="489455" cy="407583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1467" b="0" i="0">
                <a:solidFill>
                  <a:schemeClr val="bg1"/>
                </a:solidFill>
                <a:latin typeface="Lato" panose="020F0502020204030203" pitchFamily="34" charset="77"/>
              </a:defRPr>
            </a:lvl1pPr>
            <a:lvl2pPr>
              <a:defRPr sz="2425"/>
            </a:lvl2pPr>
            <a:lvl3pPr>
              <a:defRPr sz="2425"/>
            </a:lvl3pPr>
            <a:lvl4pPr>
              <a:defRPr sz="2425"/>
            </a:lvl4pPr>
            <a:lvl5pPr>
              <a:defRPr sz="2425"/>
            </a:lvl5pPr>
          </a:lstStyle>
          <a:p>
            <a:pPr lvl="0"/>
            <a:r>
              <a:rPr lang="en-GB"/>
              <a:t>06</a:t>
            </a:r>
            <a:endParaRPr lang="en-US"/>
          </a:p>
        </p:txBody>
      </p:sp>
      <p:sp>
        <p:nvSpPr>
          <p:cNvPr id="37" name="Text Placeholder 5">
            <a:extLst>
              <a:ext uri="{FF2B5EF4-FFF2-40B4-BE49-F238E27FC236}">
                <a16:creationId xmlns:a16="http://schemas.microsoft.com/office/drawing/2014/main" id="{84A44858-4416-9534-2D46-EA3855F7B64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090483" y="2341629"/>
            <a:ext cx="2919957" cy="40758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90000"/>
              </a:lnSpc>
              <a:defRPr sz="1467" b="0" i="0">
                <a:solidFill>
                  <a:schemeClr val="bg1"/>
                </a:solidFill>
                <a:latin typeface="+mn-lt"/>
                <a:ea typeface="Lato" panose="020F0502020204030203" pitchFamily="34" charset="77"/>
                <a:cs typeface="Lato" panose="020F0502020204030203" pitchFamily="34" charset="77"/>
              </a:defRPr>
            </a:lvl1pPr>
            <a:lvl2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Agenda Title</a:t>
            </a:r>
          </a:p>
        </p:txBody>
      </p:sp>
      <p:sp>
        <p:nvSpPr>
          <p:cNvPr id="38" name="Text Placeholder 5">
            <a:extLst>
              <a:ext uri="{FF2B5EF4-FFF2-40B4-BE49-F238E27FC236}">
                <a16:creationId xmlns:a16="http://schemas.microsoft.com/office/drawing/2014/main" id="{F7E5FD0A-466E-209C-8389-F0A1D81B08C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090483" y="2872487"/>
            <a:ext cx="2919957" cy="40758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90000"/>
              </a:lnSpc>
              <a:defRPr sz="1467" b="0" i="0">
                <a:solidFill>
                  <a:schemeClr val="bg1"/>
                </a:solidFill>
                <a:latin typeface="+mn-lt"/>
                <a:ea typeface="Lato" panose="020F0502020204030203" pitchFamily="34" charset="77"/>
                <a:cs typeface="Lato" panose="020F0502020204030203" pitchFamily="34" charset="77"/>
              </a:defRPr>
            </a:lvl1pPr>
            <a:lvl2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Agenda Title</a:t>
            </a:r>
          </a:p>
        </p:txBody>
      </p:sp>
      <p:sp>
        <p:nvSpPr>
          <p:cNvPr id="39" name="Text Placeholder 5">
            <a:extLst>
              <a:ext uri="{FF2B5EF4-FFF2-40B4-BE49-F238E27FC236}">
                <a16:creationId xmlns:a16="http://schemas.microsoft.com/office/drawing/2014/main" id="{42ADBB50-19F0-D4C6-ACBD-5F741C62565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090483" y="3372562"/>
            <a:ext cx="2919957" cy="40758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90000"/>
              </a:lnSpc>
              <a:defRPr sz="1467" b="0" i="0">
                <a:solidFill>
                  <a:schemeClr val="bg1"/>
                </a:solidFill>
                <a:latin typeface="+mn-lt"/>
                <a:ea typeface="Lato" panose="020F0502020204030203" pitchFamily="34" charset="77"/>
                <a:cs typeface="Lato" panose="020F0502020204030203" pitchFamily="34" charset="77"/>
              </a:defRPr>
            </a:lvl1pPr>
            <a:lvl2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Agenda Title</a:t>
            </a:r>
          </a:p>
        </p:txBody>
      </p:sp>
      <p:sp>
        <p:nvSpPr>
          <p:cNvPr id="40" name="Text Placeholder 5">
            <a:extLst>
              <a:ext uri="{FF2B5EF4-FFF2-40B4-BE49-F238E27FC236}">
                <a16:creationId xmlns:a16="http://schemas.microsoft.com/office/drawing/2014/main" id="{60A0AEE1-54A7-6F6C-9AAB-C9E534A9133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786756" y="2341629"/>
            <a:ext cx="2919957" cy="40758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90000"/>
              </a:lnSpc>
              <a:defRPr sz="1467" b="0" i="0">
                <a:solidFill>
                  <a:schemeClr val="bg1"/>
                </a:solidFill>
                <a:latin typeface="+mn-lt"/>
                <a:ea typeface="Lato" panose="020F0502020204030203" pitchFamily="34" charset="77"/>
                <a:cs typeface="Lato" panose="020F0502020204030203" pitchFamily="34" charset="77"/>
              </a:defRPr>
            </a:lvl1pPr>
            <a:lvl2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Agenda Title</a:t>
            </a:r>
          </a:p>
        </p:txBody>
      </p:sp>
      <p:sp>
        <p:nvSpPr>
          <p:cNvPr id="41" name="Text Placeholder 5">
            <a:extLst>
              <a:ext uri="{FF2B5EF4-FFF2-40B4-BE49-F238E27FC236}">
                <a16:creationId xmlns:a16="http://schemas.microsoft.com/office/drawing/2014/main" id="{C57FD3CA-FD24-146F-F7ED-FA60C9F0D85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786756" y="2872487"/>
            <a:ext cx="2919957" cy="40758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90000"/>
              </a:lnSpc>
              <a:defRPr sz="1467" b="0" i="0">
                <a:solidFill>
                  <a:schemeClr val="bg1"/>
                </a:solidFill>
                <a:latin typeface="+mn-lt"/>
                <a:ea typeface="Lato" panose="020F0502020204030203" pitchFamily="34" charset="77"/>
                <a:cs typeface="Lato" panose="020F0502020204030203" pitchFamily="34" charset="77"/>
              </a:defRPr>
            </a:lvl1pPr>
            <a:lvl2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Agenda Title</a:t>
            </a:r>
          </a:p>
        </p:txBody>
      </p:sp>
      <p:sp>
        <p:nvSpPr>
          <p:cNvPr id="42" name="Text Placeholder 5">
            <a:extLst>
              <a:ext uri="{FF2B5EF4-FFF2-40B4-BE49-F238E27FC236}">
                <a16:creationId xmlns:a16="http://schemas.microsoft.com/office/drawing/2014/main" id="{3A2D9A9A-2612-B754-2E7D-AF42153A0D5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786756" y="3372562"/>
            <a:ext cx="2919957" cy="40758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90000"/>
              </a:lnSpc>
              <a:defRPr sz="1467" b="0" i="0">
                <a:solidFill>
                  <a:schemeClr val="bg1"/>
                </a:solidFill>
                <a:latin typeface="+mn-lt"/>
                <a:ea typeface="Lato" panose="020F0502020204030203" pitchFamily="34" charset="77"/>
                <a:cs typeface="Lato" panose="020F0502020204030203" pitchFamily="34" charset="77"/>
              </a:defRPr>
            </a:lvl1pPr>
            <a:lvl2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Agenda Title</a:t>
            </a:r>
          </a:p>
        </p:txBody>
      </p:sp>
      <p:sp>
        <p:nvSpPr>
          <p:cNvPr id="45" name="Date Placeholder 44">
            <a:extLst>
              <a:ext uri="{FF2B5EF4-FFF2-40B4-BE49-F238E27FC236}">
                <a16:creationId xmlns:a16="http://schemas.microsoft.com/office/drawing/2014/main" id="{9BDEBCA4-AEFD-BA2A-54A9-4F952ABFE21B}"/>
              </a:ext>
            </a:extLst>
          </p:cNvPr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6" name="Footer Placeholder 45">
            <a:extLst>
              <a:ext uri="{FF2B5EF4-FFF2-40B4-BE49-F238E27FC236}">
                <a16:creationId xmlns:a16="http://schemas.microsoft.com/office/drawing/2014/main" id="{A5ED98E5-5B7B-3F4A-FAF1-37B684E73940}"/>
              </a:ext>
            </a:extLst>
          </p:cNvPr>
          <p:cNvSpPr>
            <a:spLocks noGrp="1"/>
          </p:cNvSpPr>
          <p:nvPr>
            <p:ph type="ftr" sz="quarter" idx="32"/>
          </p:nvPr>
        </p:nvSpPr>
        <p:spPr/>
        <p:txBody>
          <a:bodyPr/>
          <a:lstStyle/>
          <a:p>
            <a:r>
              <a:rPr lang="en-US"/>
              <a:t>Copyright © 2026 Kinaxis. All Rights Reserved. Access limited to internal use only.</a:t>
            </a:r>
          </a:p>
        </p:txBody>
      </p:sp>
      <p:sp>
        <p:nvSpPr>
          <p:cNvPr id="47" name="Slide Number Placeholder 46">
            <a:extLst>
              <a:ext uri="{FF2B5EF4-FFF2-40B4-BE49-F238E27FC236}">
                <a16:creationId xmlns:a16="http://schemas.microsoft.com/office/drawing/2014/main" id="{B0EF918C-E335-FE52-E6BF-C2295FAFAB0E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F1488A8B-C121-C846-AEE5-0D98B869D111}" type="slidenum">
              <a:rPr lang="en-US" sz="800" smtClean="0">
                <a:cs typeface="Calibri" panose="020F0502020204030204" pitchFamily="34" charset="0"/>
              </a:rPr>
              <a:pPr/>
              <a:t>‹#›</a:t>
            </a:fld>
            <a:endParaRPr lang="en-US"/>
          </a:p>
        </p:txBody>
      </p:sp>
      <p:sp>
        <p:nvSpPr>
          <p:cNvPr id="4" name="Title 18">
            <a:extLst>
              <a:ext uri="{FF2B5EF4-FFF2-40B4-BE49-F238E27FC236}">
                <a16:creationId xmlns:a16="http://schemas.microsoft.com/office/drawing/2014/main" id="{62B30CFB-560B-7CDC-7065-36F140C90D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99786" y="2255177"/>
            <a:ext cx="2309282" cy="1438516"/>
          </a:xfrm>
        </p:spPr>
        <p:txBody>
          <a:bodyPr>
            <a:normAutofit/>
          </a:bodyPr>
          <a:lstStyle>
            <a:lvl1pPr algn="ctr">
              <a:defRPr sz="44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33142055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  <p:extLst>
    <p:ext uri="{DCECCB84-F9BA-43D5-87BE-67443E8EF086}">
      <p15:sldGuideLst xmlns:p15="http://schemas.microsoft.com/office/powerpoint/2012/main">
        <p15:guide id="1" orient="horz" pos="3761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_3Col_Nav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3">
            <a:extLst>
              <a:ext uri="{FF2B5EF4-FFF2-40B4-BE49-F238E27FC236}">
                <a16:creationId xmlns:a16="http://schemas.microsoft.com/office/drawing/2014/main" id="{525CF2F0-4FDD-1967-7E4C-B34260371F92}"/>
              </a:ext>
            </a:extLst>
          </p:cNvPr>
          <p:cNvSpPr/>
          <p:nvPr userDrawn="1"/>
        </p:nvSpPr>
        <p:spPr>
          <a:xfrm>
            <a:off x="-3851" y="-164299"/>
            <a:ext cx="12192040" cy="6237100"/>
          </a:xfrm>
          <a:custGeom>
            <a:avLst/>
            <a:gdLst/>
            <a:ahLst/>
            <a:cxnLst/>
            <a:rect l="l" t="t" r="r" b="b"/>
            <a:pathLst>
              <a:path w="17257395" h="7665084">
                <a:moveTo>
                  <a:pt x="17257327" y="0"/>
                </a:moveTo>
                <a:lnTo>
                  <a:pt x="0" y="0"/>
                </a:lnTo>
                <a:lnTo>
                  <a:pt x="0" y="7664698"/>
                </a:lnTo>
                <a:lnTo>
                  <a:pt x="17257327" y="7664698"/>
                </a:lnTo>
                <a:lnTo>
                  <a:pt x="17257327" y="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endParaRPr sz="849"/>
          </a:p>
        </p:txBody>
      </p:sp>
      <p:sp>
        <p:nvSpPr>
          <p:cNvPr id="25" name="object 3">
            <a:extLst>
              <a:ext uri="{FF2B5EF4-FFF2-40B4-BE49-F238E27FC236}">
                <a16:creationId xmlns:a16="http://schemas.microsoft.com/office/drawing/2014/main" id="{CD0DFD6A-A45C-2791-9872-4AE0E0E19CC3}"/>
              </a:ext>
            </a:extLst>
          </p:cNvPr>
          <p:cNvSpPr/>
          <p:nvPr userDrawn="1"/>
        </p:nvSpPr>
        <p:spPr>
          <a:xfrm>
            <a:off x="-3850" y="1862931"/>
            <a:ext cx="912735" cy="2223008"/>
          </a:xfrm>
          <a:custGeom>
            <a:avLst/>
            <a:gdLst/>
            <a:ahLst/>
            <a:cxnLst/>
            <a:rect l="l" t="t" r="r" b="b"/>
            <a:pathLst>
              <a:path w="2094230" h="5100955">
                <a:moveTo>
                  <a:pt x="10219" y="0"/>
                </a:moveTo>
                <a:lnTo>
                  <a:pt x="0" y="0"/>
                </a:lnTo>
                <a:lnTo>
                  <a:pt x="0" y="5100431"/>
                </a:lnTo>
                <a:lnTo>
                  <a:pt x="10219" y="5100431"/>
                </a:lnTo>
                <a:lnTo>
                  <a:pt x="2094177" y="2550226"/>
                </a:lnTo>
                <a:lnTo>
                  <a:pt x="10219" y="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Text Placeholder 32">
            <a:extLst>
              <a:ext uri="{FF2B5EF4-FFF2-40B4-BE49-F238E27FC236}">
                <a16:creationId xmlns:a16="http://schemas.microsoft.com/office/drawing/2014/main" id="{ADB00BCD-804D-05E4-1F47-56700D4CBBD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85166" y="2341629"/>
            <a:ext cx="490343" cy="407583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1467" b="0" i="0">
                <a:solidFill>
                  <a:schemeClr val="accent4"/>
                </a:solidFill>
                <a:latin typeface="Lato" panose="020F0502020204030203" pitchFamily="34" charset="77"/>
              </a:defRPr>
            </a:lvl1pPr>
            <a:lvl2pPr>
              <a:defRPr sz="2425"/>
            </a:lvl2pPr>
            <a:lvl3pPr>
              <a:defRPr sz="2425"/>
            </a:lvl3pPr>
            <a:lvl4pPr>
              <a:defRPr sz="2425"/>
            </a:lvl4pPr>
            <a:lvl5pPr>
              <a:defRPr sz="2425"/>
            </a:lvl5pPr>
          </a:lstStyle>
          <a:p>
            <a:pPr lvl="0"/>
            <a:r>
              <a:rPr lang="en-GB"/>
              <a:t>01</a:t>
            </a:r>
            <a:endParaRPr lang="en-US"/>
          </a:p>
        </p:txBody>
      </p:sp>
      <p:sp>
        <p:nvSpPr>
          <p:cNvPr id="13" name="Text Placeholder 32">
            <a:extLst>
              <a:ext uri="{FF2B5EF4-FFF2-40B4-BE49-F238E27FC236}">
                <a16:creationId xmlns:a16="http://schemas.microsoft.com/office/drawing/2014/main" id="{84958FFA-60E7-203D-CBE9-FC06F1E4F40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86054" y="2872487"/>
            <a:ext cx="489455" cy="407583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1467" b="0" i="0">
                <a:solidFill>
                  <a:schemeClr val="accent4"/>
                </a:solidFill>
                <a:latin typeface="Lato" panose="020F0502020204030203" pitchFamily="34" charset="77"/>
              </a:defRPr>
            </a:lvl1pPr>
            <a:lvl2pPr>
              <a:defRPr sz="2425"/>
            </a:lvl2pPr>
            <a:lvl3pPr>
              <a:defRPr sz="2425"/>
            </a:lvl3pPr>
            <a:lvl4pPr>
              <a:defRPr sz="2425"/>
            </a:lvl4pPr>
            <a:lvl5pPr>
              <a:defRPr sz="2425"/>
            </a:lvl5pPr>
          </a:lstStyle>
          <a:p>
            <a:pPr lvl="0"/>
            <a:r>
              <a:rPr lang="en-GB"/>
              <a:t>02</a:t>
            </a:r>
            <a:endParaRPr lang="en-US"/>
          </a:p>
        </p:txBody>
      </p:sp>
      <p:sp>
        <p:nvSpPr>
          <p:cNvPr id="14" name="Text Placeholder 32">
            <a:extLst>
              <a:ext uri="{FF2B5EF4-FFF2-40B4-BE49-F238E27FC236}">
                <a16:creationId xmlns:a16="http://schemas.microsoft.com/office/drawing/2014/main" id="{C10F0B1B-C249-0B24-AFEF-611288C375D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86054" y="3372562"/>
            <a:ext cx="489455" cy="407583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1467" b="0" i="0">
                <a:solidFill>
                  <a:schemeClr val="accent4"/>
                </a:solidFill>
                <a:latin typeface="Lato" panose="020F0502020204030203" pitchFamily="34" charset="77"/>
              </a:defRPr>
            </a:lvl1pPr>
            <a:lvl2pPr>
              <a:defRPr sz="2425"/>
            </a:lvl2pPr>
            <a:lvl3pPr>
              <a:defRPr sz="2425"/>
            </a:lvl3pPr>
            <a:lvl4pPr>
              <a:defRPr sz="2425"/>
            </a:lvl4pPr>
            <a:lvl5pPr>
              <a:defRPr sz="2425"/>
            </a:lvl5pPr>
          </a:lstStyle>
          <a:p>
            <a:pPr lvl="0"/>
            <a:r>
              <a:rPr lang="en-GB"/>
              <a:t>03</a:t>
            </a:r>
            <a:endParaRPr lang="en-US"/>
          </a:p>
        </p:txBody>
      </p:sp>
      <p:sp>
        <p:nvSpPr>
          <p:cNvPr id="15" name="Text Placeholder 32">
            <a:extLst>
              <a:ext uri="{FF2B5EF4-FFF2-40B4-BE49-F238E27FC236}">
                <a16:creationId xmlns:a16="http://schemas.microsoft.com/office/drawing/2014/main" id="{B2D3C390-27C5-1E15-9E90-D56DF03917B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267003" y="2341629"/>
            <a:ext cx="505383" cy="407583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1467" b="0" i="0">
                <a:solidFill>
                  <a:schemeClr val="accent4"/>
                </a:solidFill>
                <a:latin typeface="Lato" panose="020F0502020204030203" pitchFamily="34" charset="77"/>
              </a:defRPr>
            </a:lvl1pPr>
            <a:lvl2pPr>
              <a:defRPr sz="2425"/>
            </a:lvl2pPr>
            <a:lvl3pPr>
              <a:defRPr sz="2425"/>
            </a:lvl3pPr>
            <a:lvl4pPr>
              <a:defRPr sz="2425"/>
            </a:lvl4pPr>
            <a:lvl5pPr>
              <a:defRPr sz="2425"/>
            </a:lvl5pPr>
          </a:lstStyle>
          <a:p>
            <a:pPr lvl="0"/>
            <a:r>
              <a:rPr lang="en-GB"/>
              <a:t>04</a:t>
            </a:r>
            <a:endParaRPr lang="en-US"/>
          </a:p>
        </p:txBody>
      </p:sp>
      <p:sp>
        <p:nvSpPr>
          <p:cNvPr id="16" name="Text Placeholder 32">
            <a:extLst>
              <a:ext uri="{FF2B5EF4-FFF2-40B4-BE49-F238E27FC236}">
                <a16:creationId xmlns:a16="http://schemas.microsoft.com/office/drawing/2014/main" id="{2A704517-AFD2-E0E6-1E4A-D52BCB484C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82933" y="2872487"/>
            <a:ext cx="489453" cy="407583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1467" b="0" i="0">
                <a:solidFill>
                  <a:schemeClr val="accent4"/>
                </a:solidFill>
                <a:latin typeface="Lato" panose="020F0502020204030203" pitchFamily="34" charset="77"/>
              </a:defRPr>
            </a:lvl1pPr>
            <a:lvl2pPr>
              <a:defRPr sz="2425"/>
            </a:lvl2pPr>
            <a:lvl3pPr>
              <a:defRPr sz="2425"/>
            </a:lvl3pPr>
            <a:lvl4pPr>
              <a:defRPr sz="2425"/>
            </a:lvl4pPr>
            <a:lvl5pPr>
              <a:defRPr sz="2425"/>
            </a:lvl5pPr>
          </a:lstStyle>
          <a:p>
            <a:pPr lvl="0"/>
            <a:r>
              <a:rPr lang="en-GB"/>
              <a:t>05</a:t>
            </a:r>
            <a:endParaRPr lang="en-US"/>
          </a:p>
        </p:txBody>
      </p:sp>
      <p:sp>
        <p:nvSpPr>
          <p:cNvPr id="17" name="Text Placeholder 32">
            <a:extLst>
              <a:ext uri="{FF2B5EF4-FFF2-40B4-BE49-F238E27FC236}">
                <a16:creationId xmlns:a16="http://schemas.microsoft.com/office/drawing/2014/main" id="{E2C5219D-4B9D-9C77-9F6B-51CC183A670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282933" y="3372562"/>
            <a:ext cx="489455" cy="407583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1467" b="0" i="0">
                <a:solidFill>
                  <a:schemeClr val="accent4"/>
                </a:solidFill>
                <a:latin typeface="Lato" panose="020F0502020204030203" pitchFamily="34" charset="77"/>
              </a:defRPr>
            </a:lvl1pPr>
            <a:lvl2pPr>
              <a:defRPr sz="2425"/>
            </a:lvl2pPr>
            <a:lvl3pPr>
              <a:defRPr sz="2425"/>
            </a:lvl3pPr>
            <a:lvl4pPr>
              <a:defRPr sz="2425"/>
            </a:lvl4pPr>
            <a:lvl5pPr>
              <a:defRPr sz="2425"/>
            </a:lvl5pPr>
          </a:lstStyle>
          <a:p>
            <a:pPr lvl="0"/>
            <a:r>
              <a:rPr lang="en-GB"/>
              <a:t>06</a:t>
            </a:r>
            <a:endParaRPr lang="en-US"/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EE4F200C-1C9E-9C03-DBA6-480E1C3DE2C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090483" y="2341629"/>
            <a:ext cx="2919957" cy="40758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90000"/>
              </a:lnSpc>
              <a:defRPr sz="1467" b="0" i="0">
                <a:solidFill>
                  <a:schemeClr val="bg1"/>
                </a:solidFill>
                <a:latin typeface="+mn-lt"/>
                <a:ea typeface="Lato" panose="020F0502020204030203" pitchFamily="34" charset="77"/>
                <a:cs typeface="Lato" panose="020F0502020204030203" pitchFamily="34" charset="77"/>
              </a:defRPr>
            </a:lvl1pPr>
            <a:lvl2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Agenda Title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152B6C4C-5E23-A5C4-A329-2C518AE4B3C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090483" y="2872487"/>
            <a:ext cx="2919957" cy="40758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90000"/>
              </a:lnSpc>
              <a:defRPr sz="1467" b="0" i="0">
                <a:solidFill>
                  <a:schemeClr val="bg1"/>
                </a:solidFill>
                <a:latin typeface="+mn-lt"/>
                <a:ea typeface="Lato" panose="020F0502020204030203" pitchFamily="34" charset="77"/>
                <a:cs typeface="Lato" panose="020F0502020204030203" pitchFamily="34" charset="77"/>
              </a:defRPr>
            </a:lvl1pPr>
            <a:lvl2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Agenda Title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D30F6102-2F5F-E1E8-8789-2599E8D3233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090483" y="3372562"/>
            <a:ext cx="2919957" cy="40758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90000"/>
              </a:lnSpc>
              <a:defRPr sz="1467" b="0" i="0">
                <a:solidFill>
                  <a:schemeClr val="bg1"/>
                </a:solidFill>
                <a:latin typeface="+mn-lt"/>
                <a:ea typeface="Lato" panose="020F0502020204030203" pitchFamily="34" charset="77"/>
                <a:cs typeface="Lato" panose="020F0502020204030203" pitchFamily="34" charset="77"/>
              </a:defRPr>
            </a:lvl1pPr>
            <a:lvl2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Agenda Title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75A28D28-2BCB-EFFD-B19C-E0D84859C79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786756" y="2341629"/>
            <a:ext cx="2919957" cy="40758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90000"/>
              </a:lnSpc>
              <a:defRPr sz="1467" b="0" i="0">
                <a:solidFill>
                  <a:schemeClr val="bg1"/>
                </a:solidFill>
                <a:latin typeface="+mn-lt"/>
                <a:ea typeface="Lato" panose="020F0502020204030203" pitchFamily="34" charset="77"/>
                <a:cs typeface="Lato" panose="020F0502020204030203" pitchFamily="34" charset="77"/>
              </a:defRPr>
            </a:lvl1pPr>
            <a:lvl2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Agenda Title</a:t>
            </a:r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A3989405-5E9C-6FCE-CF9F-A6DB6AC2874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786756" y="2872487"/>
            <a:ext cx="2919957" cy="40758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90000"/>
              </a:lnSpc>
              <a:defRPr sz="1467" b="0" i="0">
                <a:solidFill>
                  <a:schemeClr val="bg1"/>
                </a:solidFill>
                <a:latin typeface="+mn-lt"/>
                <a:ea typeface="Lato" panose="020F0502020204030203" pitchFamily="34" charset="77"/>
                <a:cs typeface="Lato" panose="020F0502020204030203" pitchFamily="34" charset="77"/>
              </a:defRPr>
            </a:lvl1pPr>
            <a:lvl2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Agenda Title</a:t>
            </a: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90C2B933-ADDC-E7AC-913B-F8FA6247ACB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786756" y="3372562"/>
            <a:ext cx="2919957" cy="40758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90000"/>
              </a:lnSpc>
              <a:defRPr sz="1467" b="0" i="0">
                <a:solidFill>
                  <a:schemeClr val="bg1"/>
                </a:solidFill>
                <a:latin typeface="+mn-lt"/>
                <a:ea typeface="Lato" panose="020F0502020204030203" pitchFamily="34" charset="77"/>
                <a:cs typeface="Lato" panose="020F0502020204030203" pitchFamily="34" charset="77"/>
              </a:defRPr>
            </a:lvl1pPr>
            <a:lvl2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Agenda Title</a:t>
            </a:r>
          </a:p>
        </p:txBody>
      </p:sp>
      <p:sp>
        <p:nvSpPr>
          <p:cNvPr id="30" name="Date Placeholder 29">
            <a:extLst>
              <a:ext uri="{FF2B5EF4-FFF2-40B4-BE49-F238E27FC236}">
                <a16:creationId xmlns:a16="http://schemas.microsoft.com/office/drawing/2014/main" id="{DABB96E1-E6BC-9140-910F-2A80ABEC404E}"/>
              </a:ext>
            </a:extLst>
          </p:cNvPr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1" name="Footer Placeholder 30">
            <a:extLst>
              <a:ext uri="{FF2B5EF4-FFF2-40B4-BE49-F238E27FC236}">
                <a16:creationId xmlns:a16="http://schemas.microsoft.com/office/drawing/2014/main" id="{9FAB8A37-E057-F956-CC25-87EF80D4135E}"/>
              </a:ext>
            </a:extLst>
          </p:cNvPr>
          <p:cNvSpPr>
            <a:spLocks noGrp="1"/>
          </p:cNvSpPr>
          <p:nvPr>
            <p:ph type="ftr" sz="quarter" idx="32"/>
          </p:nvPr>
        </p:nvSpPr>
        <p:spPr/>
        <p:txBody>
          <a:bodyPr/>
          <a:lstStyle/>
          <a:p>
            <a:r>
              <a:rPr lang="en-US"/>
              <a:t>Copyright © 2026 Kinaxis. All Rights Reserved. Access limited to internal use only.</a:t>
            </a:r>
          </a:p>
        </p:txBody>
      </p:sp>
      <p:sp>
        <p:nvSpPr>
          <p:cNvPr id="32" name="Slide Number Placeholder 31">
            <a:extLst>
              <a:ext uri="{FF2B5EF4-FFF2-40B4-BE49-F238E27FC236}">
                <a16:creationId xmlns:a16="http://schemas.microsoft.com/office/drawing/2014/main" id="{7B41625F-EC38-CD54-6A07-CCD690DD39AA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F1488A8B-C121-C846-AEE5-0D98B869D111}" type="slidenum">
              <a:rPr lang="en-US" sz="800" smtClean="0">
                <a:cs typeface="Calibri" panose="020F0502020204030204" pitchFamily="34" charset="0"/>
              </a:rPr>
              <a:pPr/>
              <a:t>‹#›</a:t>
            </a:fld>
            <a:endParaRPr lang="en-US"/>
          </a:p>
        </p:txBody>
      </p:sp>
      <p:sp>
        <p:nvSpPr>
          <p:cNvPr id="2" name="Title 18">
            <a:extLst>
              <a:ext uri="{FF2B5EF4-FFF2-40B4-BE49-F238E27FC236}">
                <a16:creationId xmlns:a16="http://schemas.microsoft.com/office/drawing/2014/main" id="{ADA487BD-8A43-9F60-DE96-4D8D9C9302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99786" y="2255177"/>
            <a:ext cx="2309282" cy="1438516"/>
          </a:xfrm>
        </p:spPr>
        <p:txBody>
          <a:bodyPr>
            <a:normAutofit/>
          </a:bodyPr>
          <a:lstStyle>
            <a:lvl1pPr algn="ctr">
              <a:defRPr sz="44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3184174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</p:bldLst>
  </p:timing>
  <p:extLst>
    <p:ext uri="{DCECCB84-F9BA-43D5-87BE-67443E8EF086}">
      <p15:sldGuideLst xmlns:p15="http://schemas.microsoft.com/office/powerpoint/2012/main">
        <p15:guide id="1" orient="horz" pos="3761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5">
            <a:extLst>
              <a:ext uri="{FF2B5EF4-FFF2-40B4-BE49-F238E27FC236}">
                <a16:creationId xmlns:a16="http://schemas.microsoft.com/office/drawing/2014/main" id="{C59A5C28-7850-1E8C-577D-00900CEC7CC8}"/>
              </a:ext>
            </a:extLst>
          </p:cNvPr>
          <p:cNvSpPr/>
          <p:nvPr userDrawn="1"/>
        </p:nvSpPr>
        <p:spPr>
          <a:xfrm>
            <a:off x="0" y="1882388"/>
            <a:ext cx="1270032" cy="3093224"/>
          </a:xfrm>
          <a:custGeom>
            <a:avLst/>
            <a:gdLst/>
            <a:ahLst/>
            <a:cxnLst/>
            <a:rect l="l" t="t" r="r" b="b"/>
            <a:pathLst>
              <a:path w="2094230" h="5100955">
                <a:moveTo>
                  <a:pt x="10219" y="0"/>
                </a:moveTo>
                <a:lnTo>
                  <a:pt x="0" y="0"/>
                </a:lnTo>
                <a:lnTo>
                  <a:pt x="0" y="5100431"/>
                </a:lnTo>
                <a:lnTo>
                  <a:pt x="10219" y="5100431"/>
                </a:lnTo>
                <a:lnTo>
                  <a:pt x="2094177" y="2550226"/>
                </a:lnTo>
                <a:lnTo>
                  <a:pt x="10219" y="0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4AB9C16-4955-993B-6061-850BF18B7A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65375" y="1809946"/>
            <a:ext cx="7815264" cy="1942471"/>
          </a:xfrm>
        </p:spPr>
        <p:txBody>
          <a:bodyPr anchor="b">
            <a:normAutofit/>
          </a:bodyPr>
          <a:lstStyle>
            <a:lvl1pPr>
              <a:defRPr sz="4400" b="0" i="0">
                <a:latin typeface="+mj-lt"/>
              </a:defRPr>
            </a:lvl1pPr>
          </a:lstStyle>
          <a:p>
            <a:r>
              <a:rPr lang="en-US"/>
              <a:t>Section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8A44F13-8BC6-6332-C137-533B79B6B4D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65375" y="3752417"/>
            <a:ext cx="7815263" cy="1301750"/>
          </a:xfrm>
        </p:spPr>
        <p:txBody>
          <a:bodyPr/>
          <a:lstStyle>
            <a:lvl1pPr>
              <a:defRPr b="0" i="0">
                <a:latin typeface="Lato Light" panose="020F0302020204030203" pitchFamily="34" charset="77"/>
              </a:defRPr>
            </a:lvl1pPr>
            <a:lvl2pPr marL="0" indent="0">
              <a:buNone/>
              <a:defRPr/>
            </a:lvl2pPr>
            <a:lvl3pPr marL="457188" indent="0">
              <a:buNone/>
              <a:defRPr/>
            </a:lvl3pPr>
            <a:lvl4pPr marL="914377" indent="0">
              <a:buNone/>
              <a:defRPr/>
            </a:lvl4pPr>
            <a:lvl5pPr marL="1373683" indent="0">
              <a:buNone/>
              <a:defRPr/>
            </a:lvl5pPr>
          </a:lstStyle>
          <a:p>
            <a:pPr lvl="0"/>
            <a:r>
              <a:rPr lang="en-US"/>
              <a:t>Section </a:t>
            </a:r>
            <a:r>
              <a:rPr lang="en-US" err="1"/>
              <a:t>subheadline</a:t>
            </a:r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5ADC981E-EFE6-F6B8-28BA-64251D4382F3}"/>
              </a:ext>
            </a:extLst>
          </p:cNvPr>
          <p:cNvPicPr>
            <a:picLocks noChangeAspect="1"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01366" y="6060925"/>
            <a:ext cx="1864565" cy="78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2281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_Teal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>
            <a:extLst>
              <a:ext uri="{FF2B5EF4-FFF2-40B4-BE49-F238E27FC236}">
                <a16:creationId xmlns:a16="http://schemas.microsoft.com/office/drawing/2014/main" id="{61A25D36-82A1-3513-39D3-561E5E281DE4}"/>
              </a:ext>
            </a:extLst>
          </p:cNvPr>
          <p:cNvSpPr/>
          <p:nvPr userDrawn="1"/>
        </p:nvSpPr>
        <p:spPr>
          <a:xfrm>
            <a:off x="0" y="1882388"/>
            <a:ext cx="1270032" cy="3093224"/>
          </a:xfrm>
          <a:custGeom>
            <a:avLst/>
            <a:gdLst/>
            <a:ahLst/>
            <a:cxnLst/>
            <a:rect l="l" t="t" r="r" b="b"/>
            <a:pathLst>
              <a:path w="2094230" h="5100955">
                <a:moveTo>
                  <a:pt x="10219" y="0"/>
                </a:moveTo>
                <a:lnTo>
                  <a:pt x="0" y="0"/>
                </a:lnTo>
                <a:lnTo>
                  <a:pt x="0" y="5100431"/>
                </a:lnTo>
                <a:lnTo>
                  <a:pt x="10219" y="5100431"/>
                </a:lnTo>
                <a:lnTo>
                  <a:pt x="2094177" y="2550226"/>
                </a:lnTo>
                <a:lnTo>
                  <a:pt x="10219" y="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010F963-9D3A-F755-4EE6-9E2EEE03CB3E}"/>
              </a:ext>
            </a:extLst>
          </p:cNvPr>
          <p:cNvPicPr>
            <a:picLocks noChangeAspect="1"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01366" y="6060925"/>
            <a:ext cx="1864565" cy="785200"/>
          </a:xfrm>
          <a:prstGeom prst="rect">
            <a:avLst/>
          </a:prstGeom>
        </p:spPr>
      </p:pic>
      <p:sp>
        <p:nvSpPr>
          <p:cNvPr id="3" name="Title 5">
            <a:extLst>
              <a:ext uri="{FF2B5EF4-FFF2-40B4-BE49-F238E27FC236}">
                <a16:creationId xmlns:a16="http://schemas.microsoft.com/office/drawing/2014/main" id="{9A86DCE2-E712-0008-DAF4-4F1A44A150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65375" y="1809946"/>
            <a:ext cx="7815264" cy="1942471"/>
          </a:xfrm>
        </p:spPr>
        <p:txBody>
          <a:bodyPr anchor="b">
            <a:normAutofit/>
          </a:bodyPr>
          <a:lstStyle>
            <a:lvl1pPr>
              <a:defRPr sz="44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Section Title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E986AA71-9851-86B1-1855-93DD3E4CA2D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65375" y="3752417"/>
            <a:ext cx="7815263" cy="1301750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Lato Light" panose="020F0302020204030203" pitchFamily="34" charset="77"/>
              </a:defRPr>
            </a:lvl1pPr>
            <a:lvl2pPr marL="0" indent="0">
              <a:buNone/>
              <a:defRPr/>
            </a:lvl2pPr>
            <a:lvl3pPr marL="457188" indent="0">
              <a:buNone/>
              <a:defRPr/>
            </a:lvl3pPr>
            <a:lvl4pPr marL="914377" indent="0">
              <a:buNone/>
              <a:defRPr/>
            </a:lvl4pPr>
            <a:lvl5pPr marL="1373683" indent="0">
              <a:buNone/>
              <a:defRPr/>
            </a:lvl5pPr>
          </a:lstStyle>
          <a:p>
            <a:pPr lvl="0"/>
            <a:r>
              <a:rPr lang="en-US"/>
              <a:t>Section </a:t>
            </a:r>
            <a:r>
              <a:rPr lang="en-US" err="1"/>
              <a:t>subheadline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449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_Gree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5">
            <a:extLst>
              <a:ext uri="{FF2B5EF4-FFF2-40B4-BE49-F238E27FC236}">
                <a16:creationId xmlns:a16="http://schemas.microsoft.com/office/drawing/2014/main" id="{93A76510-E4C4-B3A2-AFD1-D8E4D3A7A07A}"/>
              </a:ext>
            </a:extLst>
          </p:cNvPr>
          <p:cNvSpPr/>
          <p:nvPr userDrawn="1"/>
        </p:nvSpPr>
        <p:spPr>
          <a:xfrm>
            <a:off x="0" y="1882388"/>
            <a:ext cx="1270032" cy="3093224"/>
          </a:xfrm>
          <a:custGeom>
            <a:avLst/>
            <a:gdLst/>
            <a:ahLst/>
            <a:cxnLst/>
            <a:rect l="l" t="t" r="r" b="b"/>
            <a:pathLst>
              <a:path w="2094230" h="5100955">
                <a:moveTo>
                  <a:pt x="10219" y="0"/>
                </a:moveTo>
                <a:lnTo>
                  <a:pt x="0" y="0"/>
                </a:lnTo>
                <a:lnTo>
                  <a:pt x="0" y="5100431"/>
                </a:lnTo>
                <a:lnTo>
                  <a:pt x="10219" y="5100431"/>
                </a:lnTo>
                <a:lnTo>
                  <a:pt x="2094177" y="2550226"/>
                </a:lnTo>
                <a:lnTo>
                  <a:pt x="10219" y="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16E20C62-FE03-1CCA-C342-14EEEC741819}"/>
              </a:ext>
            </a:extLst>
          </p:cNvPr>
          <p:cNvPicPr>
            <a:picLocks noChangeAspect="1"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01366" y="6060925"/>
            <a:ext cx="1864565" cy="785200"/>
          </a:xfrm>
          <a:prstGeom prst="rect">
            <a:avLst/>
          </a:prstGeom>
        </p:spPr>
      </p:pic>
      <p:sp>
        <p:nvSpPr>
          <p:cNvPr id="4" name="Title 5">
            <a:extLst>
              <a:ext uri="{FF2B5EF4-FFF2-40B4-BE49-F238E27FC236}">
                <a16:creationId xmlns:a16="http://schemas.microsoft.com/office/drawing/2014/main" id="{5C79A61C-B1B7-655E-C271-9C8D49B462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65375" y="1809946"/>
            <a:ext cx="7815264" cy="1942471"/>
          </a:xfrm>
        </p:spPr>
        <p:txBody>
          <a:bodyPr anchor="b">
            <a:normAutofit/>
          </a:bodyPr>
          <a:lstStyle>
            <a:lvl1pPr>
              <a:defRPr sz="44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Section Title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6394E98A-91A5-D075-5946-39FFC9415A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65375" y="3752417"/>
            <a:ext cx="7815263" cy="1301750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Lato Light" panose="020F0302020204030203" pitchFamily="34" charset="77"/>
              </a:defRPr>
            </a:lvl1pPr>
            <a:lvl2pPr marL="0" indent="0">
              <a:buNone/>
              <a:defRPr/>
            </a:lvl2pPr>
            <a:lvl3pPr marL="457188" indent="0">
              <a:buNone/>
              <a:defRPr/>
            </a:lvl3pPr>
            <a:lvl4pPr marL="914377" indent="0">
              <a:buNone/>
              <a:defRPr/>
            </a:lvl4pPr>
            <a:lvl5pPr marL="1373683" indent="0">
              <a:buNone/>
              <a:defRPr/>
            </a:lvl5pPr>
          </a:lstStyle>
          <a:p>
            <a:pPr lvl="0"/>
            <a:r>
              <a:rPr lang="en-US"/>
              <a:t>Section </a:t>
            </a:r>
            <a:r>
              <a:rPr lang="en-US" err="1"/>
              <a:t>subheadline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143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_Nav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5">
            <a:extLst>
              <a:ext uri="{FF2B5EF4-FFF2-40B4-BE49-F238E27FC236}">
                <a16:creationId xmlns:a16="http://schemas.microsoft.com/office/drawing/2014/main" id="{88F6C612-685F-7BAB-DF11-9B17204710A6}"/>
              </a:ext>
            </a:extLst>
          </p:cNvPr>
          <p:cNvSpPr/>
          <p:nvPr userDrawn="1"/>
        </p:nvSpPr>
        <p:spPr>
          <a:xfrm>
            <a:off x="0" y="1882388"/>
            <a:ext cx="1270032" cy="3093224"/>
          </a:xfrm>
          <a:custGeom>
            <a:avLst/>
            <a:gdLst/>
            <a:ahLst/>
            <a:cxnLst/>
            <a:rect l="l" t="t" r="r" b="b"/>
            <a:pathLst>
              <a:path w="2094230" h="5100955">
                <a:moveTo>
                  <a:pt x="10219" y="0"/>
                </a:moveTo>
                <a:lnTo>
                  <a:pt x="0" y="0"/>
                </a:lnTo>
                <a:lnTo>
                  <a:pt x="0" y="5100431"/>
                </a:lnTo>
                <a:lnTo>
                  <a:pt x="10219" y="5100431"/>
                </a:lnTo>
                <a:lnTo>
                  <a:pt x="2094177" y="2550226"/>
                </a:lnTo>
                <a:lnTo>
                  <a:pt x="10219" y="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5A958869-58F7-617B-92C5-6419227BFF38}"/>
              </a:ext>
            </a:extLst>
          </p:cNvPr>
          <p:cNvPicPr>
            <a:picLocks noChangeAspect="1"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01366" y="6060925"/>
            <a:ext cx="1864565" cy="785200"/>
          </a:xfrm>
          <a:prstGeom prst="rect">
            <a:avLst/>
          </a:prstGeom>
        </p:spPr>
      </p:pic>
      <p:sp>
        <p:nvSpPr>
          <p:cNvPr id="4" name="Title 5">
            <a:extLst>
              <a:ext uri="{FF2B5EF4-FFF2-40B4-BE49-F238E27FC236}">
                <a16:creationId xmlns:a16="http://schemas.microsoft.com/office/drawing/2014/main" id="{83FD9E1A-9EEA-310E-0633-00BB86E68A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65375" y="1809946"/>
            <a:ext cx="7815264" cy="1942471"/>
          </a:xfrm>
        </p:spPr>
        <p:txBody>
          <a:bodyPr anchor="b">
            <a:normAutofit/>
          </a:bodyPr>
          <a:lstStyle>
            <a:lvl1pPr>
              <a:defRPr sz="44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Section Title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1F8BE06D-C0EF-E7DF-5CB0-9929A989FC8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65375" y="3752417"/>
            <a:ext cx="7815263" cy="1301750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Lato Light" panose="020F0302020204030203" pitchFamily="34" charset="77"/>
              </a:defRPr>
            </a:lvl1pPr>
            <a:lvl2pPr marL="0" indent="0">
              <a:buNone/>
              <a:defRPr/>
            </a:lvl2pPr>
            <a:lvl3pPr marL="457188" indent="0">
              <a:buNone/>
              <a:defRPr/>
            </a:lvl3pPr>
            <a:lvl4pPr marL="914377" indent="0">
              <a:buNone/>
              <a:defRPr/>
            </a:lvl4pPr>
            <a:lvl5pPr marL="1373683" indent="0">
              <a:buNone/>
              <a:defRPr/>
            </a:lvl5pPr>
          </a:lstStyle>
          <a:p>
            <a:pPr lvl="0"/>
            <a:r>
              <a:rPr lang="en-US"/>
              <a:t>Section </a:t>
            </a:r>
            <a:r>
              <a:rPr lang="en-US" err="1"/>
              <a:t>subheadline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399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_Sky_Blu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5">
            <a:extLst>
              <a:ext uri="{FF2B5EF4-FFF2-40B4-BE49-F238E27FC236}">
                <a16:creationId xmlns:a16="http://schemas.microsoft.com/office/drawing/2014/main" id="{C59A5C28-7850-1E8C-577D-00900CEC7CC8}"/>
              </a:ext>
            </a:extLst>
          </p:cNvPr>
          <p:cNvSpPr/>
          <p:nvPr userDrawn="1"/>
        </p:nvSpPr>
        <p:spPr>
          <a:xfrm rot="16200000">
            <a:off x="5461030" y="4676309"/>
            <a:ext cx="1269943" cy="3093441"/>
          </a:xfrm>
          <a:custGeom>
            <a:avLst/>
            <a:gdLst/>
            <a:ahLst/>
            <a:cxnLst/>
            <a:rect l="l" t="t" r="r" b="b"/>
            <a:pathLst>
              <a:path w="2094230" h="5100955">
                <a:moveTo>
                  <a:pt x="10219" y="0"/>
                </a:moveTo>
                <a:lnTo>
                  <a:pt x="0" y="0"/>
                </a:lnTo>
                <a:lnTo>
                  <a:pt x="0" y="5100431"/>
                </a:lnTo>
                <a:lnTo>
                  <a:pt x="10219" y="5100431"/>
                </a:lnTo>
                <a:lnTo>
                  <a:pt x="2094177" y="2550226"/>
                </a:lnTo>
                <a:lnTo>
                  <a:pt x="10219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1154A270-3732-E89A-7CD9-224BEC38550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532968" y="3865848"/>
            <a:ext cx="7134123" cy="1055053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lnSpc>
                <a:spcPts val="3639"/>
              </a:lnSpc>
              <a:defRPr sz="3200" b="0" i="0" spc="-91">
                <a:solidFill>
                  <a:schemeClr val="accent2"/>
                </a:solidFill>
                <a:latin typeface="Lato" panose="020F0502020204030203" pitchFamily="34" charset="77"/>
                <a:ea typeface="Lato" panose="020F0502020204030203" pitchFamily="34" charset="77"/>
                <a:cs typeface="Lato" panose="020F0502020204030203" pitchFamily="34" charset="77"/>
              </a:defRPr>
            </a:lvl1pPr>
          </a:lstStyle>
          <a:p>
            <a:r>
              <a:rPr lang="en-US"/>
              <a:t>Section </a:t>
            </a:r>
            <a:r>
              <a:rPr lang="en-US" err="1"/>
              <a:t>subheadline</a:t>
            </a:r>
            <a:r>
              <a:rPr lang="en-US"/>
              <a:t> with </a:t>
            </a:r>
            <a:r>
              <a:rPr lang="en-US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word emphasis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A0D82F8E-50CA-B8C0-68C8-63E1558A5B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32968" y="2206707"/>
            <a:ext cx="7134123" cy="1325563"/>
          </a:xfrm>
        </p:spPr>
        <p:txBody>
          <a:bodyPr anchor="b">
            <a:noAutofit/>
          </a:bodyPr>
          <a:lstStyle>
            <a:lvl1pPr algn="ctr">
              <a:defRPr sz="4400"/>
            </a:lvl1pPr>
          </a:lstStyle>
          <a:p>
            <a:r>
              <a:rPr lang="en-US"/>
              <a:t>Section Title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A13527F9-D12D-68B7-AA9D-C08AA44734C1}"/>
              </a:ext>
            </a:extLst>
          </p:cNvPr>
          <p:cNvPicPr>
            <a:picLocks noChangeAspect="1"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01366" y="6060925"/>
            <a:ext cx="1864565" cy="78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7023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_Teal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5">
            <a:extLst>
              <a:ext uri="{FF2B5EF4-FFF2-40B4-BE49-F238E27FC236}">
                <a16:creationId xmlns:a16="http://schemas.microsoft.com/office/drawing/2014/main" id="{C59A5C28-7850-1E8C-577D-00900CEC7CC8}"/>
              </a:ext>
            </a:extLst>
          </p:cNvPr>
          <p:cNvSpPr/>
          <p:nvPr userDrawn="1"/>
        </p:nvSpPr>
        <p:spPr>
          <a:xfrm rot="16200000">
            <a:off x="5461030" y="4676309"/>
            <a:ext cx="1269943" cy="3093441"/>
          </a:xfrm>
          <a:custGeom>
            <a:avLst/>
            <a:gdLst/>
            <a:ahLst/>
            <a:cxnLst/>
            <a:rect l="l" t="t" r="r" b="b"/>
            <a:pathLst>
              <a:path w="2094230" h="5100955">
                <a:moveTo>
                  <a:pt x="10219" y="0"/>
                </a:moveTo>
                <a:lnTo>
                  <a:pt x="0" y="0"/>
                </a:lnTo>
                <a:lnTo>
                  <a:pt x="0" y="5100431"/>
                </a:lnTo>
                <a:lnTo>
                  <a:pt x="10219" y="5100431"/>
                </a:lnTo>
                <a:lnTo>
                  <a:pt x="2094177" y="2550226"/>
                </a:lnTo>
                <a:lnTo>
                  <a:pt x="10219" y="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33FD07D0-FF83-C057-CBD3-6CA52AA3439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532968" y="3865848"/>
            <a:ext cx="7134123" cy="1055053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lnSpc>
                <a:spcPts val="3639"/>
              </a:lnSpc>
              <a:defRPr sz="3200" b="0" i="0" spc="-91">
                <a:solidFill>
                  <a:schemeClr val="accent4"/>
                </a:solidFill>
                <a:latin typeface="Lato" panose="020F0502020204030203" pitchFamily="34" charset="77"/>
                <a:ea typeface="Lato" panose="020F0502020204030203" pitchFamily="34" charset="77"/>
                <a:cs typeface="Lato" panose="020F0502020204030203" pitchFamily="34" charset="77"/>
              </a:defRPr>
            </a:lvl1pPr>
          </a:lstStyle>
          <a:p>
            <a:r>
              <a:rPr lang="en-US"/>
              <a:t>Section </a:t>
            </a:r>
            <a:r>
              <a:rPr lang="en-US" err="1"/>
              <a:t>subheadline</a:t>
            </a:r>
            <a:r>
              <a:rPr lang="en-US"/>
              <a:t> with </a:t>
            </a:r>
            <a:r>
              <a:rPr lang="en-US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word emphasis</a:t>
            </a:r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53263801-22AC-0677-A93B-D1D6043B34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32968" y="2206707"/>
            <a:ext cx="7134123" cy="1325563"/>
          </a:xfrm>
        </p:spPr>
        <p:txBody>
          <a:bodyPr anchor="b">
            <a:noAutofit/>
          </a:bodyPr>
          <a:lstStyle>
            <a:lvl1pPr algn="ctr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Section Title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5E4F95E7-D27F-272C-B0FA-C7718C19A0D7}"/>
              </a:ext>
            </a:extLst>
          </p:cNvPr>
          <p:cNvPicPr>
            <a:picLocks noChangeAspect="1"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01366" y="6060925"/>
            <a:ext cx="1864565" cy="78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2375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_Gree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5">
            <a:extLst>
              <a:ext uri="{FF2B5EF4-FFF2-40B4-BE49-F238E27FC236}">
                <a16:creationId xmlns:a16="http://schemas.microsoft.com/office/drawing/2014/main" id="{C59A5C28-7850-1E8C-577D-00900CEC7CC8}"/>
              </a:ext>
            </a:extLst>
          </p:cNvPr>
          <p:cNvSpPr/>
          <p:nvPr userDrawn="1"/>
        </p:nvSpPr>
        <p:spPr>
          <a:xfrm rot="16200000">
            <a:off x="5461030" y="4676309"/>
            <a:ext cx="1269943" cy="3093441"/>
          </a:xfrm>
          <a:custGeom>
            <a:avLst/>
            <a:gdLst/>
            <a:ahLst/>
            <a:cxnLst/>
            <a:rect l="l" t="t" r="r" b="b"/>
            <a:pathLst>
              <a:path w="2094230" h="5100955">
                <a:moveTo>
                  <a:pt x="10219" y="0"/>
                </a:moveTo>
                <a:lnTo>
                  <a:pt x="0" y="0"/>
                </a:lnTo>
                <a:lnTo>
                  <a:pt x="0" y="5100431"/>
                </a:lnTo>
                <a:lnTo>
                  <a:pt x="10219" y="5100431"/>
                </a:lnTo>
                <a:lnTo>
                  <a:pt x="2094177" y="2550226"/>
                </a:lnTo>
                <a:lnTo>
                  <a:pt x="10219" y="0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ACC8A715-EDD7-68E7-4C90-B6A33BF466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532968" y="3865848"/>
            <a:ext cx="7134123" cy="1055053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lnSpc>
                <a:spcPts val="3639"/>
              </a:lnSpc>
              <a:defRPr sz="3200" b="0" i="0" spc="-91">
                <a:solidFill>
                  <a:schemeClr val="accent1">
                    <a:lumMod val="20000"/>
                    <a:lumOff val="80000"/>
                  </a:schemeClr>
                </a:solidFill>
                <a:latin typeface="Lato" panose="020F0502020204030203" pitchFamily="34" charset="77"/>
                <a:ea typeface="Lato" panose="020F0502020204030203" pitchFamily="34" charset="77"/>
                <a:cs typeface="Lato" panose="020F0502020204030203" pitchFamily="34" charset="77"/>
              </a:defRPr>
            </a:lvl1pPr>
          </a:lstStyle>
          <a:p>
            <a:r>
              <a:rPr lang="en-US"/>
              <a:t>Section </a:t>
            </a:r>
            <a:r>
              <a:rPr lang="en-US" err="1"/>
              <a:t>subheadline</a:t>
            </a:r>
            <a:r>
              <a:rPr lang="en-US"/>
              <a:t> with </a:t>
            </a:r>
            <a:r>
              <a:rPr lang="en-US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word emphasis</a:t>
            </a:r>
          </a:p>
        </p:txBody>
      </p:sp>
      <p:sp>
        <p:nvSpPr>
          <p:cNvPr id="16" name="Title 8">
            <a:extLst>
              <a:ext uri="{FF2B5EF4-FFF2-40B4-BE49-F238E27FC236}">
                <a16:creationId xmlns:a16="http://schemas.microsoft.com/office/drawing/2014/main" id="{9C175604-5B32-6BB9-72BB-8DBF559A8B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32968" y="2206707"/>
            <a:ext cx="7134123" cy="1325563"/>
          </a:xfrm>
        </p:spPr>
        <p:txBody>
          <a:bodyPr anchor="b">
            <a:noAutofit/>
          </a:bodyPr>
          <a:lstStyle>
            <a:lvl1pPr algn="ctr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Section Title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BC8E4DFE-4A75-826D-9FDC-DF0EB4279649}"/>
              </a:ext>
            </a:extLst>
          </p:cNvPr>
          <p:cNvPicPr>
            <a:picLocks noChangeAspect="1"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01366" y="6060925"/>
            <a:ext cx="1864565" cy="78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42833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_Nav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5">
            <a:extLst>
              <a:ext uri="{FF2B5EF4-FFF2-40B4-BE49-F238E27FC236}">
                <a16:creationId xmlns:a16="http://schemas.microsoft.com/office/drawing/2014/main" id="{C59A5C28-7850-1E8C-577D-00900CEC7CC8}"/>
              </a:ext>
            </a:extLst>
          </p:cNvPr>
          <p:cNvSpPr/>
          <p:nvPr userDrawn="1"/>
        </p:nvSpPr>
        <p:spPr>
          <a:xfrm rot="16200000">
            <a:off x="5461030" y="4676309"/>
            <a:ext cx="1269943" cy="3093441"/>
          </a:xfrm>
          <a:custGeom>
            <a:avLst/>
            <a:gdLst/>
            <a:ahLst/>
            <a:cxnLst/>
            <a:rect l="l" t="t" r="r" b="b"/>
            <a:pathLst>
              <a:path w="2094230" h="5100955">
                <a:moveTo>
                  <a:pt x="10219" y="0"/>
                </a:moveTo>
                <a:lnTo>
                  <a:pt x="0" y="0"/>
                </a:lnTo>
                <a:lnTo>
                  <a:pt x="0" y="5100431"/>
                </a:lnTo>
                <a:lnTo>
                  <a:pt x="10219" y="5100431"/>
                </a:lnTo>
                <a:lnTo>
                  <a:pt x="2094177" y="2550226"/>
                </a:lnTo>
                <a:lnTo>
                  <a:pt x="10219" y="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E196CAC8-FF5C-0FDA-7417-964179D115E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532968" y="3865848"/>
            <a:ext cx="7134123" cy="1055053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lnSpc>
                <a:spcPts val="3639"/>
              </a:lnSpc>
              <a:defRPr sz="3200" b="0" i="0" spc="-91">
                <a:solidFill>
                  <a:schemeClr val="accent2">
                    <a:lumMod val="10000"/>
                    <a:lumOff val="90000"/>
                  </a:schemeClr>
                </a:solidFill>
                <a:latin typeface="Lato" panose="020F0502020204030203" pitchFamily="34" charset="77"/>
                <a:ea typeface="Lato" panose="020F0502020204030203" pitchFamily="34" charset="77"/>
                <a:cs typeface="Lato" panose="020F0502020204030203" pitchFamily="34" charset="77"/>
              </a:defRPr>
            </a:lvl1pPr>
          </a:lstStyle>
          <a:p>
            <a:r>
              <a:rPr lang="en-US"/>
              <a:t>Section </a:t>
            </a:r>
            <a:r>
              <a:rPr lang="en-US" err="1"/>
              <a:t>subheadline</a:t>
            </a:r>
            <a:r>
              <a:rPr lang="en-US"/>
              <a:t> with </a:t>
            </a:r>
            <a:r>
              <a:rPr lang="en-US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word emphasis</a:t>
            </a:r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F1D9164F-E415-3496-49A3-2748DDFBDB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32968" y="2206707"/>
            <a:ext cx="7134123" cy="1325563"/>
          </a:xfrm>
        </p:spPr>
        <p:txBody>
          <a:bodyPr anchor="b">
            <a:noAutofit/>
          </a:bodyPr>
          <a:lstStyle>
            <a:lvl1pPr algn="ctr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Section Title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B12C9D5-708A-954B-90B2-F649696415CF}"/>
              </a:ext>
            </a:extLst>
          </p:cNvPr>
          <p:cNvPicPr>
            <a:picLocks noChangeAspect="1"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01366" y="6060925"/>
            <a:ext cx="1864565" cy="78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1124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2">
            <a:extLst>
              <a:ext uri="{FF2B5EF4-FFF2-40B4-BE49-F238E27FC236}">
                <a16:creationId xmlns:a16="http://schemas.microsoft.com/office/drawing/2014/main" id="{C1249085-05DA-DDCB-6C52-A182DE5C7B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8724" y="365125"/>
            <a:ext cx="11274552" cy="1325563"/>
          </a:xfrm>
        </p:spPr>
        <p:txBody>
          <a:bodyPr/>
          <a:lstStyle>
            <a:lvl1pPr>
              <a:defRPr b="0" i="0">
                <a:latin typeface="+mj-lt"/>
              </a:defRPr>
            </a:lvl1pPr>
          </a:lstStyle>
          <a:p>
            <a:r>
              <a:rPr lang="en-US"/>
              <a:t>Create your headline with </a:t>
            </a:r>
            <a:r>
              <a:rPr lang="en-US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word emphasis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DCA9EC9E-8529-059D-2EFA-3A18FE02302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3610" y="365124"/>
            <a:ext cx="5545319" cy="206963"/>
          </a:xfrm>
          <a:prstGeom prst="rect">
            <a:avLst/>
          </a:prstGeom>
        </p:spPr>
        <p:txBody>
          <a:bodyPr/>
          <a:lstStyle>
            <a:lvl1pPr>
              <a:defRPr sz="971" b="0" i="0" cap="all" spc="364" baseline="0">
                <a:solidFill>
                  <a:schemeClr val="tx2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GB"/>
              <a:t>EYEBROW TITLE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E623019F-4955-9795-F992-F991A01DB73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3610" y="1828800"/>
            <a:ext cx="9746192" cy="387003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122238" indent="0">
              <a:lnSpc>
                <a:spcPct val="100000"/>
              </a:lnSpc>
              <a:spcBef>
                <a:spcPts val="500"/>
              </a:spcBef>
              <a:spcAft>
                <a:spcPts val="909"/>
              </a:spcAft>
              <a:buClr>
                <a:schemeClr val="accent6"/>
              </a:buClr>
              <a:tabLst/>
              <a:defRPr sz="2000" b="0" i="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2pPr marL="460375" indent="-338138">
              <a:lnSpc>
                <a:spcPct val="100000"/>
              </a:lnSpc>
              <a:spcBef>
                <a:spcPts val="500"/>
              </a:spcBef>
              <a:spcAft>
                <a:spcPts val="607"/>
              </a:spcAft>
              <a:buClr>
                <a:schemeClr val="tx2"/>
              </a:buClr>
              <a:buSzPct val="110000"/>
              <a:buFont typeface="Wingdings" pitchFamily="2" charset="2"/>
              <a:buChar char="§"/>
              <a:tabLst/>
              <a:defRPr sz="2000" b="0" i="0">
                <a:solidFill>
                  <a:schemeClr val="tx1"/>
                </a:solidFill>
                <a:latin typeface="+mn-lt"/>
                <a:ea typeface="Lato" panose="020F0502020204030203" pitchFamily="34" charset="77"/>
                <a:cs typeface="Lato" panose="020F0502020204030203" pitchFamily="34" charset="77"/>
              </a:defRPr>
            </a:lvl2pPr>
            <a:lvl3pPr marL="808038" indent="-347663">
              <a:lnSpc>
                <a:spcPct val="100000"/>
              </a:lnSpc>
              <a:spcBef>
                <a:spcPts val="500"/>
              </a:spcBef>
              <a:spcAft>
                <a:spcPts val="303"/>
              </a:spcAft>
              <a:buClr>
                <a:schemeClr val="tx2"/>
              </a:buClr>
              <a:buFont typeface="System Font Regular"/>
              <a:buChar char="⁃"/>
              <a:tabLst/>
              <a:defRPr sz="2000" b="0" i="0">
                <a:solidFill>
                  <a:schemeClr val="tx1"/>
                </a:solidFill>
                <a:latin typeface="+mn-lt"/>
                <a:ea typeface="Lato" panose="020F0502020204030203" pitchFamily="34" charset="77"/>
                <a:cs typeface="Lato" panose="020F0502020204030203" pitchFamily="34" charset="77"/>
              </a:defRPr>
            </a:lvl3pPr>
            <a:lvl4pPr marL="1600085" indent="-228584">
              <a:lnSpc>
                <a:spcPct val="130000"/>
              </a:lnSpc>
              <a:buClr>
                <a:schemeClr val="accent6"/>
              </a:buClr>
              <a:buFont typeface="System Font Regular"/>
              <a:buChar char="-"/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30000"/>
              </a:lnSpc>
              <a:buClr>
                <a:schemeClr val="accent6"/>
              </a:buClr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/>
              <a:t>First Level.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</a:t>
            </a:r>
          </a:p>
          <a:p>
            <a:pPr lvl="1"/>
            <a:r>
              <a:rPr lang="en-US"/>
              <a:t>Second level – indent to go to this style. </a:t>
            </a:r>
          </a:p>
          <a:p>
            <a:pPr lvl="2"/>
            <a:r>
              <a:rPr lang="en-US"/>
              <a:t>Third level – indent again to go to this style</a:t>
            </a:r>
          </a:p>
        </p:txBody>
      </p:sp>
      <p:sp>
        <p:nvSpPr>
          <p:cNvPr id="43" name="Date Placeholder 42">
            <a:extLst>
              <a:ext uri="{FF2B5EF4-FFF2-40B4-BE49-F238E27FC236}">
                <a16:creationId xmlns:a16="http://schemas.microsoft.com/office/drawing/2014/main" id="{9875DBB5-A7ED-D5CA-2D52-4CEEFCDDBE1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4" name="Footer Placeholder 43">
            <a:extLst>
              <a:ext uri="{FF2B5EF4-FFF2-40B4-BE49-F238E27FC236}">
                <a16:creationId xmlns:a16="http://schemas.microsoft.com/office/drawing/2014/main" id="{1E548EB7-0211-CAAE-EFF3-EA43CEC6AE6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Copyright © 2026 Kinaxis. All Rights Reserved. Access limited to internal use only.</a:t>
            </a:r>
          </a:p>
        </p:txBody>
      </p:sp>
      <p:sp>
        <p:nvSpPr>
          <p:cNvPr id="45" name="Slide Number Placeholder 44">
            <a:extLst>
              <a:ext uri="{FF2B5EF4-FFF2-40B4-BE49-F238E27FC236}">
                <a16:creationId xmlns:a16="http://schemas.microsoft.com/office/drawing/2014/main" id="{CD38FBAA-6D00-FB68-68BF-6F4956EB7E7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1488A8B-C121-C846-AEE5-0D98B869D111}" type="slidenum">
              <a:rPr lang="en-US" sz="800" smtClean="0">
                <a:cs typeface="Calibri" panose="020F0502020204030204" pitchFamily="34" charset="0"/>
              </a:rPr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24418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379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_with_headline_ba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419EE4E-AF40-EBE0-6AA9-61D3C5AF759E}"/>
              </a:ext>
            </a:extLst>
          </p:cNvPr>
          <p:cNvSpPr/>
          <p:nvPr userDrawn="1"/>
        </p:nvSpPr>
        <p:spPr>
          <a:xfrm>
            <a:off x="0" y="0"/>
            <a:ext cx="12192968" cy="169068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Lato" panose="020F0502020204030203" pitchFamily="34" charset="77"/>
            </a:endParaRPr>
          </a:p>
        </p:txBody>
      </p:sp>
      <p:sp>
        <p:nvSpPr>
          <p:cNvPr id="10" name="Title 12">
            <a:extLst>
              <a:ext uri="{FF2B5EF4-FFF2-40B4-BE49-F238E27FC236}">
                <a16:creationId xmlns:a16="http://schemas.microsoft.com/office/drawing/2014/main" id="{AF9411CD-0ED0-73E1-5E21-4A35EC12A0A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8724" y="365125"/>
            <a:ext cx="11274552" cy="1325563"/>
          </a:xfrm>
        </p:spPr>
        <p:txBody>
          <a:bodyPr/>
          <a:lstStyle>
            <a:lvl1pPr>
              <a:defRPr b="0" i="0">
                <a:latin typeface="+mj-lt"/>
              </a:defRPr>
            </a:lvl1pPr>
          </a:lstStyle>
          <a:p>
            <a:r>
              <a:rPr lang="en-US"/>
              <a:t>Create your headline with </a:t>
            </a:r>
            <a:r>
              <a:rPr lang="en-US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word emphasis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10931E16-36DF-D539-411B-9EE70ACA488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3610" y="365124"/>
            <a:ext cx="5545319" cy="206963"/>
          </a:xfrm>
          <a:prstGeom prst="rect">
            <a:avLst/>
          </a:prstGeom>
        </p:spPr>
        <p:txBody>
          <a:bodyPr/>
          <a:lstStyle>
            <a:lvl1pPr>
              <a:defRPr sz="971" b="0" i="0" cap="all" spc="364" baseline="0">
                <a:solidFill>
                  <a:schemeClr val="tx2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GB"/>
              <a:t>EYEBROW TITLE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8AB871B5-DD74-EF75-8C20-C0305C0CEB4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3610" y="2055811"/>
            <a:ext cx="9746192" cy="3643028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122238" indent="0">
              <a:lnSpc>
                <a:spcPct val="100000"/>
              </a:lnSpc>
              <a:spcBef>
                <a:spcPts val="500"/>
              </a:spcBef>
              <a:spcAft>
                <a:spcPts val="909"/>
              </a:spcAft>
              <a:buClr>
                <a:schemeClr val="accent6"/>
              </a:buClr>
              <a:tabLst/>
              <a:defRPr sz="2000" b="0" i="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2pPr marL="460375" indent="-338138">
              <a:lnSpc>
                <a:spcPct val="100000"/>
              </a:lnSpc>
              <a:spcBef>
                <a:spcPts val="500"/>
              </a:spcBef>
              <a:spcAft>
                <a:spcPts val="607"/>
              </a:spcAft>
              <a:buClr>
                <a:schemeClr val="tx2"/>
              </a:buClr>
              <a:buSzPct val="110000"/>
              <a:buFont typeface="Wingdings" pitchFamily="2" charset="2"/>
              <a:buChar char="§"/>
              <a:tabLst/>
              <a:defRPr sz="2000" b="0" i="0">
                <a:solidFill>
                  <a:schemeClr val="tx1"/>
                </a:solidFill>
                <a:latin typeface="+mn-lt"/>
                <a:ea typeface="Lato" panose="020F0502020204030203" pitchFamily="34" charset="77"/>
                <a:cs typeface="Lato" panose="020F0502020204030203" pitchFamily="34" charset="77"/>
              </a:defRPr>
            </a:lvl2pPr>
            <a:lvl3pPr marL="808038" indent="-347663">
              <a:lnSpc>
                <a:spcPct val="100000"/>
              </a:lnSpc>
              <a:spcBef>
                <a:spcPts val="500"/>
              </a:spcBef>
              <a:spcAft>
                <a:spcPts val="303"/>
              </a:spcAft>
              <a:buClr>
                <a:schemeClr val="tx2"/>
              </a:buClr>
              <a:buFont typeface="System Font Regular"/>
              <a:buChar char="⁃"/>
              <a:tabLst/>
              <a:defRPr sz="2000" b="0" i="0">
                <a:solidFill>
                  <a:schemeClr val="tx1"/>
                </a:solidFill>
                <a:latin typeface="+mn-lt"/>
                <a:ea typeface="Lato" panose="020F0502020204030203" pitchFamily="34" charset="77"/>
                <a:cs typeface="Lato" panose="020F0502020204030203" pitchFamily="34" charset="77"/>
              </a:defRPr>
            </a:lvl3pPr>
            <a:lvl4pPr marL="1600085" indent="-228584">
              <a:lnSpc>
                <a:spcPct val="130000"/>
              </a:lnSpc>
              <a:buClr>
                <a:schemeClr val="accent6"/>
              </a:buClr>
              <a:buFont typeface="System Font Regular"/>
              <a:buChar char="-"/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30000"/>
              </a:lnSpc>
              <a:buClr>
                <a:schemeClr val="accent6"/>
              </a:buClr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/>
              <a:t>First Level.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</a:t>
            </a:r>
          </a:p>
          <a:p>
            <a:pPr lvl="1"/>
            <a:r>
              <a:rPr lang="en-US"/>
              <a:t>Second level – indent to go to this style. </a:t>
            </a:r>
          </a:p>
          <a:p>
            <a:pPr lvl="2"/>
            <a:r>
              <a:rPr lang="en-US"/>
              <a:t>Third level – indent again to go to this style</a:t>
            </a:r>
          </a:p>
        </p:txBody>
      </p:sp>
      <p:sp>
        <p:nvSpPr>
          <p:cNvPr id="32" name="Date Placeholder 31">
            <a:extLst>
              <a:ext uri="{FF2B5EF4-FFF2-40B4-BE49-F238E27FC236}">
                <a16:creationId xmlns:a16="http://schemas.microsoft.com/office/drawing/2014/main" id="{7E4BFAF3-6C41-51F5-B487-7129D90A742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3" name="Footer Placeholder 32">
            <a:extLst>
              <a:ext uri="{FF2B5EF4-FFF2-40B4-BE49-F238E27FC236}">
                <a16:creationId xmlns:a16="http://schemas.microsoft.com/office/drawing/2014/main" id="{414F2916-7335-36D3-F58C-CD5C09C9C19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Copyright © 2026 Kinaxis. All Rights Reserved. Access limited to internal use only.</a:t>
            </a:r>
          </a:p>
        </p:txBody>
      </p:sp>
      <p:sp>
        <p:nvSpPr>
          <p:cNvPr id="34" name="Slide Number Placeholder 33">
            <a:extLst>
              <a:ext uri="{FF2B5EF4-FFF2-40B4-BE49-F238E27FC236}">
                <a16:creationId xmlns:a16="http://schemas.microsoft.com/office/drawing/2014/main" id="{F34F8D49-0C1B-CCB5-A2BB-BB20E94C2BA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1488A8B-C121-C846-AEE5-0D98B869D111}" type="slidenum">
              <a:rPr lang="en-US" sz="800" smtClean="0">
                <a:cs typeface="Calibri" panose="020F0502020204030204" pitchFamily="34" charset="0"/>
              </a:rPr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70544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379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_with_headl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2">
            <a:extLst>
              <a:ext uri="{FF2B5EF4-FFF2-40B4-BE49-F238E27FC236}">
                <a16:creationId xmlns:a16="http://schemas.microsoft.com/office/drawing/2014/main" id="{F61E1661-2FC7-8ABD-308E-A2A7AC60FC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8724" y="365125"/>
            <a:ext cx="11274552" cy="1325563"/>
          </a:xfrm>
        </p:spPr>
        <p:txBody>
          <a:bodyPr/>
          <a:lstStyle>
            <a:lvl1pPr>
              <a:defRPr b="0" i="0">
                <a:latin typeface="+mj-lt"/>
              </a:defRPr>
            </a:lvl1pPr>
          </a:lstStyle>
          <a:p>
            <a:r>
              <a:rPr lang="en-US"/>
              <a:t>Create your headline with </a:t>
            </a:r>
            <a:r>
              <a:rPr lang="en-US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word emphasis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DFB7AED6-D733-6BC1-40FF-E2B279CCF64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3610" y="365124"/>
            <a:ext cx="5545319" cy="206963"/>
          </a:xfrm>
          <a:prstGeom prst="rect">
            <a:avLst/>
          </a:prstGeom>
        </p:spPr>
        <p:txBody>
          <a:bodyPr/>
          <a:lstStyle>
            <a:lvl1pPr>
              <a:defRPr sz="971" b="0" i="0" cap="all" spc="364" baseline="0">
                <a:solidFill>
                  <a:schemeClr val="tx2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GB"/>
              <a:t>EYEBROW TITLE</a:t>
            </a:r>
          </a:p>
        </p:txBody>
      </p:sp>
      <p:sp>
        <p:nvSpPr>
          <p:cNvPr id="27" name="Date Placeholder 26">
            <a:extLst>
              <a:ext uri="{FF2B5EF4-FFF2-40B4-BE49-F238E27FC236}">
                <a16:creationId xmlns:a16="http://schemas.microsoft.com/office/drawing/2014/main" id="{C89CAACB-2972-A05B-D516-3C5998466FB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8" name="Footer Placeholder 27">
            <a:extLst>
              <a:ext uri="{FF2B5EF4-FFF2-40B4-BE49-F238E27FC236}">
                <a16:creationId xmlns:a16="http://schemas.microsoft.com/office/drawing/2014/main" id="{7325546E-416B-6ED2-4CC0-4D4CBA150FD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Copyright © 2026 Kinaxis. All Rights Reserved. Access limited to internal use only.</a:t>
            </a:r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8530E0B5-23C8-3FF3-3713-CA41D8B7FBB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F1488A8B-C121-C846-AEE5-0D98B869D111}" type="slidenum">
              <a:rPr lang="en-US" sz="800" smtClean="0">
                <a:cs typeface="Calibri" panose="020F0502020204030204" pitchFamily="34" charset="0"/>
              </a:rPr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6157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379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_no_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2">
            <a:extLst>
              <a:ext uri="{FF2B5EF4-FFF2-40B4-BE49-F238E27FC236}">
                <a16:creationId xmlns:a16="http://schemas.microsoft.com/office/drawing/2014/main" id="{D5F91961-CBFC-362E-C211-EB088F41E5E3}"/>
              </a:ext>
            </a:extLst>
          </p:cNvPr>
          <p:cNvSpPr/>
          <p:nvPr userDrawn="1"/>
        </p:nvSpPr>
        <p:spPr>
          <a:xfrm>
            <a:off x="-9940" y="1526153"/>
            <a:ext cx="12192000" cy="4546645"/>
          </a:xfrm>
          <a:custGeom>
            <a:avLst/>
            <a:gdLst/>
            <a:ahLst/>
            <a:cxnLst/>
            <a:rect l="l" t="t" r="r" b="b"/>
            <a:pathLst>
              <a:path w="20104100" h="7183120">
                <a:moveTo>
                  <a:pt x="20104099" y="0"/>
                </a:moveTo>
                <a:lnTo>
                  <a:pt x="0" y="0"/>
                </a:lnTo>
                <a:lnTo>
                  <a:pt x="0" y="7183027"/>
                </a:lnTo>
                <a:lnTo>
                  <a:pt x="20104099" y="7183027"/>
                </a:lnTo>
                <a:lnTo>
                  <a:pt x="20104099" y="0"/>
                </a:lnTo>
                <a:close/>
              </a:path>
            </a:pathLst>
          </a:custGeom>
          <a:solidFill>
            <a:srgbClr val="EAF1F1">
              <a:alpha val="50231"/>
            </a:srgbClr>
          </a:solidFill>
        </p:spPr>
        <p:txBody>
          <a:bodyPr wrap="square" lIns="0" tIns="0" rIns="0" bIns="0" rtlCol="0"/>
          <a:lstStyle/>
          <a:p>
            <a:endParaRPr b="0" i="0">
              <a:latin typeface="Lato" panose="020F0502020204030203" pitchFamily="34" charset="77"/>
            </a:endParaRP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0445B795-3B6C-8F86-347B-FF3A2687ADE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3610" y="365124"/>
            <a:ext cx="5545319" cy="206963"/>
          </a:xfrm>
          <a:prstGeom prst="rect">
            <a:avLst/>
          </a:prstGeom>
        </p:spPr>
        <p:txBody>
          <a:bodyPr/>
          <a:lstStyle>
            <a:lvl1pPr>
              <a:defRPr sz="971" b="0" i="0" cap="all" spc="364" baseline="0">
                <a:solidFill>
                  <a:schemeClr val="tx2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GB"/>
              <a:t>EYEBROW TITLE</a:t>
            </a:r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5A9C8A6D-6B59-9477-C064-487B422411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 i="0">
                <a:latin typeface="+mj-lt"/>
              </a:defRPr>
            </a:lvl1pPr>
          </a:lstStyle>
          <a:p>
            <a:r>
              <a:rPr lang="en-US"/>
              <a:t>Create your headline with </a:t>
            </a:r>
            <a:r>
              <a:rPr lang="en-US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word emphasis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782C9C60-0C2D-1DAE-E9C0-6924F5F40A0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3610" y="1908106"/>
            <a:ext cx="11428115" cy="545189"/>
          </a:xfrm>
          <a:prstGeom prst="rect">
            <a:avLst/>
          </a:prstGeom>
        </p:spPr>
        <p:txBody>
          <a:bodyPr anchor="b"/>
          <a:lstStyle>
            <a:lvl1pPr>
              <a:lnSpc>
                <a:spcPct val="90000"/>
              </a:lnSpc>
              <a:defRPr sz="3275" b="0" i="0" spc="-91">
                <a:solidFill>
                  <a:schemeClr val="tx1"/>
                </a:solidFill>
                <a:latin typeface="Lato Light" panose="020F0302020204030203" pitchFamily="34" charset="77"/>
                <a:cs typeface="Calibri Light" panose="020F0302020204030204" pitchFamily="34" charset="0"/>
              </a:defRPr>
            </a:lvl1pPr>
          </a:lstStyle>
          <a:p>
            <a:r>
              <a:rPr lang="en-US"/>
              <a:t>Secondary headline with </a:t>
            </a:r>
            <a:r>
              <a:rPr lang="en-US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word emphasis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266413AD-6B5E-3492-51D8-9AF2BE7CD0F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3610" y="2670713"/>
            <a:ext cx="9746192" cy="302812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122238" indent="0">
              <a:lnSpc>
                <a:spcPct val="100000"/>
              </a:lnSpc>
              <a:spcBef>
                <a:spcPts val="500"/>
              </a:spcBef>
              <a:spcAft>
                <a:spcPts val="909"/>
              </a:spcAft>
              <a:buClr>
                <a:schemeClr val="accent6"/>
              </a:buClr>
              <a:tabLst/>
              <a:defRPr sz="1600" b="0" i="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2pPr marL="460375" indent="-338138">
              <a:lnSpc>
                <a:spcPct val="100000"/>
              </a:lnSpc>
              <a:spcBef>
                <a:spcPts val="500"/>
              </a:spcBef>
              <a:spcAft>
                <a:spcPts val="607"/>
              </a:spcAft>
              <a:buClr>
                <a:schemeClr val="tx2"/>
              </a:buClr>
              <a:buSzPct val="110000"/>
              <a:buFont typeface="Wingdings" pitchFamily="2" charset="2"/>
              <a:buChar char="§"/>
              <a:tabLst/>
              <a:defRPr sz="1600" b="0" i="0">
                <a:solidFill>
                  <a:schemeClr val="tx1"/>
                </a:solidFill>
                <a:latin typeface="+mn-lt"/>
                <a:ea typeface="Lato" panose="020F0502020204030203" pitchFamily="34" charset="77"/>
                <a:cs typeface="Lato" panose="020F0502020204030203" pitchFamily="34" charset="77"/>
              </a:defRPr>
            </a:lvl2pPr>
            <a:lvl3pPr marL="808038" indent="-347663">
              <a:lnSpc>
                <a:spcPct val="100000"/>
              </a:lnSpc>
              <a:spcBef>
                <a:spcPts val="500"/>
              </a:spcBef>
              <a:spcAft>
                <a:spcPts val="303"/>
              </a:spcAft>
              <a:buClr>
                <a:schemeClr val="tx2"/>
              </a:buClr>
              <a:buFont typeface="System Font Regular"/>
              <a:buChar char="⁃"/>
              <a:tabLst/>
              <a:defRPr sz="1600" b="0" i="0">
                <a:solidFill>
                  <a:schemeClr val="tx1"/>
                </a:solidFill>
                <a:latin typeface="+mn-lt"/>
                <a:ea typeface="Lato" panose="020F0502020204030203" pitchFamily="34" charset="77"/>
                <a:cs typeface="Lato" panose="020F0502020204030203" pitchFamily="34" charset="77"/>
              </a:defRPr>
            </a:lvl3pPr>
            <a:lvl4pPr marL="1600085" indent="-228584">
              <a:lnSpc>
                <a:spcPct val="130000"/>
              </a:lnSpc>
              <a:buClr>
                <a:schemeClr val="accent6"/>
              </a:buClr>
              <a:buFont typeface="System Font Regular"/>
              <a:buChar char="-"/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30000"/>
              </a:lnSpc>
              <a:buClr>
                <a:schemeClr val="accent6"/>
              </a:buClr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/>
              <a:t>First Level.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</a:t>
            </a:r>
          </a:p>
          <a:p>
            <a:pPr lvl="1"/>
            <a:r>
              <a:rPr lang="en-US"/>
              <a:t>Second level – indent to go to this style. </a:t>
            </a:r>
          </a:p>
          <a:p>
            <a:pPr lvl="2"/>
            <a:r>
              <a:rPr lang="en-US"/>
              <a:t>Third level – indent again to go to this style</a:t>
            </a:r>
          </a:p>
        </p:txBody>
      </p:sp>
      <p:sp>
        <p:nvSpPr>
          <p:cNvPr id="30" name="Date Placeholder 29">
            <a:extLst>
              <a:ext uri="{FF2B5EF4-FFF2-40B4-BE49-F238E27FC236}">
                <a16:creationId xmlns:a16="http://schemas.microsoft.com/office/drawing/2014/main" id="{AEA1104B-918D-093B-1933-77F094BE5B3C}"/>
              </a:ext>
            </a:extLst>
          </p:cNvPr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1" name="Footer Placeholder 30">
            <a:extLst>
              <a:ext uri="{FF2B5EF4-FFF2-40B4-BE49-F238E27FC236}">
                <a16:creationId xmlns:a16="http://schemas.microsoft.com/office/drawing/2014/main" id="{B9CDB22C-1412-CBC4-3664-8DE1D9071A0C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r>
              <a:rPr lang="en-US"/>
              <a:t>Copyright © 2026 Kinaxis. All Rights Reserved. Access limited to internal use only.</a:t>
            </a:r>
          </a:p>
        </p:txBody>
      </p:sp>
      <p:sp>
        <p:nvSpPr>
          <p:cNvPr id="32" name="Slide Number Placeholder 31">
            <a:extLst>
              <a:ext uri="{FF2B5EF4-FFF2-40B4-BE49-F238E27FC236}">
                <a16:creationId xmlns:a16="http://schemas.microsoft.com/office/drawing/2014/main" id="{92AE93ED-0A94-44D1-1B96-C9ADDF476496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F1488A8B-C121-C846-AEE5-0D98B869D111}" type="slidenum">
              <a:rPr lang="en-US" sz="800" smtClean="0">
                <a:cs typeface="Calibri" panose="020F0502020204030204" pitchFamily="34" charset="0"/>
              </a:rPr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28955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_charts_diagra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86AA1A30-8FDD-97E3-5698-3E68B82C6F74}"/>
              </a:ext>
            </a:extLst>
          </p:cNvPr>
          <p:cNvSpPr/>
          <p:nvPr userDrawn="1"/>
        </p:nvSpPr>
        <p:spPr>
          <a:xfrm>
            <a:off x="-9940" y="1526153"/>
            <a:ext cx="12192000" cy="4546645"/>
          </a:xfrm>
          <a:custGeom>
            <a:avLst/>
            <a:gdLst/>
            <a:ahLst/>
            <a:cxnLst/>
            <a:rect l="l" t="t" r="r" b="b"/>
            <a:pathLst>
              <a:path w="20104100" h="7183120">
                <a:moveTo>
                  <a:pt x="20104099" y="0"/>
                </a:moveTo>
                <a:lnTo>
                  <a:pt x="0" y="0"/>
                </a:lnTo>
                <a:lnTo>
                  <a:pt x="0" y="7183027"/>
                </a:lnTo>
                <a:lnTo>
                  <a:pt x="20104099" y="7183027"/>
                </a:lnTo>
                <a:lnTo>
                  <a:pt x="20104099" y="0"/>
                </a:lnTo>
                <a:close/>
              </a:path>
            </a:pathLst>
          </a:custGeom>
          <a:solidFill>
            <a:srgbClr val="EAF1F1">
              <a:alpha val="50000"/>
            </a:srgbClr>
          </a:solidFill>
        </p:spPr>
        <p:txBody>
          <a:bodyPr wrap="square" lIns="0" tIns="0" rIns="0" bIns="0" rtlCol="0"/>
          <a:lstStyle/>
          <a:p>
            <a:endParaRPr b="0" i="0">
              <a:latin typeface="Lato" panose="020F0502020204030203" pitchFamily="34" charset="77"/>
            </a:endParaRP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69CDD288-F1BF-0F2A-A307-85B149D960C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3610" y="365124"/>
            <a:ext cx="5545319" cy="206963"/>
          </a:xfrm>
          <a:prstGeom prst="rect">
            <a:avLst/>
          </a:prstGeom>
        </p:spPr>
        <p:txBody>
          <a:bodyPr/>
          <a:lstStyle>
            <a:lvl1pPr>
              <a:defRPr sz="971" b="0" i="0" cap="all" spc="364" baseline="0">
                <a:solidFill>
                  <a:schemeClr val="tx2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GB"/>
              <a:t>EYEBROW TITLE</a:t>
            </a:r>
          </a:p>
        </p:txBody>
      </p:sp>
      <p:sp>
        <p:nvSpPr>
          <p:cNvPr id="6" name="Title 13">
            <a:extLst>
              <a:ext uri="{FF2B5EF4-FFF2-40B4-BE49-F238E27FC236}">
                <a16:creationId xmlns:a16="http://schemas.microsoft.com/office/drawing/2014/main" id="{5DF912C4-69EB-B234-248D-901370BB26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8724" y="365125"/>
            <a:ext cx="11274552" cy="1325563"/>
          </a:xfrm>
        </p:spPr>
        <p:txBody>
          <a:bodyPr/>
          <a:lstStyle>
            <a:lvl1pPr>
              <a:defRPr b="0" i="0">
                <a:latin typeface="+mj-lt"/>
              </a:defRPr>
            </a:lvl1pPr>
          </a:lstStyle>
          <a:p>
            <a:r>
              <a:rPr lang="en-US"/>
              <a:t>Create your headline with </a:t>
            </a:r>
            <a:r>
              <a:rPr lang="en-US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word emphasis</a:t>
            </a:r>
          </a:p>
        </p:txBody>
      </p:sp>
      <p:sp>
        <p:nvSpPr>
          <p:cNvPr id="25" name="Date Placeholder 24">
            <a:extLst>
              <a:ext uri="{FF2B5EF4-FFF2-40B4-BE49-F238E27FC236}">
                <a16:creationId xmlns:a16="http://schemas.microsoft.com/office/drawing/2014/main" id="{E72373BD-51DB-A4AF-AE05-66B30345DF0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6" name="Footer Placeholder 25">
            <a:extLst>
              <a:ext uri="{FF2B5EF4-FFF2-40B4-BE49-F238E27FC236}">
                <a16:creationId xmlns:a16="http://schemas.microsoft.com/office/drawing/2014/main" id="{A4973CAB-B428-1E00-971B-E5ACED8E9B8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Copyright © 2026 Kinaxis. All Rights Reserved. Access limited to internal use only.</a:t>
            </a:r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5B43E0D4-BD64-4005-35A1-BE95B3859E0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F1488A8B-C121-C846-AEE5-0D98B869D111}" type="slidenum">
              <a:rPr lang="en-US" sz="800" smtClean="0">
                <a:cs typeface="Calibri" panose="020F0502020204030204" pitchFamily="34" charset="0"/>
              </a:rPr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59452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_Two_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096000" y="1"/>
            <a:ext cx="6096220" cy="6857615"/>
          </a:xfrm>
          <a:custGeom>
            <a:avLst/>
            <a:gdLst/>
            <a:ahLst/>
            <a:cxnLst/>
            <a:rect l="l" t="t" r="r" b="b"/>
            <a:pathLst>
              <a:path w="9869169" h="11308715">
                <a:moveTo>
                  <a:pt x="9868809" y="0"/>
                </a:moveTo>
                <a:lnTo>
                  <a:pt x="0" y="0"/>
                </a:lnTo>
                <a:lnTo>
                  <a:pt x="0" y="11308556"/>
                </a:lnTo>
                <a:lnTo>
                  <a:pt x="9868809" y="11308556"/>
                </a:lnTo>
                <a:lnTo>
                  <a:pt x="9868809" y="0"/>
                </a:lnTo>
                <a:close/>
              </a:path>
            </a:pathLst>
          </a:custGeom>
          <a:solidFill>
            <a:srgbClr val="EA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99E51EF6-697D-0612-1B5B-25B41B998FD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6202" y="2307555"/>
            <a:ext cx="5287692" cy="206963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sz="971" b="0" i="0" cap="all" spc="364" baseline="0">
                <a:solidFill>
                  <a:schemeClr val="tx2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GB"/>
              <a:t>EYEBROW TITLE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6CEAC25-87D9-FF03-6977-8BF0BB8AB3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1043" y="2642212"/>
            <a:ext cx="5287692" cy="1344401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marL="0" indent="0">
              <a:lnSpc>
                <a:spcPct val="80000"/>
              </a:lnSpc>
              <a:tabLst/>
              <a:defRPr sz="4400" b="0" i="0" spc="-91">
                <a:solidFill>
                  <a:schemeClr val="tx1"/>
                </a:solidFill>
                <a:latin typeface="+mj-lt"/>
                <a:cs typeface="Calibri Light" panose="020F0302020204030204" pitchFamily="34" charset="0"/>
              </a:defRPr>
            </a:lvl1pPr>
          </a:lstStyle>
          <a:p>
            <a:r>
              <a:rPr lang="en-US"/>
              <a:t>Create your headline with </a:t>
            </a:r>
            <a:r>
              <a:rPr lang="en-US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word emphasis</a:t>
            </a:r>
            <a:endParaRPr lang="en-US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9591FF2E-07D5-2A13-9D14-CC18D0448DC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558109" y="1912495"/>
            <a:ext cx="5102848" cy="303262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lnSpc>
                <a:spcPct val="100000"/>
              </a:lnSpc>
              <a:spcBef>
                <a:spcPts val="500"/>
              </a:spcBef>
              <a:spcAft>
                <a:spcPts val="909"/>
              </a:spcAft>
              <a:buClr>
                <a:schemeClr val="accent6"/>
              </a:buClr>
              <a:defRPr sz="1600" b="0" i="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2pPr marL="174638" indent="-174638">
              <a:lnSpc>
                <a:spcPct val="100000"/>
              </a:lnSpc>
              <a:spcBef>
                <a:spcPts val="500"/>
              </a:spcBef>
              <a:spcAft>
                <a:spcPts val="607"/>
              </a:spcAft>
              <a:buClr>
                <a:schemeClr val="tx2"/>
              </a:buClr>
              <a:buSzPct val="110000"/>
              <a:buFont typeface="Wingdings" pitchFamily="2" charset="2"/>
              <a:buChar char="§"/>
              <a:defRPr sz="1600" b="0" i="0">
                <a:solidFill>
                  <a:schemeClr val="tx1"/>
                </a:solidFill>
                <a:latin typeface="+mn-lt"/>
                <a:ea typeface="Lato" panose="020F0502020204030203" pitchFamily="34" charset="77"/>
                <a:cs typeface="Lato" panose="020F0502020204030203" pitchFamily="34" charset="77"/>
              </a:defRPr>
            </a:lvl2pPr>
            <a:lvl3pPr marL="349278" indent="-152810">
              <a:lnSpc>
                <a:spcPct val="100000"/>
              </a:lnSpc>
              <a:spcBef>
                <a:spcPts val="500"/>
              </a:spcBef>
              <a:spcAft>
                <a:spcPts val="303"/>
              </a:spcAft>
              <a:buClr>
                <a:schemeClr val="tx2"/>
              </a:buClr>
              <a:buFont typeface="System Font Regular"/>
              <a:buChar char="⁃"/>
              <a:defRPr sz="1600" b="0" i="0">
                <a:solidFill>
                  <a:schemeClr val="tx1"/>
                </a:solidFill>
                <a:latin typeface="+mn-lt"/>
                <a:ea typeface="Lato" panose="020F0502020204030203" pitchFamily="34" charset="77"/>
                <a:cs typeface="Lato" panose="020F0502020204030203" pitchFamily="34" charset="77"/>
              </a:defRPr>
            </a:lvl3pPr>
            <a:lvl4pPr marL="1600085" indent="-228584">
              <a:lnSpc>
                <a:spcPct val="130000"/>
              </a:lnSpc>
              <a:buClr>
                <a:schemeClr val="accent6"/>
              </a:buClr>
              <a:buFont typeface="System Font Regular"/>
              <a:buChar char="-"/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30000"/>
              </a:lnSpc>
              <a:buClr>
                <a:schemeClr val="accent6"/>
              </a:buClr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/>
              <a:t>First Level.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</a:t>
            </a:r>
          </a:p>
          <a:p>
            <a:pPr lvl="1"/>
            <a:r>
              <a:rPr lang="en-US"/>
              <a:t>Second level – indent to go to this style. </a:t>
            </a:r>
          </a:p>
          <a:p>
            <a:pPr lvl="2"/>
            <a:r>
              <a:rPr lang="en-US"/>
              <a:t>Third level – indent again to go to this style</a:t>
            </a:r>
          </a:p>
        </p:txBody>
      </p: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A0D27EE6-D761-437A-C913-CF735E9597AA}"/>
              </a:ext>
            </a:extLst>
          </p:cNvPr>
          <p:cNvSpPr>
            <a:spLocks noGrp="1"/>
          </p:cNvSpPr>
          <p:nvPr>
            <p:ph type="dt" sz="half" idx="3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5CDF2172-D422-113E-26EB-C25950CDE8F9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/>
        <p:txBody>
          <a:bodyPr/>
          <a:lstStyle/>
          <a:p>
            <a:r>
              <a:rPr lang="en-US"/>
              <a:t>Copyright © 2026 Kinaxis. All Rights Reserved. Access limited to internal use only.</a:t>
            </a: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CAA7EF26-ABA4-D443-99EE-DFFA1F8BCE06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F1488A8B-C121-C846-AEE5-0D98B869D111}" type="slidenum">
              <a:rPr lang="en-US" sz="800" smtClean="0">
                <a:cs typeface="Calibri" panose="020F0502020204030204" pitchFamily="34" charset="0"/>
              </a:rPr>
              <a:pPr/>
              <a:t>‹#›</a:t>
            </a:fld>
            <a:endParaRPr lang="en-US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60E7328C-FBDC-02BC-1E2D-AFF78C7DDD9C}"/>
              </a:ext>
            </a:extLst>
          </p:cNvPr>
          <p:cNvCxnSpPr>
            <a:cxnSpLocks/>
          </p:cNvCxnSpPr>
          <p:nvPr userDrawn="1"/>
        </p:nvCxnSpPr>
        <p:spPr>
          <a:xfrm>
            <a:off x="10029677" y="6310311"/>
            <a:ext cx="0" cy="295686"/>
          </a:xfrm>
          <a:prstGeom prst="line">
            <a:avLst/>
          </a:prstGeom>
          <a:ln w="15875">
            <a:solidFill>
              <a:schemeClr val="accent2">
                <a:lumMod val="10000"/>
                <a:lumOff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aphic 2">
            <a:extLst>
              <a:ext uri="{FF2B5EF4-FFF2-40B4-BE49-F238E27FC236}">
                <a16:creationId xmlns:a16="http://schemas.microsoft.com/office/drawing/2014/main" id="{0893773F-6AB3-29F0-A0E2-27C1B3039E1F}"/>
              </a:ext>
            </a:extLst>
          </p:cNvPr>
          <p:cNvPicPr>
            <a:picLocks noChangeAspect="1"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01366" y="6060925"/>
            <a:ext cx="1864565" cy="785200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75F7139-265C-B5E7-6900-BCBACA1E2E4A}"/>
              </a:ext>
            </a:extLst>
          </p:cNvPr>
          <p:cNvCxnSpPr>
            <a:cxnSpLocks/>
          </p:cNvCxnSpPr>
          <p:nvPr userDrawn="1"/>
        </p:nvCxnSpPr>
        <p:spPr>
          <a:xfrm>
            <a:off x="10025951" y="6305223"/>
            <a:ext cx="0" cy="295686"/>
          </a:xfrm>
          <a:prstGeom prst="line">
            <a:avLst/>
          </a:prstGeom>
          <a:ln w="158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_Two_Col_with_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g object 16">
            <a:extLst>
              <a:ext uri="{FF2B5EF4-FFF2-40B4-BE49-F238E27FC236}">
                <a16:creationId xmlns:a16="http://schemas.microsoft.com/office/drawing/2014/main" id="{912897AC-CC70-BE7F-A7D6-01EBBA602959}"/>
              </a:ext>
            </a:extLst>
          </p:cNvPr>
          <p:cNvSpPr/>
          <p:nvPr userDrawn="1"/>
        </p:nvSpPr>
        <p:spPr>
          <a:xfrm>
            <a:off x="6040531" y="386"/>
            <a:ext cx="6151469" cy="6857615"/>
          </a:xfrm>
          <a:custGeom>
            <a:avLst/>
            <a:gdLst/>
            <a:ahLst/>
            <a:cxnLst/>
            <a:rect l="l" t="t" r="r" b="b"/>
            <a:pathLst>
              <a:path w="9869169" h="11308715">
                <a:moveTo>
                  <a:pt x="9868809" y="0"/>
                </a:moveTo>
                <a:lnTo>
                  <a:pt x="0" y="0"/>
                </a:lnTo>
                <a:lnTo>
                  <a:pt x="0" y="11308556"/>
                </a:lnTo>
                <a:lnTo>
                  <a:pt x="9868809" y="11308556"/>
                </a:lnTo>
                <a:lnTo>
                  <a:pt x="9868809" y="0"/>
                </a:lnTo>
                <a:close/>
              </a:path>
            </a:pathLst>
          </a:custGeom>
          <a:solidFill>
            <a:srgbClr val="EAF1F1"/>
          </a:solidFill>
        </p:spPr>
        <p:txBody>
          <a:bodyPr wrap="square" lIns="0" tIns="0" rIns="0" bIns="0" rtlCol="0"/>
          <a:lstStyle/>
          <a:p>
            <a:endParaRPr b="0" i="0">
              <a:latin typeface="Lato" panose="020F0502020204030203" pitchFamily="34" charset="77"/>
            </a:endParaRP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824A1F2C-68E4-3DD9-8B80-133B9FC3F7B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46946" y="0"/>
            <a:ext cx="6151469" cy="68580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1200" b="0" i="0">
                <a:latin typeface="Lato" panose="020F0502020204030203" pitchFamily="34" charset="77"/>
              </a:defRPr>
            </a:lvl1pPr>
          </a:lstStyle>
          <a:p>
            <a:r>
              <a:rPr lang="en-US"/>
              <a:t>Click icon to add photo.</a:t>
            </a:r>
          </a:p>
          <a:p>
            <a:r>
              <a:rPr lang="en-US"/>
              <a:t>Or drag photo into this space.</a:t>
            </a: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4FEB8608-0978-BE6D-1F99-90DBB292950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5354" y="1298889"/>
            <a:ext cx="5328540" cy="206963"/>
          </a:xfrm>
          <a:prstGeom prst="rect">
            <a:avLst/>
          </a:prstGeom>
        </p:spPr>
        <p:txBody>
          <a:bodyPr/>
          <a:lstStyle>
            <a:lvl1pPr>
              <a:defRPr sz="971" b="0" i="0" cap="all" spc="364" baseline="0">
                <a:solidFill>
                  <a:schemeClr val="tx2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GB"/>
              <a:t>EYEBROW TITLE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1495AC4-FF04-FF8A-0C5A-B2F4454544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0195" y="1614691"/>
            <a:ext cx="5243699" cy="1128509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marL="0" indent="0">
              <a:lnSpc>
                <a:spcPct val="80000"/>
              </a:lnSpc>
              <a:tabLst/>
              <a:defRPr sz="4400" b="0" i="0" spc="-91">
                <a:solidFill>
                  <a:schemeClr val="tx1"/>
                </a:solidFill>
                <a:latin typeface="+mj-lt"/>
                <a:cs typeface="Calibri Light" panose="020F0302020204030204" pitchFamily="34" charset="0"/>
              </a:defRPr>
            </a:lvl1pPr>
          </a:lstStyle>
          <a:p>
            <a:r>
              <a:rPr lang="en-US"/>
              <a:t>Create your headline with </a:t>
            </a:r>
            <a:r>
              <a:rPr lang="en-US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word emphasis</a:t>
            </a:r>
            <a:endParaRPr lang="en-US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560FF297-06CE-3C0C-8687-D186DE0D7FB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90195" y="3028208"/>
            <a:ext cx="5243700" cy="2338121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lnSpc>
                <a:spcPct val="100000"/>
              </a:lnSpc>
              <a:spcBef>
                <a:spcPts val="500"/>
              </a:spcBef>
              <a:spcAft>
                <a:spcPts val="909"/>
              </a:spcAft>
              <a:buClr>
                <a:schemeClr val="accent6"/>
              </a:buClr>
              <a:defRPr sz="1600" b="0" i="0">
                <a:solidFill>
                  <a:schemeClr val="tx1"/>
                </a:solidFill>
                <a:latin typeface="Lato" panose="020F0502020204030203" pitchFamily="34" charset="77"/>
                <a:cs typeface="Calibri Light" panose="020F0302020204030204" pitchFamily="34" charset="0"/>
              </a:defRPr>
            </a:lvl1pPr>
            <a:lvl2pPr marL="174638" indent="-174638">
              <a:lnSpc>
                <a:spcPct val="100000"/>
              </a:lnSpc>
              <a:spcBef>
                <a:spcPts val="500"/>
              </a:spcBef>
              <a:spcAft>
                <a:spcPts val="607"/>
              </a:spcAft>
              <a:buClr>
                <a:schemeClr val="tx2"/>
              </a:buClr>
              <a:buSzPct val="110000"/>
              <a:buFont typeface="Wingdings" pitchFamily="2" charset="2"/>
              <a:buChar char="§"/>
              <a:defRPr sz="1600" b="0" i="0">
                <a:solidFill>
                  <a:schemeClr val="tx1"/>
                </a:solidFill>
                <a:latin typeface="Lato" panose="020F0502020204030203" pitchFamily="34" charset="77"/>
                <a:ea typeface="Lato" panose="020F0502020204030203" pitchFamily="34" charset="77"/>
                <a:cs typeface="Lato" panose="020F0502020204030203" pitchFamily="34" charset="77"/>
              </a:defRPr>
            </a:lvl2pPr>
            <a:lvl3pPr marL="349278" indent="-152810">
              <a:lnSpc>
                <a:spcPct val="100000"/>
              </a:lnSpc>
              <a:spcBef>
                <a:spcPts val="500"/>
              </a:spcBef>
              <a:spcAft>
                <a:spcPts val="303"/>
              </a:spcAft>
              <a:buClr>
                <a:schemeClr val="tx2"/>
              </a:buClr>
              <a:buFont typeface="System Font Regular"/>
              <a:buChar char="⁃"/>
              <a:defRPr sz="1600" b="0" i="0">
                <a:solidFill>
                  <a:schemeClr val="tx1"/>
                </a:solidFill>
                <a:latin typeface="Lato" panose="020F0502020204030203" pitchFamily="34" charset="77"/>
                <a:ea typeface="Lato" panose="020F0502020204030203" pitchFamily="34" charset="77"/>
                <a:cs typeface="Lato" panose="020F0502020204030203" pitchFamily="34" charset="77"/>
              </a:defRPr>
            </a:lvl3pPr>
            <a:lvl4pPr marL="1600085" indent="-228584">
              <a:lnSpc>
                <a:spcPct val="130000"/>
              </a:lnSpc>
              <a:buClr>
                <a:schemeClr val="accent6"/>
              </a:buClr>
              <a:buFont typeface="System Font Regular"/>
              <a:buChar char="-"/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30000"/>
              </a:lnSpc>
              <a:buClr>
                <a:schemeClr val="accent6"/>
              </a:buClr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/>
              <a:t>First Level.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</a:t>
            </a:r>
          </a:p>
          <a:p>
            <a:pPr lvl="1"/>
            <a:r>
              <a:rPr lang="en-US"/>
              <a:t>Second level – indent to go to this style. </a:t>
            </a:r>
          </a:p>
          <a:p>
            <a:pPr lvl="2"/>
            <a:r>
              <a:rPr lang="en-US"/>
              <a:t>Third level – indent again to go to this style</a:t>
            </a:r>
          </a:p>
        </p:txBody>
      </p:sp>
      <p:sp>
        <p:nvSpPr>
          <p:cNvPr id="23" name="Date Placeholder 22">
            <a:extLst>
              <a:ext uri="{FF2B5EF4-FFF2-40B4-BE49-F238E27FC236}">
                <a16:creationId xmlns:a16="http://schemas.microsoft.com/office/drawing/2014/main" id="{2D8F33D0-FD29-8640-7127-8A4720C6FF7F}"/>
              </a:ext>
            </a:extLst>
          </p:cNvPr>
          <p:cNvSpPr>
            <a:spLocks noGrp="1"/>
          </p:cNvSpPr>
          <p:nvPr>
            <p:ph type="dt" sz="half" idx="3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4" name="Footer Placeholder 23">
            <a:extLst>
              <a:ext uri="{FF2B5EF4-FFF2-40B4-BE49-F238E27FC236}">
                <a16:creationId xmlns:a16="http://schemas.microsoft.com/office/drawing/2014/main" id="{49E4D43B-762A-7DC8-80EA-C8CB41F5C662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/>
        <p:txBody>
          <a:bodyPr/>
          <a:lstStyle/>
          <a:p>
            <a:r>
              <a:rPr lang="en-US"/>
              <a:t>Copyright © 2026 Kinaxis. All Rights Reserved. Access limited to internal use only.</a:t>
            </a:r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0D93E7F9-2B0C-DA71-6FEE-0F1B39BEAD27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F1488A8B-C121-C846-AEE5-0D98B869D111}" type="slidenum">
              <a:rPr lang="en-US" sz="800" smtClean="0">
                <a:cs typeface="Calibri" panose="020F0502020204030204" pitchFamily="34" charset="0"/>
              </a:rPr>
              <a:pPr/>
              <a:t>‹#›</a:t>
            </a:fld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D4A6406-D108-A498-60A9-E8DFBB1D9061}"/>
              </a:ext>
            </a:extLst>
          </p:cNvPr>
          <p:cNvCxnSpPr>
            <a:cxnSpLocks/>
          </p:cNvCxnSpPr>
          <p:nvPr userDrawn="1"/>
        </p:nvCxnSpPr>
        <p:spPr>
          <a:xfrm>
            <a:off x="10025951" y="6305223"/>
            <a:ext cx="0" cy="295686"/>
          </a:xfrm>
          <a:prstGeom prst="line">
            <a:avLst/>
          </a:prstGeom>
          <a:ln w="158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_Two_Col_with_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096000" y="0"/>
            <a:ext cx="6096000" cy="6858000"/>
          </a:xfrm>
          <a:custGeom>
            <a:avLst/>
            <a:gdLst/>
            <a:ahLst/>
            <a:cxnLst/>
            <a:rect l="l" t="t" r="r" b="b"/>
            <a:pathLst>
              <a:path w="9869169" h="11308715">
                <a:moveTo>
                  <a:pt x="9868809" y="0"/>
                </a:moveTo>
                <a:lnTo>
                  <a:pt x="0" y="0"/>
                </a:lnTo>
                <a:lnTo>
                  <a:pt x="0" y="11308556"/>
                </a:lnTo>
                <a:lnTo>
                  <a:pt x="9868809" y="11308556"/>
                </a:lnTo>
                <a:lnTo>
                  <a:pt x="9868809" y="0"/>
                </a:lnTo>
                <a:close/>
              </a:path>
            </a:pathLst>
          </a:custGeom>
          <a:solidFill>
            <a:srgbClr val="EA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Picture Placeholder 9">
            <a:extLst>
              <a:ext uri="{FF2B5EF4-FFF2-40B4-BE49-F238E27FC236}">
                <a16:creationId xmlns:a16="http://schemas.microsoft.com/office/drawing/2014/main" id="{A6BCADC9-214F-46C4-E129-1AD39DF8E1D8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-9771" y="3610967"/>
            <a:ext cx="6096000" cy="3246648"/>
          </a:xfrm>
          <a:prstGeom prst="upArrow">
            <a:avLst>
              <a:gd name="adj1" fmla="val 100000"/>
              <a:gd name="adj2" fmla="val 74447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</p:spPr>
        <p:txBody>
          <a:bodyPr anchor="ctr">
            <a:noAutofit/>
          </a:bodyPr>
          <a:lstStyle>
            <a:lvl1pPr algn="ctr">
              <a:defRPr sz="1800" b="0" i="0">
                <a:solidFill>
                  <a:schemeClr val="bg1"/>
                </a:solidFill>
                <a:latin typeface="Lato" panose="020F0502020204030203" pitchFamily="34" charset="77"/>
              </a:defRPr>
            </a:lvl1pPr>
          </a:lstStyle>
          <a:p>
            <a:r>
              <a:rPr lang="en-US"/>
              <a:t>Click icon to add photo.</a:t>
            </a:r>
          </a:p>
          <a:p>
            <a:r>
              <a:rPr lang="en-US"/>
              <a:t>Or drag photo into this space.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F07EDEE9-993D-471D-25D9-7EFCD66B663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558109" y="940844"/>
            <a:ext cx="5175167" cy="1048339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90000"/>
              </a:lnSpc>
              <a:spcBef>
                <a:spcPts val="0"/>
              </a:spcBef>
              <a:defRPr sz="3200" b="0" i="0" spc="-91">
                <a:solidFill>
                  <a:schemeClr val="tx1"/>
                </a:solidFill>
                <a:latin typeface="Lato Light" panose="020F0302020204030203" pitchFamily="34" charset="77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 err="1"/>
              <a:t>Subheadline</a:t>
            </a:r>
            <a:endParaRPr lang="en-US"/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75344446-6C71-1F8D-D8B4-9F18B5E9A30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3610" y="1110399"/>
            <a:ext cx="5193437" cy="218317"/>
          </a:xfrm>
          <a:prstGeom prst="rect">
            <a:avLst/>
          </a:prstGeom>
        </p:spPr>
        <p:txBody>
          <a:bodyPr/>
          <a:lstStyle>
            <a:lvl1pPr>
              <a:defRPr sz="971" b="0" i="0" cap="all" spc="364" baseline="0">
                <a:solidFill>
                  <a:schemeClr val="tx2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GB"/>
              <a:t>EYEBROW TITLE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819A4BFA-B824-EF9D-E065-5B9A8A7C69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58108" y="2158738"/>
            <a:ext cx="5184939" cy="3540101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122238" indent="0">
              <a:lnSpc>
                <a:spcPct val="100000"/>
              </a:lnSpc>
              <a:spcBef>
                <a:spcPts val="500"/>
              </a:spcBef>
              <a:spcAft>
                <a:spcPts val="909"/>
              </a:spcAft>
              <a:buClr>
                <a:schemeClr val="accent6"/>
              </a:buClr>
              <a:tabLst/>
              <a:defRPr sz="1600" b="0" i="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2pPr marL="460375" indent="-338138">
              <a:lnSpc>
                <a:spcPct val="100000"/>
              </a:lnSpc>
              <a:spcBef>
                <a:spcPts val="500"/>
              </a:spcBef>
              <a:spcAft>
                <a:spcPts val="607"/>
              </a:spcAft>
              <a:buClr>
                <a:schemeClr val="tx2"/>
              </a:buClr>
              <a:buSzPct val="110000"/>
              <a:buFont typeface="Wingdings" pitchFamily="2" charset="2"/>
              <a:buChar char="§"/>
              <a:tabLst/>
              <a:defRPr sz="1600" b="0" i="0">
                <a:solidFill>
                  <a:schemeClr val="tx1"/>
                </a:solidFill>
                <a:latin typeface="+mn-lt"/>
                <a:ea typeface="Lato" panose="020F0502020204030203" pitchFamily="34" charset="77"/>
                <a:cs typeface="Lato" panose="020F0502020204030203" pitchFamily="34" charset="77"/>
              </a:defRPr>
            </a:lvl2pPr>
            <a:lvl3pPr marL="808038" indent="-347663">
              <a:lnSpc>
                <a:spcPct val="100000"/>
              </a:lnSpc>
              <a:spcBef>
                <a:spcPts val="500"/>
              </a:spcBef>
              <a:spcAft>
                <a:spcPts val="303"/>
              </a:spcAft>
              <a:buClr>
                <a:schemeClr val="tx2"/>
              </a:buClr>
              <a:buFont typeface="System Font Regular"/>
              <a:buChar char="⁃"/>
              <a:tabLst/>
              <a:defRPr sz="1600" b="0" i="0">
                <a:solidFill>
                  <a:schemeClr val="tx1"/>
                </a:solidFill>
                <a:latin typeface="+mn-lt"/>
                <a:ea typeface="Lato" panose="020F0502020204030203" pitchFamily="34" charset="77"/>
                <a:cs typeface="Lato" panose="020F0502020204030203" pitchFamily="34" charset="77"/>
              </a:defRPr>
            </a:lvl3pPr>
            <a:lvl4pPr marL="1600085" indent="-228584">
              <a:lnSpc>
                <a:spcPct val="130000"/>
              </a:lnSpc>
              <a:buClr>
                <a:schemeClr val="accent6"/>
              </a:buClr>
              <a:buFont typeface="System Font Regular"/>
              <a:buChar char="-"/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30000"/>
              </a:lnSpc>
              <a:buClr>
                <a:schemeClr val="accent6"/>
              </a:buClr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/>
              <a:t>First Level.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</a:t>
            </a:r>
          </a:p>
          <a:p>
            <a:pPr lvl="1"/>
            <a:r>
              <a:rPr lang="en-US"/>
              <a:t>Second level – indent to go to this style. </a:t>
            </a:r>
          </a:p>
          <a:p>
            <a:pPr lvl="2"/>
            <a:r>
              <a:rPr lang="en-US"/>
              <a:t>Third level – indent again to go to this style</a:t>
            </a:r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0990B1A5-FCF1-0F0B-7317-348D28FB3B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8724" y="1328716"/>
            <a:ext cx="5188323" cy="1200728"/>
          </a:xfrm>
        </p:spPr>
        <p:txBody>
          <a:bodyPr anchor="t"/>
          <a:lstStyle>
            <a:lvl1pPr>
              <a:defRPr b="0" i="0">
                <a:latin typeface="+mj-lt"/>
              </a:defRPr>
            </a:lvl1pPr>
          </a:lstStyle>
          <a:p>
            <a:r>
              <a:rPr lang="en-US"/>
              <a:t>Create your headline with </a:t>
            </a:r>
            <a:r>
              <a:rPr lang="en-US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word emphasis</a:t>
            </a:r>
            <a:endParaRPr lang="en-US"/>
          </a:p>
        </p:txBody>
      </p:sp>
      <p:sp>
        <p:nvSpPr>
          <p:cNvPr id="31" name="Date Placeholder 30">
            <a:extLst>
              <a:ext uri="{FF2B5EF4-FFF2-40B4-BE49-F238E27FC236}">
                <a16:creationId xmlns:a16="http://schemas.microsoft.com/office/drawing/2014/main" id="{3F1AE054-92D8-12C8-9E25-B6C092CA875A}"/>
              </a:ext>
            </a:extLst>
          </p:cNvPr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2" name="Footer Placeholder 31">
            <a:extLst>
              <a:ext uri="{FF2B5EF4-FFF2-40B4-BE49-F238E27FC236}">
                <a16:creationId xmlns:a16="http://schemas.microsoft.com/office/drawing/2014/main" id="{C126547B-525F-118E-CDE6-14CF20E25910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r>
              <a:rPr lang="en-US"/>
              <a:t>Copyright © 2026 Kinaxis. All Rights Reserved. Access limited to internal use only.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E6FF915-0EE0-860A-C1DE-7F546428EC05}"/>
              </a:ext>
            </a:extLst>
          </p:cNvPr>
          <p:cNvCxnSpPr>
            <a:cxnSpLocks/>
          </p:cNvCxnSpPr>
          <p:nvPr userDrawn="1"/>
        </p:nvCxnSpPr>
        <p:spPr>
          <a:xfrm>
            <a:off x="10029677" y="6310311"/>
            <a:ext cx="0" cy="295686"/>
          </a:xfrm>
          <a:prstGeom prst="line">
            <a:avLst/>
          </a:prstGeom>
          <a:ln w="15875">
            <a:solidFill>
              <a:schemeClr val="accent2">
                <a:lumMod val="10000"/>
                <a:lumOff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Graphic 4">
            <a:extLst>
              <a:ext uri="{FF2B5EF4-FFF2-40B4-BE49-F238E27FC236}">
                <a16:creationId xmlns:a16="http://schemas.microsoft.com/office/drawing/2014/main" id="{7A6FB143-CBD8-751D-C4FC-0E6C111203BE}"/>
              </a:ext>
            </a:extLst>
          </p:cNvPr>
          <p:cNvPicPr>
            <a:picLocks noChangeAspect="1"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01366" y="6060925"/>
            <a:ext cx="1864565" cy="785200"/>
          </a:xfrm>
          <a:prstGeom prst="rect">
            <a:avLst/>
          </a:prstGeom>
        </p:spPr>
      </p:pic>
      <p:sp>
        <p:nvSpPr>
          <p:cNvPr id="2" name="Slide Number Placeholder 24">
            <a:extLst>
              <a:ext uri="{FF2B5EF4-FFF2-40B4-BE49-F238E27FC236}">
                <a16:creationId xmlns:a16="http://schemas.microsoft.com/office/drawing/2014/main" id="{8EBBD8D9-F818-B135-AB14-4EEB93720F24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>
          <a:xfrm>
            <a:off x="9427281" y="6270618"/>
            <a:ext cx="489193" cy="365125"/>
          </a:xfrm>
        </p:spPr>
        <p:txBody>
          <a:bodyPr/>
          <a:lstStyle/>
          <a:p>
            <a:fld id="{F1488A8B-C121-C846-AEE5-0D98B869D111}" type="slidenum">
              <a:rPr lang="en-US" sz="800" smtClean="0">
                <a:cs typeface="Calibri" panose="020F0502020204030204" pitchFamily="34" charset="0"/>
              </a:rPr>
              <a:pPr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A9545DC-563E-885F-3B35-B945073CA14B}"/>
              </a:ext>
            </a:extLst>
          </p:cNvPr>
          <p:cNvCxnSpPr>
            <a:cxnSpLocks/>
          </p:cNvCxnSpPr>
          <p:nvPr userDrawn="1"/>
        </p:nvCxnSpPr>
        <p:spPr>
          <a:xfrm>
            <a:off x="10025951" y="6305223"/>
            <a:ext cx="0" cy="295686"/>
          </a:xfrm>
          <a:prstGeom prst="line">
            <a:avLst/>
          </a:prstGeom>
          <a:ln w="158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68326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_Three_Column_s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bg object 16">
            <a:extLst>
              <a:ext uri="{FF2B5EF4-FFF2-40B4-BE49-F238E27FC236}">
                <a16:creationId xmlns:a16="http://schemas.microsoft.com/office/drawing/2014/main" id="{3BED5236-E530-12DF-4C6F-35F42109927D}"/>
              </a:ext>
            </a:extLst>
          </p:cNvPr>
          <p:cNvSpPr/>
          <p:nvPr userDrawn="1"/>
        </p:nvSpPr>
        <p:spPr>
          <a:xfrm>
            <a:off x="8129066" y="1348"/>
            <a:ext cx="4062935" cy="6857615"/>
          </a:xfrm>
          <a:custGeom>
            <a:avLst/>
            <a:gdLst/>
            <a:ahLst/>
            <a:cxnLst/>
            <a:rect l="l" t="t" r="r" b="b"/>
            <a:pathLst>
              <a:path w="9869169" h="11308715">
                <a:moveTo>
                  <a:pt x="9868809" y="0"/>
                </a:moveTo>
                <a:lnTo>
                  <a:pt x="0" y="0"/>
                </a:lnTo>
                <a:lnTo>
                  <a:pt x="0" y="11308556"/>
                </a:lnTo>
                <a:lnTo>
                  <a:pt x="9868809" y="11308556"/>
                </a:lnTo>
                <a:lnTo>
                  <a:pt x="9868809" y="0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C5A58235-E970-266F-448D-90C5AA39F7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545181" y="1280034"/>
            <a:ext cx="3219471" cy="4418804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90000"/>
              </a:lnSpc>
              <a:defRPr sz="5400" b="0" i="0" spc="-91">
                <a:solidFill>
                  <a:schemeClr val="bg1"/>
                </a:solidFill>
                <a:latin typeface="Lato" panose="020F0502020204030203" pitchFamily="34" charset="77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Major stat or callout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B093D82-5200-6F08-B12E-42FD674D6BE9}"/>
              </a:ext>
            </a:extLst>
          </p:cNvPr>
          <p:cNvPicPr>
            <a:picLocks noChangeAspect="1"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01366" y="6062566"/>
            <a:ext cx="1864565" cy="785200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80FD2A71-EB04-4153-697A-5F8C908CCB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7348" y="1614691"/>
            <a:ext cx="7382089" cy="1344401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marL="0" indent="0">
              <a:lnSpc>
                <a:spcPct val="80000"/>
              </a:lnSpc>
              <a:tabLst/>
              <a:defRPr sz="4400" b="0" i="0" spc="-91">
                <a:solidFill>
                  <a:schemeClr val="tx1"/>
                </a:solidFill>
                <a:latin typeface="+mj-lt"/>
                <a:cs typeface="Calibri Light" panose="020F0302020204030204" pitchFamily="34" charset="0"/>
              </a:defRPr>
            </a:lvl1pPr>
          </a:lstStyle>
          <a:p>
            <a:r>
              <a:rPr lang="en-US"/>
              <a:t>Create your headline with </a:t>
            </a:r>
            <a:r>
              <a:rPr lang="en-US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word emphasis</a:t>
            </a:r>
            <a:endParaRPr lang="en-US"/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86510C37-47C9-FE48-358B-1C5816D0A21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27347" y="3067931"/>
            <a:ext cx="7382090" cy="250321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lnSpc>
                <a:spcPct val="100000"/>
              </a:lnSpc>
              <a:spcBef>
                <a:spcPts val="500"/>
              </a:spcBef>
              <a:spcAft>
                <a:spcPts val="909"/>
              </a:spcAft>
              <a:buClr>
                <a:schemeClr val="accent6"/>
              </a:buClr>
              <a:defRPr sz="1600" b="0" i="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2pPr marL="174638" indent="-174638">
              <a:lnSpc>
                <a:spcPct val="100000"/>
              </a:lnSpc>
              <a:spcBef>
                <a:spcPts val="500"/>
              </a:spcBef>
              <a:spcAft>
                <a:spcPts val="607"/>
              </a:spcAft>
              <a:buClr>
                <a:schemeClr val="tx2"/>
              </a:buClr>
              <a:buSzPct val="110000"/>
              <a:buFont typeface="Wingdings" pitchFamily="2" charset="2"/>
              <a:buChar char="§"/>
              <a:defRPr sz="1600" b="0" i="0">
                <a:solidFill>
                  <a:schemeClr val="tx1"/>
                </a:solidFill>
                <a:latin typeface="+mn-lt"/>
                <a:ea typeface="Lato" panose="020F0502020204030203" pitchFamily="34" charset="77"/>
                <a:cs typeface="Lato" panose="020F0502020204030203" pitchFamily="34" charset="77"/>
              </a:defRPr>
            </a:lvl2pPr>
            <a:lvl3pPr marL="349278" indent="-152810">
              <a:lnSpc>
                <a:spcPct val="100000"/>
              </a:lnSpc>
              <a:spcBef>
                <a:spcPts val="500"/>
              </a:spcBef>
              <a:spcAft>
                <a:spcPts val="303"/>
              </a:spcAft>
              <a:buClr>
                <a:schemeClr val="tx2"/>
              </a:buClr>
              <a:buFont typeface="System Font Regular"/>
              <a:buChar char="⁃"/>
              <a:defRPr sz="1600" b="0" i="0">
                <a:solidFill>
                  <a:schemeClr val="tx1"/>
                </a:solidFill>
                <a:latin typeface="+mn-lt"/>
                <a:ea typeface="Lato" panose="020F0502020204030203" pitchFamily="34" charset="77"/>
                <a:cs typeface="Lato" panose="020F0502020204030203" pitchFamily="34" charset="77"/>
              </a:defRPr>
            </a:lvl3pPr>
            <a:lvl4pPr marL="1600085" indent="-228584">
              <a:lnSpc>
                <a:spcPct val="130000"/>
              </a:lnSpc>
              <a:buClr>
                <a:schemeClr val="accent6"/>
              </a:buClr>
              <a:buFont typeface="System Font Regular"/>
              <a:buChar char="-"/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30000"/>
              </a:lnSpc>
              <a:buClr>
                <a:schemeClr val="accent6"/>
              </a:buClr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/>
              <a:t>First Level.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</a:t>
            </a:r>
          </a:p>
          <a:p>
            <a:pPr lvl="1"/>
            <a:r>
              <a:rPr lang="en-US"/>
              <a:t>Second level – indent to go to this style. </a:t>
            </a:r>
          </a:p>
          <a:p>
            <a:pPr lvl="2"/>
            <a:r>
              <a:rPr lang="en-US"/>
              <a:t>Third level – indent again to go to this style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51408F39-0B4B-D52A-02A6-D367320D4B1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13876" y="1298889"/>
            <a:ext cx="5420017" cy="206963"/>
          </a:xfrm>
          <a:prstGeom prst="rect">
            <a:avLst/>
          </a:prstGeom>
        </p:spPr>
        <p:txBody>
          <a:bodyPr/>
          <a:lstStyle>
            <a:lvl1pPr>
              <a:defRPr sz="971" b="0" i="0" cap="all" spc="364" baseline="0">
                <a:solidFill>
                  <a:schemeClr val="tx2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GB"/>
              <a:t>EYEBROW TITLE</a:t>
            </a:r>
          </a:p>
        </p:txBody>
      </p:sp>
      <p:sp>
        <p:nvSpPr>
          <p:cNvPr id="27" name="Date Placeholder 26">
            <a:extLst>
              <a:ext uri="{FF2B5EF4-FFF2-40B4-BE49-F238E27FC236}">
                <a16:creationId xmlns:a16="http://schemas.microsoft.com/office/drawing/2014/main" id="{7E5DED74-6B51-DFCA-B39A-55E8313E2A6A}"/>
              </a:ext>
            </a:extLst>
          </p:cNvPr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8" name="Footer Placeholder 27">
            <a:extLst>
              <a:ext uri="{FF2B5EF4-FFF2-40B4-BE49-F238E27FC236}">
                <a16:creationId xmlns:a16="http://schemas.microsoft.com/office/drawing/2014/main" id="{DEF0E322-56B4-4D02-00CD-963E07AABCF2}"/>
              </a:ext>
            </a:extLst>
          </p:cNvPr>
          <p:cNvSpPr>
            <a:spLocks noGrp="1"/>
          </p:cNvSpPr>
          <p:nvPr>
            <p:ph type="ftr" sz="quarter" idx="32"/>
          </p:nvPr>
        </p:nvSpPr>
        <p:spPr/>
        <p:txBody>
          <a:bodyPr/>
          <a:lstStyle/>
          <a:p>
            <a:r>
              <a:rPr lang="en-US"/>
              <a:t>Copyright © 2026 Kinaxis. All Rights Reserved. Access limited to internal use only.</a:t>
            </a:r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6A7F4019-534C-5CB2-E64D-FAD0A269B487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F1488A8B-C121-C846-AEE5-0D98B869D111}" type="slidenum">
              <a:rPr lang="en-US" sz="800" smtClean="0">
                <a:cs typeface="Calibri" panose="020F0502020204030204" pitchFamily="34" charset="0"/>
              </a:rPr>
              <a:pPr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E08BE96-1975-44FD-09CD-1934487DC71A}"/>
              </a:ext>
            </a:extLst>
          </p:cNvPr>
          <p:cNvCxnSpPr>
            <a:cxnSpLocks/>
          </p:cNvCxnSpPr>
          <p:nvPr userDrawn="1"/>
        </p:nvCxnSpPr>
        <p:spPr>
          <a:xfrm>
            <a:off x="10025951" y="6305223"/>
            <a:ext cx="0" cy="295686"/>
          </a:xfrm>
          <a:prstGeom prst="line">
            <a:avLst/>
          </a:prstGeom>
          <a:ln w="1587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642802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_Three_Col_with_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bg object 16">
            <a:extLst>
              <a:ext uri="{FF2B5EF4-FFF2-40B4-BE49-F238E27FC236}">
                <a16:creationId xmlns:a16="http://schemas.microsoft.com/office/drawing/2014/main" id="{3BED5236-E530-12DF-4C6F-35F42109927D}"/>
              </a:ext>
            </a:extLst>
          </p:cNvPr>
          <p:cNvSpPr/>
          <p:nvPr userDrawn="1"/>
        </p:nvSpPr>
        <p:spPr>
          <a:xfrm>
            <a:off x="8129066" y="1348"/>
            <a:ext cx="4062935" cy="6857615"/>
          </a:xfrm>
          <a:custGeom>
            <a:avLst/>
            <a:gdLst/>
            <a:ahLst/>
            <a:cxnLst/>
            <a:rect l="l" t="t" r="r" b="b"/>
            <a:pathLst>
              <a:path w="9869169" h="11308715">
                <a:moveTo>
                  <a:pt x="9868809" y="0"/>
                </a:moveTo>
                <a:lnTo>
                  <a:pt x="0" y="0"/>
                </a:lnTo>
                <a:lnTo>
                  <a:pt x="0" y="11308556"/>
                </a:lnTo>
                <a:lnTo>
                  <a:pt x="9868809" y="11308556"/>
                </a:lnTo>
                <a:lnTo>
                  <a:pt x="9868809" y="0"/>
                </a:lnTo>
                <a:close/>
              </a:path>
            </a:pathLst>
          </a:custGeom>
          <a:solidFill>
            <a:srgbClr val="EA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3AC5C23A-EC47-4139-A02A-9271A537D6F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129066" y="0"/>
            <a:ext cx="4062935" cy="68580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1200" b="0" i="0">
                <a:solidFill>
                  <a:schemeClr val="tx2"/>
                </a:solidFill>
                <a:latin typeface="Lato" panose="020F0502020204030203" pitchFamily="34" charset="77"/>
              </a:defRPr>
            </a:lvl1pPr>
          </a:lstStyle>
          <a:p>
            <a:r>
              <a:rPr lang="en-US"/>
              <a:t>Click icon to add photo.</a:t>
            </a:r>
          </a:p>
          <a:p>
            <a:r>
              <a:rPr lang="en-US"/>
              <a:t>Or drag photo into this space.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6DF9A8E0-048C-B7D4-42C0-B81A494BCD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0767" y="1614691"/>
            <a:ext cx="7328670" cy="962253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marL="0" indent="0">
              <a:lnSpc>
                <a:spcPct val="80000"/>
              </a:lnSpc>
              <a:tabLst/>
              <a:defRPr sz="4400" b="0" i="0" spc="-91">
                <a:solidFill>
                  <a:schemeClr val="tx1"/>
                </a:solidFill>
                <a:latin typeface="+mj-lt"/>
                <a:cs typeface="Calibri Light" panose="020F0302020204030204" pitchFamily="34" charset="0"/>
              </a:defRPr>
            </a:lvl1pPr>
          </a:lstStyle>
          <a:p>
            <a:r>
              <a:rPr lang="en-US"/>
              <a:t>Create your headline with </a:t>
            </a:r>
            <a:r>
              <a:rPr lang="en-US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word emphasis</a:t>
            </a:r>
            <a:endParaRPr lang="en-US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4AC9056F-5FB6-7E22-341B-7E23CE19EE7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80766" y="2909455"/>
            <a:ext cx="7328671" cy="249103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lnSpc>
                <a:spcPct val="100000"/>
              </a:lnSpc>
              <a:spcBef>
                <a:spcPts val="500"/>
              </a:spcBef>
              <a:spcAft>
                <a:spcPts val="909"/>
              </a:spcAft>
              <a:buClr>
                <a:schemeClr val="accent6"/>
              </a:buClr>
              <a:defRPr sz="1600" b="0" i="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2pPr marL="174638" indent="-174638">
              <a:lnSpc>
                <a:spcPct val="100000"/>
              </a:lnSpc>
              <a:spcBef>
                <a:spcPts val="500"/>
              </a:spcBef>
              <a:spcAft>
                <a:spcPts val="607"/>
              </a:spcAft>
              <a:buClr>
                <a:schemeClr val="tx2"/>
              </a:buClr>
              <a:buSzPct val="110000"/>
              <a:buFont typeface="Wingdings" pitchFamily="2" charset="2"/>
              <a:buChar char="§"/>
              <a:defRPr sz="1600" b="0" i="0">
                <a:solidFill>
                  <a:schemeClr val="tx1"/>
                </a:solidFill>
                <a:latin typeface="+mn-lt"/>
                <a:ea typeface="Lato" panose="020F0502020204030203" pitchFamily="34" charset="77"/>
                <a:cs typeface="Lato" panose="020F0502020204030203" pitchFamily="34" charset="77"/>
              </a:defRPr>
            </a:lvl2pPr>
            <a:lvl3pPr marL="349278" indent="-152810">
              <a:lnSpc>
                <a:spcPct val="100000"/>
              </a:lnSpc>
              <a:spcBef>
                <a:spcPts val="500"/>
              </a:spcBef>
              <a:spcAft>
                <a:spcPts val="303"/>
              </a:spcAft>
              <a:buClr>
                <a:schemeClr val="tx2"/>
              </a:buClr>
              <a:buFont typeface="System Font Regular"/>
              <a:buChar char="⁃"/>
              <a:defRPr sz="1600" b="0" i="0">
                <a:solidFill>
                  <a:schemeClr val="tx1"/>
                </a:solidFill>
                <a:latin typeface="+mn-lt"/>
                <a:ea typeface="Lato" panose="020F0502020204030203" pitchFamily="34" charset="77"/>
                <a:cs typeface="Lato" panose="020F0502020204030203" pitchFamily="34" charset="77"/>
              </a:defRPr>
            </a:lvl3pPr>
            <a:lvl4pPr marL="1600085" indent="-228584">
              <a:lnSpc>
                <a:spcPct val="130000"/>
              </a:lnSpc>
              <a:buClr>
                <a:schemeClr val="accent6"/>
              </a:buClr>
              <a:buFont typeface="System Font Regular"/>
              <a:buChar char="-"/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30000"/>
              </a:lnSpc>
              <a:buClr>
                <a:schemeClr val="accent6"/>
              </a:buClr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/>
              <a:t>First Level.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</a:t>
            </a:r>
          </a:p>
          <a:p>
            <a:pPr lvl="1"/>
            <a:r>
              <a:rPr lang="en-US"/>
              <a:t>Second level – indent to go to this style. </a:t>
            </a:r>
          </a:p>
          <a:p>
            <a:pPr lvl="2"/>
            <a:r>
              <a:rPr lang="en-US"/>
              <a:t>Third level – indent again to go to this style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D5CFF3C0-9946-1947-35B3-56F11E7230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3098" y="1298889"/>
            <a:ext cx="5380796" cy="206963"/>
          </a:xfrm>
          <a:prstGeom prst="rect">
            <a:avLst/>
          </a:prstGeom>
        </p:spPr>
        <p:txBody>
          <a:bodyPr/>
          <a:lstStyle>
            <a:lvl1pPr>
              <a:defRPr sz="971" b="0" i="0" cap="all" spc="364" baseline="0">
                <a:solidFill>
                  <a:schemeClr val="tx2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GB"/>
              <a:t>EYEBROW TITLE</a:t>
            </a:r>
          </a:p>
        </p:txBody>
      </p:sp>
      <p:sp>
        <p:nvSpPr>
          <p:cNvPr id="25" name="Date Placeholder 24">
            <a:extLst>
              <a:ext uri="{FF2B5EF4-FFF2-40B4-BE49-F238E27FC236}">
                <a16:creationId xmlns:a16="http://schemas.microsoft.com/office/drawing/2014/main" id="{11028034-B91F-0CE2-316B-15AC0FB3E756}"/>
              </a:ext>
            </a:extLst>
          </p:cNvPr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6" name="Footer Placeholder 25">
            <a:extLst>
              <a:ext uri="{FF2B5EF4-FFF2-40B4-BE49-F238E27FC236}">
                <a16:creationId xmlns:a16="http://schemas.microsoft.com/office/drawing/2014/main" id="{55096CED-4B1E-5AB3-4322-0E809D128D08}"/>
              </a:ext>
            </a:extLst>
          </p:cNvPr>
          <p:cNvSpPr>
            <a:spLocks noGrp="1"/>
          </p:cNvSpPr>
          <p:nvPr>
            <p:ph type="ftr" sz="quarter" idx="32"/>
          </p:nvPr>
        </p:nvSpPr>
        <p:spPr/>
        <p:txBody>
          <a:bodyPr/>
          <a:lstStyle/>
          <a:p>
            <a:r>
              <a:rPr lang="en-US"/>
              <a:t>Copyright © 2026 Kinaxis. All Rights Reserved. Access limited to internal use only.</a:t>
            </a:r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69B861B7-C27B-B989-EA05-8FB3CD81BFD1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F1488A8B-C121-C846-AEE5-0D98B869D111}" type="slidenum">
              <a:rPr lang="en-US" sz="800" smtClean="0">
                <a:cs typeface="Calibri" panose="020F0502020204030204" pitchFamily="34" charset="0"/>
              </a:rPr>
              <a:pPr/>
              <a:t>‹#›</a:t>
            </a:fld>
            <a:endParaRPr lang="en-US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1543EF45-BC17-6DF2-81D6-4B1547CFD663}"/>
              </a:ext>
            </a:extLst>
          </p:cNvPr>
          <p:cNvCxnSpPr>
            <a:cxnSpLocks/>
          </p:cNvCxnSpPr>
          <p:nvPr userDrawn="1"/>
        </p:nvCxnSpPr>
        <p:spPr>
          <a:xfrm>
            <a:off x="10025951" y="6305223"/>
            <a:ext cx="0" cy="295686"/>
          </a:xfrm>
          <a:prstGeom prst="line">
            <a:avLst/>
          </a:prstGeom>
          <a:ln w="158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816591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_Three_Col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g object 16">
            <a:extLst>
              <a:ext uri="{FF2B5EF4-FFF2-40B4-BE49-F238E27FC236}">
                <a16:creationId xmlns:a16="http://schemas.microsoft.com/office/drawing/2014/main" id="{D8A02923-7BF7-E1E3-4F83-D65F36011088}"/>
              </a:ext>
            </a:extLst>
          </p:cNvPr>
          <p:cNvSpPr/>
          <p:nvPr userDrawn="1"/>
        </p:nvSpPr>
        <p:spPr>
          <a:xfrm>
            <a:off x="1" y="386"/>
            <a:ext cx="4062935" cy="6857615"/>
          </a:xfrm>
          <a:custGeom>
            <a:avLst/>
            <a:gdLst/>
            <a:ahLst/>
            <a:cxnLst/>
            <a:rect l="l" t="t" r="r" b="b"/>
            <a:pathLst>
              <a:path w="9869169" h="11308715">
                <a:moveTo>
                  <a:pt x="9868809" y="0"/>
                </a:moveTo>
                <a:lnTo>
                  <a:pt x="0" y="0"/>
                </a:lnTo>
                <a:lnTo>
                  <a:pt x="0" y="11308556"/>
                </a:lnTo>
                <a:lnTo>
                  <a:pt x="9868809" y="11308556"/>
                </a:lnTo>
                <a:lnTo>
                  <a:pt x="9868809" y="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lIns="0" tIns="0" rIns="0" bIns="0" rtlCol="0"/>
          <a:lstStyle/>
          <a:p>
            <a:endParaRPr b="0" i="0">
              <a:latin typeface="Lato" panose="020F0502020204030203" pitchFamily="34" charset="77"/>
            </a:endParaRP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5E6AA973-DA12-930A-8D7A-0D5A91C79612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1" y="0"/>
            <a:ext cx="4062716" cy="68580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1200" b="0" i="0">
                <a:solidFill>
                  <a:schemeClr val="bg2"/>
                </a:solidFill>
                <a:latin typeface="Lato" panose="020F0502020204030203" pitchFamily="34" charset="77"/>
              </a:defRPr>
            </a:lvl1pPr>
          </a:lstStyle>
          <a:p>
            <a:r>
              <a:rPr lang="en-US"/>
              <a:t>Click icon to add photo.</a:t>
            </a:r>
          </a:p>
          <a:p>
            <a:r>
              <a:rPr lang="en-US"/>
              <a:t>Or drag photo into this space.</a:t>
            </a:r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A08EF7A8-D5CF-9E4E-98C7-0881C03B2F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02437" y="1280035"/>
            <a:ext cx="7158988" cy="206963"/>
          </a:xfrm>
          <a:prstGeom prst="rect">
            <a:avLst/>
          </a:prstGeom>
        </p:spPr>
        <p:txBody>
          <a:bodyPr/>
          <a:lstStyle>
            <a:lvl1pPr>
              <a:defRPr sz="971" b="0" i="0" cap="all" spc="364" baseline="0">
                <a:solidFill>
                  <a:schemeClr val="tx2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GB"/>
              <a:t>EYEBROW TITLE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385B786B-7990-04BB-6D4B-E4EEB0B493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90854" y="1614692"/>
            <a:ext cx="7158988" cy="900314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marL="0" indent="0">
              <a:lnSpc>
                <a:spcPct val="80000"/>
              </a:lnSpc>
              <a:tabLst/>
              <a:defRPr sz="4400" b="0" i="0" spc="-91">
                <a:solidFill>
                  <a:schemeClr val="tx1"/>
                </a:solidFill>
                <a:latin typeface="+mj-lt"/>
                <a:cs typeface="Calibri Light" panose="020F0302020204030204" pitchFamily="34" charset="0"/>
              </a:defRPr>
            </a:lvl1pPr>
          </a:lstStyle>
          <a:p>
            <a:r>
              <a:rPr lang="en-US"/>
              <a:t>Create your headline with </a:t>
            </a:r>
            <a:r>
              <a:rPr lang="en-US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word emphasis</a:t>
            </a:r>
            <a:endParaRPr lang="en-US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7A95EA8A-91A4-71F8-D189-CFD8344FDED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90854" y="2828735"/>
            <a:ext cx="7158989" cy="2612053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lnSpc>
                <a:spcPct val="100000"/>
              </a:lnSpc>
              <a:spcBef>
                <a:spcPts val="500"/>
              </a:spcBef>
              <a:spcAft>
                <a:spcPts val="909"/>
              </a:spcAft>
              <a:buClr>
                <a:schemeClr val="accent6"/>
              </a:buClr>
              <a:defRPr sz="1600" b="0" i="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2pPr marL="174638" indent="-174638">
              <a:lnSpc>
                <a:spcPct val="100000"/>
              </a:lnSpc>
              <a:spcBef>
                <a:spcPts val="500"/>
              </a:spcBef>
              <a:spcAft>
                <a:spcPts val="607"/>
              </a:spcAft>
              <a:buClr>
                <a:schemeClr val="tx2"/>
              </a:buClr>
              <a:buSzPct val="110000"/>
              <a:buFont typeface="Wingdings" pitchFamily="2" charset="2"/>
              <a:buChar char="§"/>
              <a:defRPr sz="1600" b="0" i="0">
                <a:solidFill>
                  <a:schemeClr val="tx1"/>
                </a:solidFill>
                <a:latin typeface="+mn-lt"/>
                <a:ea typeface="Lato" panose="020F0502020204030203" pitchFamily="34" charset="77"/>
                <a:cs typeface="Lato" panose="020F0502020204030203" pitchFamily="34" charset="77"/>
              </a:defRPr>
            </a:lvl2pPr>
            <a:lvl3pPr marL="349278" indent="-152810">
              <a:lnSpc>
                <a:spcPct val="100000"/>
              </a:lnSpc>
              <a:spcBef>
                <a:spcPts val="500"/>
              </a:spcBef>
              <a:spcAft>
                <a:spcPts val="303"/>
              </a:spcAft>
              <a:buClr>
                <a:schemeClr val="tx2"/>
              </a:buClr>
              <a:buFont typeface="System Font Regular"/>
              <a:buChar char="⁃"/>
              <a:defRPr sz="1600" b="0" i="0">
                <a:solidFill>
                  <a:schemeClr val="tx1"/>
                </a:solidFill>
                <a:latin typeface="+mn-lt"/>
                <a:ea typeface="Lato" panose="020F0502020204030203" pitchFamily="34" charset="77"/>
                <a:cs typeface="Lato" panose="020F0502020204030203" pitchFamily="34" charset="77"/>
              </a:defRPr>
            </a:lvl3pPr>
            <a:lvl4pPr marL="1600085" indent="-228584">
              <a:lnSpc>
                <a:spcPct val="130000"/>
              </a:lnSpc>
              <a:buClr>
                <a:schemeClr val="accent6"/>
              </a:buClr>
              <a:buFont typeface="System Font Regular"/>
              <a:buChar char="-"/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30000"/>
              </a:lnSpc>
              <a:buClr>
                <a:schemeClr val="accent6"/>
              </a:buClr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/>
              <a:t>First Level.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</a:t>
            </a:r>
          </a:p>
          <a:p>
            <a:pPr lvl="1"/>
            <a:r>
              <a:rPr lang="en-US"/>
              <a:t>Second level – indent to go to this style. </a:t>
            </a:r>
          </a:p>
          <a:p>
            <a:pPr lvl="2"/>
            <a:r>
              <a:rPr lang="en-US"/>
              <a:t>Third level – indent again to go to this style</a:t>
            </a:r>
          </a:p>
        </p:txBody>
      </p:sp>
      <p:sp>
        <p:nvSpPr>
          <p:cNvPr id="33" name="Date Placeholder 32">
            <a:extLst>
              <a:ext uri="{FF2B5EF4-FFF2-40B4-BE49-F238E27FC236}">
                <a16:creationId xmlns:a16="http://schemas.microsoft.com/office/drawing/2014/main" id="{B06866B2-1D2A-A1CB-D7CD-3AD78E638DBA}"/>
              </a:ext>
            </a:extLst>
          </p:cNvPr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4" name="Footer Placeholder 33">
            <a:extLst>
              <a:ext uri="{FF2B5EF4-FFF2-40B4-BE49-F238E27FC236}">
                <a16:creationId xmlns:a16="http://schemas.microsoft.com/office/drawing/2014/main" id="{A6D4E3EF-575D-DAB3-8E9C-5B767DD8923B}"/>
              </a:ext>
            </a:extLst>
          </p:cNvPr>
          <p:cNvSpPr>
            <a:spLocks noGrp="1"/>
          </p:cNvSpPr>
          <p:nvPr>
            <p:ph type="ftr" sz="quarter" idx="32"/>
          </p:nvPr>
        </p:nvSpPr>
        <p:spPr/>
        <p:txBody>
          <a:bodyPr/>
          <a:lstStyle/>
          <a:p>
            <a:r>
              <a:rPr lang="en-US"/>
              <a:t>Copyright © 2026 Kinaxis. All Rights Reserved. Access limited to internal use only.</a:t>
            </a:r>
          </a:p>
        </p:txBody>
      </p:sp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2B9660CB-D4DD-B459-1196-CE0809053D48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F1488A8B-C121-C846-AEE5-0D98B869D111}" type="slidenum">
              <a:rPr lang="en-US" sz="800" smtClean="0">
                <a:cs typeface="Calibri" panose="020F0502020204030204" pitchFamily="34" charset="0"/>
              </a:rPr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73774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ody Slide_with_Text_Lef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9">
            <a:extLst>
              <a:ext uri="{FF2B5EF4-FFF2-40B4-BE49-F238E27FC236}">
                <a16:creationId xmlns:a16="http://schemas.microsoft.com/office/drawing/2014/main" id="{52F00BF9-A5A1-C1E7-5558-83497E61E621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4033528" y="-19803"/>
            <a:ext cx="8158472" cy="6885473"/>
          </a:xfrm>
          <a:custGeom>
            <a:avLst/>
            <a:gdLst>
              <a:gd name="connsiteX0" fmla="*/ 9 w 8756650"/>
              <a:gd name="connsiteY0" fmla="*/ 3071565 h 8041482"/>
              <a:gd name="connsiteX1" fmla="*/ 4378325 w 8756650"/>
              <a:gd name="connsiteY1" fmla="*/ 0 h 8041482"/>
              <a:gd name="connsiteX2" fmla="*/ 8756641 w 8756650"/>
              <a:gd name="connsiteY2" fmla="*/ 3071565 h 8041482"/>
              <a:gd name="connsiteX3" fmla="*/ 7084273 w 8756650"/>
              <a:gd name="connsiteY3" fmla="*/ 8041462 h 8041482"/>
              <a:gd name="connsiteX4" fmla="*/ 1672377 w 8756650"/>
              <a:gd name="connsiteY4" fmla="*/ 8041462 h 8041482"/>
              <a:gd name="connsiteX5" fmla="*/ 9 w 8756650"/>
              <a:gd name="connsiteY5" fmla="*/ 3071565 h 8041482"/>
              <a:gd name="connsiteX0" fmla="*/ 0 w 8788716"/>
              <a:gd name="connsiteY0" fmla="*/ 3071565 h 8041462"/>
              <a:gd name="connsiteX1" fmla="*/ 4378316 w 8788716"/>
              <a:gd name="connsiteY1" fmla="*/ 0 h 8041462"/>
              <a:gd name="connsiteX2" fmla="*/ 8788716 w 8788716"/>
              <a:gd name="connsiteY2" fmla="*/ 4499313 h 8041462"/>
              <a:gd name="connsiteX3" fmla="*/ 7084264 w 8788716"/>
              <a:gd name="connsiteY3" fmla="*/ 8041462 h 8041462"/>
              <a:gd name="connsiteX4" fmla="*/ 1672368 w 8788716"/>
              <a:gd name="connsiteY4" fmla="*/ 8041462 h 8041462"/>
              <a:gd name="connsiteX5" fmla="*/ 0 w 8788716"/>
              <a:gd name="connsiteY5" fmla="*/ 3071565 h 8041462"/>
              <a:gd name="connsiteX0" fmla="*/ 0 w 8788716"/>
              <a:gd name="connsiteY0" fmla="*/ 2285502 h 7255399"/>
              <a:gd name="connsiteX1" fmla="*/ 5838148 w 8788716"/>
              <a:gd name="connsiteY1" fmla="*/ 0 h 7255399"/>
              <a:gd name="connsiteX2" fmla="*/ 8788716 w 8788716"/>
              <a:gd name="connsiteY2" fmla="*/ 3713250 h 7255399"/>
              <a:gd name="connsiteX3" fmla="*/ 7084264 w 8788716"/>
              <a:gd name="connsiteY3" fmla="*/ 7255399 h 7255399"/>
              <a:gd name="connsiteX4" fmla="*/ 1672368 w 8788716"/>
              <a:gd name="connsiteY4" fmla="*/ 7255399 h 7255399"/>
              <a:gd name="connsiteX5" fmla="*/ 0 w 8788716"/>
              <a:gd name="connsiteY5" fmla="*/ 2285502 h 7255399"/>
              <a:gd name="connsiteX0" fmla="*/ 0 w 8868926"/>
              <a:gd name="connsiteY0" fmla="*/ 0 h 7263918"/>
              <a:gd name="connsiteX1" fmla="*/ 5918358 w 8868926"/>
              <a:gd name="connsiteY1" fmla="*/ 8519 h 7263918"/>
              <a:gd name="connsiteX2" fmla="*/ 8868926 w 8868926"/>
              <a:gd name="connsiteY2" fmla="*/ 3721769 h 7263918"/>
              <a:gd name="connsiteX3" fmla="*/ 7164474 w 8868926"/>
              <a:gd name="connsiteY3" fmla="*/ 7263918 h 7263918"/>
              <a:gd name="connsiteX4" fmla="*/ 1752578 w 8868926"/>
              <a:gd name="connsiteY4" fmla="*/ 7263918 h 7263918"/>
              <a:gd name="connsiteX5" fmla="*/ 0 w 8868926"/>
              <a:gd name="connsiteY5" fmla="*/ 0 h 7263918"/>
              <a:gd name="connsiteX0" fmla="*/ 0 w 8868926"/>
              <a:gd name="connsiteY0" fmla="*/ 0 h 7312044"/>
              <a:gd name="connsiteX1" fmla="*/ 5918358 w 8868926"/>
              <a:gd name="connsiteY1" fmla="*/ 8519 h 7312044"/>
              <a:gd name="connsiteX2" fmla="*/ 8868926 w 8868926"/>
              <a:gd name="connsiteY2" fmla="*/ 3721769 h 7312044"/>
              <a:gd name="connsiteX3" fmla="*/ 5800895 w 8868926"/>
              <a:gd name="connsiteY3" fmla="*/ 7312044 h 7312044"/>
              <a:gd name="connsiteX4" fmla="*/ 1752578 w 8868926"/>
              <a:gd name="connsiteY4" fmla="*/ 7263918 h 7312044"/>
              <a:gd name="connsiteX5" fmla="*/ 0 w 8868926"/>
              <a:gd name="connsiteY5" fmla="*/ 0 h 7312044"/>
              <a:gd name="connsiteX0" fmla="*/ 0 w 8836842"/>
              <a:gd name="connsiteY0" fmla="*/ 0 h 7312044"/>
              <a:gd name="connsiteX1" fmla="*/ 5918358 w 8836842"/>
              <a:gd name="connsiteY1" fmla="*/ 8519 h 7312044"/>
              <a:gd name="connsiteX2" fmla="*/ 8836842 w 8836842"/>
              <a:gd name="connsiteY2" fmla="*/ 3625516 h 7312044"/>
              <a:gd name="connsiteX3" fmla="*/ 5800895 w 8836842"/>
              <a:gd name="connsiteY3" fmla="*/ 7312044 h 7312044"/>
              <a:gd name="connsiteX4" fmla="*/ 1752578 w 8836842"/>
              <a:gd name="connsiteY4" fmla="*/ 7263918 h 7312044"/>
              <a:gd name="connsiteX5" fmla="*/ 0 w 8836842"/>
              <a:gd name="connsiteY5" fmla="*/ 0 h 7312044"/>
              <a:gd name="connsiteX0" fmla="*/ 0 w 8836842"/>
              <a:gd name="connsiteY0" fmla="*/ 0 h 7312044"/>
              <a:gd name="connsiteX1" fmla="*/ 5918358 w 8836842"/>
              <a:gd name="connsiteY1" fmla="*/ 8519 h 7312044"/>
              <a:gd name="connsiteX2" fmla="*/ 8836842 w 8836842"/>
              <a:gd name="connsiteY2" fmla="*/ 3625516 h 7312044"/>
              <a:gd name="connsiteX3" fmla="*/ 5800895 w 8836842"/>
              <a:gd name="connsiteY3" fmla="*/ 7312044 h 7312044"/>
              <a:gd name="connsiteX4" fmla="*/ 20031 w 8836842"/>
              <a:gd name="connsiteY4" fmla="*/ 7296002 h 7312044"/>
              <a:gd name="connsiteX5" fmla="*/ 0 w 8836842"/>
              <a:gd name="connsiteY5" fmla="*/ 0 h 7312044"/>
              <a:gd name="connsiteX0" fmla="*/ 0 w 11836715"/>
              <a:gd name="connsiteY0" fmla="*/ 0 h 7344129"/>
              <a:gd name="connsiteX1" fmla="*/ 8918231 w 11836715"/>
              <a:gd name="connsiteY1" fmla="*/ 40604 h 7344129"/>
              <a:gd name="connsiteX2" fmla="*/ 11836715 w 11836715"/>
              <a:gd name="connsiteY2" fmla="*/ 3657601 h 7344129"/>
              <a:gd name="connsiteX3" fmla="*/ 8800768 w 11836715"/>
              <a:gd name="connsiteY3" fmla="*/ 7344129 h 7344129"/>
              <a:gd name="connsiteX4" fmla="*/ 3019904 w 11836715"/>
              <a:gd name="connsiteY4" fmla="*/ 7328087 h 7344129"/>
              <a:gd name="connsiteX5" fmla="*/ 0 w 11836715"/>
              <a:gd name="connsiteY5" fmla="*/ 0 h 7344129"/>
              <a:gd name="connsiteX0" fmla="*/ 12054 w 11848769"/>
              <a:gd name="connsiteY0" fmla="*/ 0 h 7344129"/>
              <a:gd name="connsiteX1" fmla="*/ 8930285 w 11848769"/>
              <a:gd name="connsiteY1" fmla="*/ 40604 h 7344129"/>
              <a:gd name="connsiteX2" fmla="*/ 11848769 w 11848769"/>
              <a:gd name="connsiteY2" fmla="*/ 3657601 h 7344129"/>
              <a:gd name="connsiteX3" fmla="*/ 8812822 w 11848769"/>
              <a:gd name="connsiteY3" fmla="*/ 7344129 h 7344129"/>
              <a:gd name="connsiteX4" fmla="*/ 0 w 11848769"/>
              <a:gd name="connsiteY4" fmla="*/ 6205140 h 7344129"/>
              <a:gd name="connsiteX5" fmla="*/ 12054 w 11848769"/>
              <a:gd name="connsiteY5" fmla="*/ 0 h 7344129"/>
              <a:gd name="connsiteX0" fmla="*/ 12054 w 11848769"/>
              <a:gd name="connsiteY0" fmla="*/ 0 h 6205140"/>
              <a:gd name="connsiteX1" fmla="*/ 8930285 w 11848769"/>
              <a:gd name="connsiteY1" fmla="*/ 40604 h 6205140"/>
              <a:gd name="connsiteX2" fmla="*/ 11848769 w 11848769"/>
              <a:gd name="connsiteY2" fmla="*/ 3657601 h 6205140"/>
              <a:gd name="connsiteX3" fmla="*/ 8909074 w 11848769"/>
              <a:gd name="connsiteY3" fmla="*/ 6205140 h 6205140"/>
              <a:gd name="connsiteX4" fmla="*/ 0 w 11848769"/>
              <a:gd name="connsiteY4" fmla="*/ 6205140 h 6205140"/>
              <a:gd name="connsiteX5" fmla="*/ 12054 w 11848769"/>
              <a:gd name="connsiteY5" fmla="*/ 0 h 6205140"/>
              <a:gd name="connsiteX0" fmla="*/ 12054 w 11479800"/>
              <a:gd name="connsiteY0" fmla="*/ 0 h 6205140"/>
              <a:gd name="connsiteX1" fmla="*/ 8930285 w 11479800"/>
              <a:gd name="connsiteY1" fmla="*/ 40604 h 6205140"/>
              <a:gd name="connsiteX2" fmla="*/ 11479800 w 11479800"/>
              <a:gd name="connsiteY2" fmla="*/ 3096128 h 6205140"/>
              <a:gd name="connsiteX3" fmla="*/ 8909074 w 11479800"/>
              <a:gd name="connsiteY3" fmla="*/ 6205140 h 6205140"/>
              <a:gd name="connsiteX4" fmla="*/ 0 w 11479800"/>
              <a:gd name="connsiteY4" fmla="*/ 6205140 h 6205140"/>
              <a:gd name="connsiteX5" fmla="*/ 12054 w 11479800"/>
              <a:gd name="connsiteY5" fmla="*/ 0 h 6205140"/>
              <a:gd name="connsiteX0" fmla="*/ 0 w 11467746"/>
              <a:gd name="connsiteY0" fmla="*/ 0 h 6205140"/>
              <a:gd name="connsiteX1" fmla="*/ 8918231 w 11467746"/>
              <a:gd name="connsiteY1" fmla="*/ 40604 h 6205140"/>
              <a:gd name="connsiteX2" fmla="*/ 11467746 w 11467746"/>
              <a:gd name="connsiteY2" fmla="*/ 3096128 h 6205140"/>
              <a:gd name="connsiteX3" fmla="*/ 8897020 w 11467746"/>
              <a:gd name="connsiteY3" fmla="*/ 6205140 h 6205140"/>
              <a:gd name="connsiteX4" fmla="*/ 20030 w 11467746"/>
              <a:gd name="connsiteY4" fmla="*/ 6205140 h 6205140"/>
              <a:gd name="connsiteX5" fmla="*/ 0 w 11467746"/>
              <a:gd name="connsiteY5" fmla="*/ 0 h 6205140"/>
              <a:gd name="connsiteX0" fmla="*/ 0 w 11467746"/>
              <a:gd name="connsiteY0" fmla="*/ 0 h 6205140"/>
              <a:gd name="connsiteX1" fmla="*/ 8918231 w 11467746"/>
              <a:gd name="connsiteY1" fmla="*/ 40604 h 6205140"/>
              <a:gd name="connsiteX2" fmla="*/ 11467746 w 11467746"/>
              <a:gd name="connsiteY2" fmla="*/ 3096128 h 6205140"/>
              <a:gd name="connsiteX3" fmla="*/ 8897020 w 11467746"/>
              <a:gd name="connsiteY3" fmla="*/ 6205140 h 6205140"/>
              <a:gd name="connsiteX4" fmla="*/ 20030 w 11467746"/>
              <a:gd name="connsiteY4" fmla="*/ 6205140 h 6205140"/>
              <a:gd name="connsiteX5" fmla="*/ 0 w 11467746"/>
              <a:gd name="connsiteY5" fmla="*/ 0 h 6205140"/>
              <a:gd name="connsiteX0" fmla="*/ 0 w 11467746"/>
              <a:gd name="connsiteY0" fmla="*/ 0 h 6205140"/>
              <a:gd name="connsiteX1" fmla="*/ 8918231 w 11467746"/>
              <a:gd name="connsiteY1" fmla="*/ 24562 h 6205140"/>
              <a:gd name="connsiteX2" fmla="*/ 11467746 w 11467746"/>
              <a:gd name="connsiteY2" fmla="*/ 3096128 h 6205140"/>
              <a:gd name="connsiteX3" fmla="*/ 8897020 w 11467746"/>
              <a:gd name="connsiteY3" fmla="*/ 6205140 h 6205140"/>
              <a:gd name="connsiteX4" fmla="*/ 20030 w 11467746"/>
              <a:gd name="connsiteY4" fmla="*/ 6205140 h 6205140"/>
              <a:gd name="connsiteX5" fmla="*/ 0 w 11467746"/>
              <a:gd name="connsiteY5" fmla="*/ 0 h 6205140"/>
              <a:gd name="connsiteX0" fmla="*/ 0 w 11467746"/>
              <a:gd name="connsiteY0" fmla="*/ 0 h 6205140"/>
              <a:gd name="connsiteX1" fmla="*/ 8918231 w 11467746"/>
              <a:gd name="connsiteY1" fmla="*/ 24562 h 6205140"/>
              <a:gd name="connsiteX2" fmla="*/ 11467746 w 11467746"/>
              <a:gd name="connsiteY2" fmla="*/ 3096128 h 6205140"/>
              <a:gd name="connsiteX3" fmla="*/ 8913062 w 11467746"/>
              <a:gd name="connsiteY3" fmla="*/ 6205140 h 6205140"/>
              <a:gd name="connsiteX4" fmla="*/ 20030 w 11467746"/>
              <a:gd name="connsiteY4" fmla="*/ 6205140 h 6205140"/>
              <a:gd name="connsiteX5" fmla="*/ 0 w 11467746"/>
              <a:gd name="connsiteY5" fmla="*/ 0 h 6205140"/>
              <a:gd name="connsiteX0" fmla="*/ 65348 w 11533094"/>
              <a:gd name="connsiteY0" fmla="*/ 5108912 h 11314052"/>
              <a:gd name="connsiteX1" fmla="*/ 0 w 11533094"/>
              <a:gd name="connsiteY1" fmla="*/ 0 h 11314052"/>
              <a:gd name="connsiteX2" fmla="*/ 11533094 w 11533094"/>
              <a:gd name="connsiteY2" fmla="*/ 8205040 h 11314052"/>
              <a:gd name="connsiteX3" fmla="*/ 8978410 w 11533094"/>
              <a:gd name="connsiteY3" fmla="*/ 11314052 h 11314052"/>
              <a:gd name="connsiteX4" fmla="*/ 85378 w 11533094"/>
              <a:gd name="connsiteY4" fmla="*/ 11314052 h 11314052"/>
              <a:gd name="connsiteX5" fmla="*/ 65348 w 11533094"/>
              <a:gd name="connsiteY5" fmla="*/ 5108912 h 11314052"/>
              <a:gd name="connsiteX0" fmla="*/ 65348 w 13506273"/>
              <a:gd name="connsiteY0" fmla="*/ 5108912 h 11314052"/>
              <a:gd name="connsiteX1" fmla="*/ 0 w 13506273"/>
              <a:gd name="connsiteY1" fmla="*/ 0 h 11314052"/>
              <a:gd name="connsiteX2" fmla="*/ 13506273 w 13506273"/>
              <a:gd name="connsiteY2" fmla="*/ 23566 h 11314052"/>
              <a:gd name="connsiteX3" fmla="*/ 8978410 w 13506273"/>
              <a:gd name="connsiteY3" fmla="*/ 11314052 h 11314052"/>
              <a:gd name="connsiteX4" fmla="*/ 85378 w 13506273"/>
              <a:gd name="connsiteY4" fmla="*/ 11314052 h 11314052"/>
              <a:gd name="connsiteX5" fmla="*/ 65348 w 13506273"/>
              <a:gd name="connsiteY5" fmla="*/ 5108912 h 11314052"/>
              <a:gd name="connsiteX0" fmla="*/ 65348 w 13506273"/>
              <a:gd name="connsiteY0" fmla="*/ 5108912 h 11378221"/>
              <a:gd name="connsiteX1" fmla="*/ 0 w 13506273"/>
              <a:gd name="connsiteY1" fmla="*/ 0 h 11378221"/>
              <a:gd name="connsiteX2" fmla="*/ 13506273 w 13506273"/>
              <a:gd name="connsiteY2" fmla="*/ 23566 h 11378221"/>
              <a:gd name="connsiteX3" fmla="*/ 13486241 w 13506273"/>
              <a:gd name="connsiteY3" fmla="*/ 11378221 h 11378221"/>
              <a:gd name="connsiteX4" fmla="*/ 85378 w 13506273"/>
              <a:gd name="connsiteY4" fmla="*/ 11314052 h 11378221"/>
              <a:gd name="connsiteX5" fmla="*/ 65348 w 13506273"/>
              <a:gd name="connsiteY5" fmla="*/ 5108912 h 11378221"/>
              <a:gd name="connsiteX0" fmla="*/ 65348 w 13506273"/>
              <a:gd name="connsiteY0" fmla="*/ 5108912 h 11378221"/>
              <a:gd name="connsiteX1" fmla="*/ 0 w 13506273"/>
              <a:gd name="connsiteY1" fmla="*/ 0 h 11378221"/>
              <a:gd name="connsiteX2" fmla="*/ 13506273 w 13506273"/>
              <a:gd name="connsiteY2" fmla="*/ 23566 h 11378221"/>
              <a:gd name="connsiteX3" fmla="*/ 13486241 w 13506273"/>
              <a:gd name="connsiteY3" fmla="*/ 11378221 h 11378221"/>
              <a:gd name="connsiteX4" fmla="*/ 21210 w 13506273"/>
              <a:gd name="connsiteY4" fmla="*/ 11362178 h 11378221"/>
              <a:gd name="connsiteX5" fmla="*/ 65348 w 13506273"/>
              <a:gd name="connsiteY5" fmla="*/ 5108912 h 11378221"/>
              <a:gd name="connsiteX0" fmla="*/ 4669432 w 13506273"/>
              <a:gd name="connsiteY0" fmla="*/ 5718512 h 11378221"/>
              <a:gd name="connsiteX1" fmla="*/ 0 w 13506273"/>
              <a:gd name="connsiteY1" fmla="*/ 0 h 11378221"/>
              <a:gd name="connsiteX2" fmla="*/ 13506273 w 13506273"/>
              <a:gd name="connsiteY2" fmla="*/ 23566 h 11378221"/>
              <a:gd name="connsiteX3" fmla="*/ 13486241 w 13506273"/>
              <a:gd name="connsiteY3" fmla="*/ 11378221 h 11378221"/>
              <a:gd name="connsiteX4" fmla="*/ 21210 w 13506273"/>
              <a:gd name="connsiteY4" fmla="*/ 11362178 h 11378221"/>
              <a:gd name="connsiteX5" fmla="*/ 4669432 w 13506273"/>
              <a:gd name="connsiteY5" fmla="*/ 5718512 h 11378221"/>
              <a:gd name="connsiteX0" fmla="*/ 4669432 w 13506273"/>
              <a:gd name="connsiteY0" fmla="*/ 5718512 h 11378221"/>
              <a:gd name="connsiteX1" fmla="*/ 0 w 13506273"/>
              <a:gd name="connsiteY1" fmla="*/ 0 h 11378221"/>
              <a:gd name="connsiteX2" fmla="*/ 13506273 w 13506273"/>
              <a:gd name="connsiteY2" fmla="*/ 23566 h 11378221"/>
              <a:gd name="connsiteX3" fmla="*/ 13486241 w 13506273"/>
              <a:gd name="connsiteY3" fmla="*/ 11378221 h 11378221"/>
              <a:gd name="connsiteX4" fmla="*/ 21210 w 13506273"/>
              <a:gd name="connsiteY4" fmla="*/ 11362178 h 11378221"/>
              <a:gd name="connsiteX5" fmla="*/ 4669432 w 13506273"/>
              <a:gd name="connsiteY5" fmla="*/ 5718512 h 11378221"/>
              <a:gd name="connsiteX0" fmla="*/ 4712401 w 13549242"/>
              <a:gd name="connsiteY0" fmla="*/ 5718512 h 11378221"/>
              <a:gd name="connsiteX1" fmla="*/ 42969 w 13549242"/>
              <a:gd name="connsiteY1" fmla="*/ 0 h 11378221"/>
              <a:gd name="connsiteX2" fmla="*/ 13549242 w 13549242"/>
              <a:gd name="connsiteY2" fmla="*/ 23566 h 11378221"/>
              <a:gd name="connsiteX3" fmla="*/ 13529210 w 13549242"/>
              <a:gd name="connsiteY3" fmla="*/ 11378221 h 11378221"/>
              <a:gd name="connsiteX4" fmla="*/ 10 w 13549242"/>
              <a:gd name="connsiteY4" fmla="*/ 11362178 h 11378221"/>
              <a:gd name="connsiteX5" fmla="*/ 4712401 w 13549242"/>
              <a:gd name="connsiteY5" fmla="*/ 5718512 h 11378221"/>
              <a:gd name="connsiteX0" fmla="*/ 4712391 w 13549232"/>
              <a:gd name="connsiteY0" fmla="*/ 5718512 h 11378221"/>
              <a:gd name="connsiteX1" fmla="*/ 42959 w 13549232"/>
              <a:gd name="connsiteY1" fmla="*/ 0 h 11378221"/>
              <a:gd name="connsiteX2" fmla="*/ 13549232 w 13549232"/>
              <a:gd name="connsiteY2" fmla="*/ 23566 h 11378221"/>
              <a:gd name="connsiteX3" fmla="*/ 13529200 w 13549232"/>
              <a:gd name="connsiteY3" fmla="*/ 11378221 h 11378221"/>
              <a:gd name="connsiteX4" fmla="*/ 0 w 13549232"/>
              <a:gd name="connsiteY4" fmla="*/ 11362178 h 11378221"/>
              <a:gd name="connsiteX5" fmla="*/ 4712391 w 13549232"/>
              <a:gd name="connsiteY5" fmla="*/ 5718512 h 11378221"/>
              <a:gd name="connsiteX0" fmla="*/ 4669432 w 13506273"/>
              <a:gd name="connsiteY0" fmla="*/ 5718512 h 11378221"/>
              <a:gd name="connsiteX1" fmla="*/ 0 w 13506273"/>
              <a:gd name="connsiteY1" fmla="*/ 0 h 11378221"/>
              <a:gd name="connsiteX2" fmla="*/ 13506273 w 13506273"/>
              <a:gd name="connsiteY2" fmla="*/ 23566 h 11378221"/>
              <a:gd name="connsiteX3" fmla="*/ 13486241 w 13506273"/>
              <a:gd name="connsiteY3" fmla="*/ 11378221 h 11378221"/>
              <a:gd name="connsiteX4" fmla="*/ 69335 w 13506273"/>
              <a:gd name="connsiteY4" fmla="*/ 11346136 h 11378221"/>
              <a:gd name="connsiteX5" fmla="*/ 4669432 w 13506273"/>
              <a:gd name="connsiteY5" fmla="*/ 5718512 h 11378221"/>
              <a:gd name="connsiteX0" fmla="*/ 4669432 w 13506273"/>
              <a:gd name="connsiteY0" fmla="*/ 5718512 h 11378221"/>
              <a:gd name="connsiteX1" fmla="*/ 0 w 13506273"/>
              <a:gd name="connsiteY1" fmla="*/ 0 h 11378221"/>
              <a:gd name="connsiteX2" fmla="*/ 13506273 w 13506273"/>
              <a:gd name="connsiteY2" fmla="*/ 23566 h 11378221"/>
              <a:gd name="connsiteX3" fmla="*/ 13486241 w 13506273"/>
              <a:gd name="connsiteY3" fmla="*/ 11378221 h 11378221"/>
              <a:gd name="connsiteX4" fmla="*/ 69335 w 13506273"/>
              <a:gd name="connsiteY4" fmla="*/ 11346136 h 11378221"/>
              <a:gd name="connsiteX5" fmla="*/ 4669432 w 13506273"/>
              <a:gd name="connsiteY5" fmla="*/ 5718512 h 11378221"/>
              <a:gd name="connsiteX0" fmla="*/ 4669432 w 13506273"/>
              <a:gd name="connsiteY0" fmla="*/ 5718512 h 11378221"/>
              <a:gd name="connsiteX1" fmla="*/ 0 w 13506273"/>
              <a:gd name="connsiteY1" fmla="*/ 0 h 11378221"/>
              <a:gd name="connsiteX2" fmla="*/ 13506273 w 13506273"/>
              <a:gd name="connsiteY2" fmla="*/ 23566 h 11378221"/>
              <a:gd name="connsiteX3" fmla="*/ 13486241 w 13506273"/>
              <a:gd name="connsiteY3" fmla="*/ 11378221 h 11378221"/>
              <a:gd name="connsiteX4" fmla="*/ 69335 w 13506273"/>
              <a:gd name="connsiteY4" fmla="*/ 11346136 h 11378221"/>
              <a:gd name="connsiteX5" fmla="*/ 4669432 w 13506273"/>
              <a:gd name="connsiteY5" fmla="*/ 5718512 h 11378221"/>
              <a:gd name="connsiteX0" fmla="*/ 4669432 w 13506273"/>
              <a:gd name="connsiteY0" fmla="*/ 5718512 h 11378221"/>
              <a:gd name="connsiteX1" fmla="*/ 0 w 13506273"/>
              <a:gd name="connsiteY1" fmla="*/ 0 h 11378221"/>
              <a:gd name="connsiteX2" fmla="*/ 13506273 w 13506273"/>
              <a:gd name="connsiteY2" fmla="*/ 23566 h 11378221"/>
              <a:gd name="connsiteX3" fmla="*/ 13486241 w 13506273"/>
              <a:gd name="connsiteY3" fmla="*/ 11378221 h 11378221"/>
              <a:gd name="connsiteX4" fmla="*/ 21209 w 13506273"/>
              <a:gd name="connsiteY4" fmla="*/ 11378220 h 11378221"/>
              <a:gd name="connsiteX5" fmla="*/ 4669432 w 13506273"/>
              <a:gd name="connsiteY5" fmla="*/ 5718512 h 11378221"/>
              <a:gd name="connsiteX0" fmla="*/ 4669432 w 13506273"/>
              <a:gd name="connsiteY0" fmla="*/ 5718512 h 11378221"/>
              <a:gd name="connsiteX1" fmla="*/ 0 w 13506273"/>
              <a:gd name="connsiteY1" fmla="*/ 0 h 11378221"/>
              <a:gd name="connsiteX2" fmla="*/ 13506273 w 13506273"/>
              <a:gd name="connsiteY2" fmla="*/ 23566 h 11378221"/>
              <a:gd name="connsiteX3" fmla="*/ 13486241 w 13506273"/>
              <a:gd name="connsiteY3" fmla="*/ 11378221 h 11378221"/>
              <a:gd name="connsiteX4" fmla="*/ 326009 w 13506273"/>
              <a:gd name="connsiteY4" fmla="*/ 11362177 h 11378221"/>
              <a:gd name="connsiteX5" fmla="*/ 4669432 w 13506273"/>
              <a:gd name="connsiteY5" fmla="*/ 5718512 h 11378221"/>
              <a:gd name="connsiteX0" fmla="*/ 4669432 w 13506273"/>
              <a:gd name="connsiteY0" fmla="*/ 5718512 h 11378221"/>
              <a:gd name="connsiteX1" fmla="*/ 0 w 13506273"/>
              <a:gd name="connsiteY1" fmla="*/ 0 h 11378221"/>
              <a:gd name="connsiteX2" fmla="*/ 13506273 w 13506273"/>
              <a:gd name="connsiteY2" fmla="*/ 23566 h 11378221"/>
              <a:gd name="connsiteX3" fmla="*/ 13486241 w 13506273"/>
              <a:gd name="connsiteY3" fmla="*/ 11378221 h 11378221"/>
              <a:gd name="connsiteX4" fmla="*/ 37251 w 13506273"/>
              <a:gd name="connsiteY4" fmla="*/ 11378219 h 11378221"/>
              <a:gd name="connsiteX5" fmla="*/ 4669432 w 13506273"/>
              <a:gd name="connsiteY5" fmla="*/ 5718512 h 11378221"/>
              <a:gd name="connsiteX0" fmla="*/ 4669432 w 13506273"/>
              <a:gd name="connsiteY0" fmla="*/ 5718512 h 11378221"/>
              <a:gd name="connsiteX1" fmla="*/ 0 w 13506273"/>
              <a:gd name="connsiteY1" fmla="*/ 0 h 11378221"/>
              <a:gd name="connsiteX2" fmla="*/ 13506273 w 13506273"/>
              <a:gd name="connsiteY2" fmla="*/ 23566 h 11378221"/>
              <a:gd name="connsiteX3" fmla="*/ 13486241 w 13506273"/>
              <a:gd name="connsiteY3" fmla="*/ 11378221 h 11378221"/>
              <a:gd name="connsiteX4" fmla="*/ 37251 w 13506273"/>
              <a:gd name="connsiteY4" fmla="*/ 11378219 h 11378221"/>
              <a:gd name="connsiteX5" fmla="*/ 4669432 w 13506273"/>
              <a:gd name="connsiteY5" fmla="*/ 5718512 h 11378221"/>
              <a:gd name="connsiteX0" fmla="*/ 4632181 w 13469022"/>
              <a:gd name="connsiteY0" fmla="*/ 5694946 h 11354655"/>
              <a:gd name="connsiteX1" fmla="*/ 10875 w 13469022"/>
              <a:gd name="connsiteY1" fmla="*/ 24561 h 11354655"/>
              <a:gd name="connsiteX2" fmla="*/ 13469022 w 13469022"/>
              <a:gd name="connsiteY2" fmla="*/ 0 h 11354655"/>
              <a:gd name="connsiteX3" fmla="*/ 13448990 w 13469022"/>
              <a:gd name="connsiteY3" fmla="*/ 11354655 h 11354655"/>
              <a:gd name="connsiteX4" fmla="*/ 0 w 13469022"/>
              <a:gd name="connsiteY4" fmla="*/ 11354653 h 11354655"/>
              <a:gd name="connsiteX5" fmla="*/ 4632181 w 13469022"/>
              <a:gd name="connsiteY5" fmla="*/ 5694946 h 11354655"/>
              <a:gd name="connsiteX0" fmla="*/ 4632181 w 13452980"/>
              <a:gd name="connsiteY0" fmla="*/ 5694946 h 11354655"/>
              <a:gd name="connsiteX1" fmla="*/ 10875 w 13452980"/>
              <a:gd name="connsiteY1" fmla="*/ 24561 h 11354655"/>
              <a:gd name="connsiteX2" fmla="*/ 13452980 w 13452980"/>
              <a:gd name="connsiteY2" fmla="*/ 0 h 11354655"/>
              <a:gd name="connsiteX3" fmla="*/ 13448990 w 13452980"/>
              <a:gd name="connsiteY3" fmla="*/ 11354655 h 11354655"/>
              <a:gd name="connsiteX4" fmla="*/ 0 w 13452980"/>
              <a:gd name="connsiteY4" fmla="*/ 11354653 h 11354655"/>
              <a:gd name="connsiteX5" fmla="*/ 4632181 w 13452980"/>
              <a:gd name="connsiteY5" fmla="*/ 5694946 h 113546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452980" h="11354655">
                <a:moveTo>
                  <a:pt x="4632181" y="5694946"/>
                </a:moveTo>
                <a:lnTo>
                  <a:pt x="10875" y="24561"/>
                </a:lnTo>
                <a:lnTo>
                  <a:pt x="13452980" y="0"/>
                </a:lnTo>
                <a:cubicBezTo>
                  <a:pt x="13446303" y="3784885"/>
                  <a:pt x="13455667" y="7569770"/>
                  <a:pt x="13448990" y="11354655"/>
                </a:cubicBezTo>
                <a:lnTo>
                  <a:pt x="0" y="11354653"/>
                </a:lnTo>
                <a:cubicBezTo>
                  <a:pt x="2191091" y="8644589"/>
                  <a:pt x="2842143" y="7891663"/>
                  <a:pt x="4632181" y="5694946"/>
                </a:cubicBezTo>
                <a:close/>
              </a:path>
            </a:pathLst>
          </a:cu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</p:spPr>
        <p:txBody>
          <a:bodyPr anchor="ctr">
            <a:normAutofit/>
          </a:bodyPr>
          <a:lstStyle>
            <a:lvl1pPr algn="r">
              <a:defRPr sz="2800" b="0" i="0">
                <a:solidFill>
                  <a:schemeClr val="bg1"/>
                </a:solidFill>
                <a:latin typeface="Lato" panose="020F0502020204030203" pitchFamily="34" charset="77"/>
              </a:defRPr>
            </a:lvl1pPr>
          </a:lstStyle>
          <a:p>
            <a:r>
              <a:rPr lang="en-US"/>
              <a:t>Click icon to add photo.</a:t>
            </a:r>
          </a:p>
          <a:p>
            <a:r>
              <a:rPr lang="en-US"/>
              <a:t>Or drag photo into this space.</a:t>
            </a:r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4CCA94F1-2A32-32B5-6A75-063A36AAF7F1}"/>
              </a:ext>
            </a:extLst>
          </p:cNvPr>
          <p:cNvSpPr/>
          <p:nvPr userDrawn="1"/>
        </p:nvSpPr>
        <p:spPr>
          <a:xfrm>
            <a:off x="4031505" y="6155257"/>
            <a:ext cx="8164347" cy="726240"/>
          </a:xfrm>
          <a:custGeom>
            <a:avLst/>
            <a:gdLst>
              <a:gd name="connsiteX0" fmla="*/ 0 w 20104099"/>
              <a:gd name="connsiteY0" fmla="*/ 0 h 1165539"/>
              <a:gd name="connsiteX1" fmla="*/ 20104099 w 20104099"/>
              <a:gd name="connsiteY1" fmla="*/ 0 h 1165539"/>
              <a:gd name="connsiteX2" fmla="*/ 20104099 w 20104099"/>
              <a:gd name="connsiteY2" fmla="*/ 1165539 h 1165539"/>
              <a:gd name="connsiteX3" fmla="*/ 0 w 20104099"/>
              <a:gd name="connsiteY3" fmla="*/ 1165539 h 1165539"/>
              <a:gd name="connsiteX4" fmla="*/ 0 w 20104099"/>
              <a:gd name="connsiteY4" fmla="*/ 0 h 1165539"/>
              <a:gd name="connsiteX0" fmla="*/ 7668126 w 20104099"/>
              <a:gd name="connsiteY0" fmla="*/ 0 h 1181581"/>
              <a:gd name="connsiteX1" fmla="*/ 20104099 w 20104099"/>
              <a:gd name="connsiteY1" fmla="*/ 16042 h 1181581"/>
              <a:gd name="connsiteX2" fmla="*/ 20104099 w 20104099"/>
              <a:gd name="connsiteY2" fmla="*/ 1181581 h 1181581"/>
              <a:gd name="connsiteX3" fmla="*/ 0 w 20104099"/>
              <a:gd name="connsiteY3" fmla="*/ 1181581 h 1181581"/>
              <a:gd name="connsiteX4" fmla="*/ 7668126 w 20104099"/>
              <a:gd name="connsiteY4" fmla="*/ 0 h 1181581"/>
              <a:gd name="connsiteX0" fmla="*/ 1010652 w 13446625"/>
              <a:gd name="connsiteY0" fmla="*/ 0 h 1181581"/>
              <a:gd name="connsiteX1" fmla="*/ 13446625 w 13446625"/>
              <a:gd name="connsiteY1" fmla="*/ 16042 h 1181581"/>
              <a:gd name="connsiteX2" fmla="*/ 13446625 w 13446625"/>
              <a:gd name="connsiteY2" fmla="*/ 1181581 h 1181581"/>
              <a:gd name="connsiteX3" fmla="*/ 0 w 13446625"/>
              <a:gd name="connsiteY3" fmla="*/ 1181581 h 1181581"/>
              <a:gd name="connsiteX4" fmla="*/ 1010652 w 13446625"/>
              <a:gd name="connsiteY4" fmla="*/ 0 h 1181581"/>
              <a:gd name="connsiteX0" fmla="*/ 962526 w 13446625"/>
              <a:gd name="connsiteY0" fmla="*/ 0 h 1181581"/>
              <a:gd name="connsiteX1" fmla="*/ 13446625 w 13446625"/>
              <a:gd name="connsiteY1" fmla="*/ 16042 h 1181581"/>
              <a:gd name="connsiteX2" fmla="*/ 13446625 w 13446625"/>
              <a:gd name="connsiteY2" fmla="*/ 1181581 h 1181581"/>
              <a:gd name="connsiteX3" fmla="*/ 0 w 13446625"/>
              <a:gd name="connsiteY3" fmla="*/ 1181581 h 1181581"/>
              <a:gd name="connsiteX4" fmla="*/ 962526 w 13446625"/>
              <a:gd name="connsiteY4" fmla="*/ 0 h 1181581"/>
              <a:gd name="connsiteX0" fmla="*/ 978568 w 13462667"/>
              <a:gd name="connsiteY0" fmla="*/ 0 h 1197623"/>
              <a:gd name="connsiteX1" fmla="*/ 13462667 w 13462667"/>
              <a:gd name="connsiteY1" fmla="*/ 16042 h 1197623"/>
              <a:gd name="connsiteX2" fmla="*/ 13462667 w 13462667"/>
              <a:gd name="connsiteY2" fmla="*/ 1181581 h 1197623"/>
              <a:gd name="connsiteX3" fmla="*/ 0 w 13462667"/>
              <a:gd name="connsiteY3" fmla="*/ 1197623 h 1197623"/>
              <a:gd name="connsiteX4" fmla="*/ 978568 w 13462667"/>
              <a:gd name="connsiteY4" fmla="*/ 0 h 11976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462667" h="1197623">
                <a:moveTo>
                  <a:pt x="978568" y="0"/>
                </a:moveTo>
                <a:lnTo>
                  <a:pt x="13462667" y="16042"/>
                </a:lnTo>
                <a:lnTo>
                  <a:pt x="13462667" y="1181581"/>
                </a:lnTo>
                <a:lnTo>
                  <a:pt x="0" y="1197623"/>
                </a:lnTo>
                <a:lnTo>
                  <a:pt x="978568" y="0"/>
                </a:lnTo>
                <a:close/>
              </a:path>
            </a:pathLst>
          </a:custGeom>
          <a:gradFill>
            <a:gsLst>
              <a:gs pos="0">
                <a:schemeClr val="accent3">
                  <a:alpha val="0"/>
                </a:schemeClr>
              </a:gs>
              <a:gs pos="100000">
                <a:schemeClr val="accent3">
                  <a:alpha val="85932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Lato" panose="020F0502020204030203" pitchFamily="34" charset="77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17E965A-1C2E-2969-09CA-8E676E41E3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9758" y="1776830"/>
            <a:ext cx="4066567" cy="954855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90000"/>
              </a:lnSpc>
              <a:tabLst/>
              <a:defRPr sz="3600" b="0" i="0" spc="-91">
                <a:solidFill>
                  <a:schemeClr val="tx1"/>
                </a:solidFill>
                <a:latin typeface="+mj-lt"/>
                <a:cs typeface="Calibri Light" panose="020F0302020204030204" pitchFamily="34" charset="0"/>
              </a:defRPr>
            </a:lvl1pPr>
          </a:lstStyle>
          <a:p>
            <a:r>
              <a:rPr lang="en-US"/>
              <a:t>Create your headline with </a:t>
            </a:r>
            <a:r>
              <a:rPr lang="en-US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word emphasis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2F62B2A-735F-4E60-0468-3C9339F9B3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9756" y="3016331"/>
            <a:ext cx="4073307" cy="2682507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lnSpc>
                <a:spcPct val="100000"/>
              </a:lnSpc>
              <a:spcBef>
                <a:spcPts val="500"/>
              </a:spcBef>
              <a:spcAft>
                <a:spcPts val="909"/>
              </a:spcAft>
              <a:buClr>
                <a:schemeClr val="accent6"/>
              </a:buClr>
              <a:defRPr sz="1600" b="0" i="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2pPr marL="174638" indent="-174638">
              <a:lnSpc>
                <a:spcPct val="100000"/>
              </a:lnSpc>
              <a:spcBef>
                <a:spcPts val="500"/>
              </a:spcBef>
              <a:spcAft>
                <a:spcPts val="607"/>
              </a:spcAft>
              <a:buClr>
                <a:schemeClr val="tx2"/>
              </a:buClr>
              <a:buSzPct val="110000"/>
              <a:buFont typeface="Wingdings" pitchFamily="2" charset="2"/>
              <a:buChar char="§"/>
              <a:defRPr sz="1600" b="0" i="0">
                <a:solidFill>
                  <a:schemeClr val="tx1"/>
                </a:solidFill>
                <a:latin typeface="+mn-lt"/>
                <a:ea typeface="Lato" panose="020F0502020204030203" pitchFamily="34" charset="77"/>
                <a:cs typeface="Lato" panose="020F0502020204030203" pitchFamily="34" charset="77"/>
              </a:defRPr>
            </a:lvl2pPr>
            <a:lvl3pPr marL="349278" indent="-152810">
              <a:lnSpc>
                <a:spcPct val="100000"/>
              </a:lnSpc>
              <a:spcBef>
                <a:spcPts val="500"/>
              </a:spcBef>
              <a:spcAft>
                <a:spcPts val="303"/>
              </a:spcAft>
              <a:buClr>
                <a:schemeClr val="tx2"/>
              </a:buClr>
              <a:buFont typeface="System Font Regular"/>
              <a:buChar char="⁃"/>
              <a:defRPr sz="1600" b="0" i="0">
                <a:solidFill>
                  <a:schemeClr val="tx1"/>
                </a:solidFill>
                <a:latin typeface="+mn-lt"/>
                <a:ea typeface="Lato" panose="020F0502020204030203" pitchFamily="34" charset="77"/>
                <a:cs typeface="Lato" panose="020F0502020204030203" pitchFamily="34" charset="77"/>
              </a:defRPr>
            </a:lvl3pPr>
            <a:lvl4pPr marL="1600085" indent="-228584">
              <a:lnSpc>
                <a:spcPct val="130000"/>
              </a:lnSpc>
              <a:buClr>
                <a:schemeClr val="accent6"/>
              </a:buClr>
              <a:buFont typeface="System Font Regular"/>
              <a:buChar char="-"/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30000"/>
              </a:lnSpc>
              <a:buClr>
                <a:schemeClr val="accent6"/>
              </a:buClr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/>
              <a:t>First Level.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</a:t>
            </a:r>
          </a:p>
          <a:p>
            <a:pPr lvl="1"/>
            <a:r>
              <a:rPr lang="en-US"/>
              <a:t>Second level – indent to go to this style. </a:t>
            </a:r>
          </a:p>
          <a:p>
            <a:pPr lvl="2"/>
            <a:r>
              <a:rPr lang="en-US"/>
              <a:t>Third level – indent again to go to this style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DD350E37-0058-ADE6-4F73-8BD18044817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7334" y="1466385"/>
            <a:ext cx="4066567" cy="206963"/>
          </a:xfrm>
          <a:prstGeom prst="rect">
            <a:avLst/>
          </a:prstGeom>
        </p:spPr>
        <p:txBody>
          <a:bodyPr/>
          <a:lstStyle>
            <a:lvl1pPr>
              <a:defRPr sz="971" b="0" i="0" cap="all" spc="364" baseline="0">
                <a:solidFill>
                  <a:schemeClr val="tx2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GB"/>
              <a:t>EYEBROW TITLE</a:t>
            </a:r>
          </a:p>
        </p:txBody>
      </p:sp>
      <p:sp>
        <p:nvSpPr>
          <p:cNvPr id="27" name="Date Placeholder 26">
            <a:extLst>
              <a:ext uri="{FF2B5EF4-FFF2-40B4-BE49-F238E27FC236}">
                <a16:creationId xmlns:a16="http://schemas.microsoft.com/office/drawing/2014/main" id="{BEE198A8-B09E-EA1F-1A1C-C84DE856D4A6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8" name="Footer Placeholder 27">
            <a:extLst>
              <a:ext uri="{FF2B5EF4-FFF2-40B4-BE49-F238E27FC236}">
                <a16:creationId xmlns:a16="http://schemas.microsoft.com/office/drawing/2014/main" id="{7FA2BAB1-1C2D-4037-CCCF-BA3C058332A1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US"/>
              <a:t>Copyright © 2026 Kinaxis. All Rights Reserved. Access limited to internal use only.</a:t>
            </a:r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8C94FB84-0A19-0484-2097-A92FA272DEDD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F1488A8B-C121-C846-AEE5-0D98B869D111}" type="slidenum">
              <a:rPr lang="en-US" sz="800" smtClean="0">
                <a:cs typeface="Calibri" panose="020F0502020204030204" pitchFamily="34" charset="0"/>
              </a:rPr>
              <a:pPr/>
              <a:t>‹#›</a:t>
            </a:fld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189A551-2DBF-7E19-6520-A196224CDEA7}"/>
              </a:ext>
            </a:extLst>
          </p:cNvPr>
          <p:cNvSpPr txBox="1"/>
          <p:nvPr userDrawn="1"/>
        </p:nvSpPr>
        <p:spPr>
          <a:xfrm>
            <a:off x="458724" y="6323087"/>
            <a:ext cx="1074330" cy="295686"/>
          </a:xfrm>
          <a:prstGeom prst="roundRect">
            <a:avLst>
              <a:gd name="adj" fmla="val 8077"/>
            </a:avLst>
          </a:prstGeom>
          <a:solidFill>
            <a:schemeClr val="accent4"/>
          </a:solidFill>
        </p:spPr>
        <p:txBody>
          <a:bodyPr wrap="square" tIns="49118" bIns="49118" rtlCol="0">
            <a:spAutoFit/>
          </a:bodyPr>
          <a:lstStyle/>
          <a:p>
            <a:pPr algn="ctr"/>
            <a:r>
              <a:rPr lang="en-GB" sz="1092">
                <a:solidFill>
                  <a:schemeClr val="tx1"/>
                </a:solidFill>
                <a:latin typeface="WordVisi_MSFontService"/>
              </a:rPr>
              <a:t>INTERNAL</a:t>
            </a:r>
            <a:endParaRPr lang="en-GB" sz="1046">
              <a:solidFill>
                <a:schemeClr val="tx1"/>
              </a:solidFill>
              <a:latin typeface="Lato" panose="020F0502020204030203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6323D67-ED11-0C5C-A4ED-8A0AC9C72BC9}"/>
              </a:ext>
            </a:extLst>
          </p:cNvPr>
          <p:cNvCxnSpPr>
            <a:cxnSpLocks/>
          </p:cNvCxnSpPr>
          <p:nvPr userDrawn="1"/>
        </p:nvCxnSpPr>
        <p:spPr>
          <a:xfrm>
            <a:off x="10029677" y="6310311"/>
            <a:ext cx="0" cy="295686"/>
          </a:xfrm>
          <a:prstGeom prst="line">
            <a:avLst/>
          </a:prstGeom>
          <a:ln w="15875">
            <a:solidFill>
              <a:schemeClr val="accent2">
                <a:lumMod val="10000"/>
                <a:lumOff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Graphic 4">
            <a:extLst>
              <a:ext uri="{FF2B5EF4-FFF2-40B4-BE49-F238E27FC236}">
                <a16:creationId xmlns:a16="http://schemas.microsoft.com/office/drawing/2014/main" id="{1756FD1C-B45E-85D2-E43F-B2EF5F71D1A9}"/>
              </a:ext>
            </a:extLst>
          </p:cNvPr>
          <p:cNvPicPr>
            <a:picLocks noChangeAspect="1"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01366" y="6060925"/>
            <a:ext cx="1864565" cy="78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09127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Slide_with_Text_Righ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9">
            <a:extLst>
              <a:ext uri="{FF2B5EF4-FFF2-40B4-BE49-F238E27FC236}">
                <a16:creationId xmlns:a16="http://schemas.microsoft.com/office/drawing/2014/main" id="{E8185241-78FA-1AC8-AECF-F30C9E35FC71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-19457" y="-14291"/>
            <a:ext cx="6631760" cy="6899763"/>
          </a:xfrm>
          <a:custGeom>
            <a:avLst/>
            <a:gdLst>
              <a:gd name="connsiteX0" fmla="*/ 9 w 8756650"/>
              <a:gd name="connsiteY0" fmla="*/ 3071565 h 8041482"/>
              <a:gd name="connsiteX1" fmla="*/ 4378325 w 8756650"/>
              <a:gd name="connsiteY1" fmla="*/ 0 h 8041482"/>
              <a:gd name="connsiteX2" fmla="*/ 8756641 w 8756650"/>
              <a:gd name="connsiteY2" fmla="*/ 3071565 h 8041482"/>
              <a:gd name="connsiteX3" fmla="*/ 7084273 w 8756650"/>
              <a:gd name="connsiteY3" fmla="*/ 8041462 h 8041482"/>
              <a:gd name="connsiteX4" fmla="*/ 1672377 w 8756650"/>
              <a:gd name="connsiteY4" fmla="*/ 8041462 h 8041482"/>
              <a:gd name="connsiteX5" fmla="*/ 9 w 8756650"/>
              <a:gd name="connsiteY5" fmla="*/ 3071565 h 8041482"/>
              <a:gd name="connsiteX0" fmla="*/ 0 w 8788716"/>
              <a:gd name="connsiteY0" fmla="*/ 3071565 h 8041462"/>
              <a:gd name="connsiteX1" fmla="*/ 4378316 w 8788716"/>
              <a:gd name="connsiteY1" fmla="*/ 0 h 8041462"/>
              <a:gd name="connsiteX2" fmla="*/ 8788716 w 8788716"/>
              <a:gd name="connsiteY2" fmla="*/ 4499313 h 8041462"/>
              <a:gd name="connsiteX3" fmla="*/ 7084264 w 8788716"/>
              <a:gd name="connsiteY3" fmla="*/ 8041462 h 8041462"/>
              <a:gd name="connsiteX4" fmla="*/ 1672368 w 8788716"/>
              <a:gd name="connsiteY4" fmla="*/ 8041462 h 8041462"/>
              <a:gd name="connsiteX5" fmla="*/ 0 w 8788716"/>
              <a:gd name="connsiteY5" fmla="*/ 3071565 h 8041462"/>
              <a:gd name="connsiteX0" fmla="*/ 0 w 8788716"/>
              <a:gd name="connsiteY0" fmla="*/ 2285502 h 7255399"/>
              <a:gd name="connsiteX1" fmla="*/ 5838148 w 8788716"/>
              <a:gd name="connsiteY1" fmla="*/ 0 h 7255399"/>
              <a:gd name="connsiteX2" fmla="*/ 8788716 w 8788716"/>
              <a:gd name="connsiteY2" fmla="*/ 3713250 h 7255399"/>
              <a:gd name="connsiteX3" fmla="*/ 7084264 w 8788716"/>
              <a:gd name="connsiteY3" fmla="*/ 7255399 h 7255399"/>
              <a:gd name="connsiteX4" fmla="*/ 1672368 w 8788716"/>
              <a:gd name="connsiteY4" fmla="*/ 7255399 h 7255399"/>
              <a:gd name="connsiteX5" fmla="*/ 0 w 8788716"/>
              <a:gd name="connsiteY5" fmla="*/ 2285502 h 7255399"/>
              <a:gd name="connsiteX0" fmla="*/ 0 w 8868926"/>
              <a:gd name="connsiteY0" fmla="*/ 0 h 7263918"/>
              <a:gd name="connsiteX1" fmla="*/ 5918358 w 8868926"/>
              <a:gd name="connsiteY1" fmla="*/ 8519 h 7263918"/>
              <a:gd name="connsiteX2" fmla="*/ 8868926 w 8868926"/>
              <a:gd name="connsiteY2" fmla="*/ 3721769 h 7263918"/>
              <a:gd name="connsiteX3" fmla="*/ 7164474 w 8868926"/>
              <a:gd name="connsiteY3" fmla="*/ 7263918 h 7263918"/>
              <a:gd name="connsiteX4" fmla="*/ 1752578 w 8868926"/>
              <a:gd name="connsiteY4" fmla="*/ 7263918 h 7263918"/>
              <a:gd name="connsiteX5" fmla="*/ 0 w 8868926"/>
              <a:gd name="connsiteY5" fmla="*/ 0 h 7263918"/>
              <a:gd name="connsiteX0" fmla="*/ 0 w 8868926"/>
              <a:gd name="connsiteY0" fmla="*/ 0 h 7312044"/>
              <a:gd name="connsiteX1" fmla="*/ 5918358 w 8868926"/>
              <a:gd name="connsiteY1" fmla="*/ 8519 h 7312044"/>
              <a:gd name="connsiteX2" fmla="*/ 8868926 w 8868926"/>
              <a:gd name="connsiteY2" fmla="*/ 3721769 h 7312044"/>
              <a:gd name="connsiteX3" fmla="*/ 5800895 w 8868926"/>
              <a:gd name="connsiteY3" fmla="*/ 7312044 h 7312044"/>
              <a:gd name="connsiteX4" fmla="*/ 1752578 w 8868926"/>
              <a:gd name="connsiteY4" fmla="*/ 7263918 h 7312044"/>
              <a:gd name="connsiteX5" fmla="*/ 0 w 8868926"/>
              <a:gd name="connsiteY5" fmla="*/ 0 h 7312044"/>
              <a:gd name="connsiteX0" fmla="*/ 0 w 8836842"/>
              <a:gd name="connsiteY0" fmla="*/ 0 h 7312044"/>
              <a:gd name="connsiteX1" fmla="*/ 5918358 w 8836842"/>
              <a:gd name="connsiteY1" fmla="*/ 8519 h 7312044"/>
              <a:gd name="connsiteX2" fmla="*/ 8836842 w 8836842"/>
              <a:gd name="connsiteY2" fmla="*/ 3625516 h 7312044"/>
              <a:gd name="connsiteX3" fmla="*/ 5800895 w 8836842"/>
              <a:gd name="connsiteY3" fmla="*/ 7312044 h 7312044"/>
              <a:gd name="connsiteX4" fmla="*/ 1752578 w 8836842"/>
              <a:gd name="connsiteY4" fmla="*/ 7263918 h 7312044"/>
              <a:gd name="connsiteX5" fmla="*/ 0 w 8836842"/>
              <a:gd name="connsiteY5" fmla="*/ 0 h 7312044"/>
              <a:gd name="connsiteX0" fmla="*/ 0 w 8836842"/>
              <a:gd name="connsiteY0" fmla="*/ 0 h 7312044"/>
              <a:gd name="connsiteX1" fmla="*/ 5918358 w 8836842"/>
              <a:gd name="connsiteY1" fmla="*/ 8519 h 7312044"/>
              <a:gd name="connsiteX2" fmla="*/ 8836842 w 8836842"/>
              <a:gd name="connsiteY2" fmla="*/ 3625516 h 7312044"/>
              <a:gd name="connsiteX3" fmla="*/ 5800895 w 8836842"/>
              <a:gd name="connsiteY3" fmla="*/ 7312044 h 7312044"/>
              <a:gd name="connsiteX4" fmla="*/ 20031 w 8836842"/>
              <a:gd name="connsiteY4" fmla="*/ 7296002 h 7312044"/>
              <a:gd name="connsiteX5" fmla="*/ 0 w 8836842"/>
              <a:gd name="connsiteY5" fmla="*/ 0 h 7312044"/>
              <a:gd name="connsiteX0" fmla="*/ 0 w 11836715"/>
              <a:gd name="connsiteY0" fmla="*/ 0 h 7344129"/>
              <a:gd name="connsiteX1" fmla="*/ 8918231 w 11836715"/>
              <a:gd name="connsiteY1" fmla="*/ 40604 h 7344129"/>
              <a:gd name="connsiteX2" fmla="*/ 11836715 w 11836715"/>
              <a:gd name="connsiteY2" fmla="*/ 3657601 h 7344129"/>
              <a:gd name="connsiteX3" fmla="*/ 8800768 w 11836715"/>
              <a:gd name="connsiteY3" fmla="*/ 7344129 h 7344129"/>
              <a:gd name="connsiteX4" fmla="*/ 3019904 w 11836715"/>
              <a:gd name="connsiteY4" fmla="*/ 7328087 h 7344129"/>
              <a:gd name="connsiteX5" fmla="*/ 0 w 11836715"/>
              <a:gd name="connsiteY5" fmla="*/ 0 h 7344129"/>
              <a:gd name="connsiteX0" fmla="*/ 12054 w 11848769"/>
              <a:gd name="connsiteY0" fmla="*/ 0 h 7344129"/>
              <a:gd name="connsiteX1" fmla="*/ 8930285 w 11848769"/>
              <a:gd name="connsiteY1" fmla="*/ 40604 h 7344129"/>
              <a:gd name="connsiteX2" fmla="*/ 11848769 w 11848769"/>
              <a:gd name="connsiteY2" fmla="*/ 3657601 h 7344129"/>
              <a:gd name="connsiteX3" fmla="*/ 8812822 w 11848769"/>
              <a:gd name="connsiteY3" fmla="*/ 7344129 h 7344129"/>
              <a:gd name="connsiteX4" fmla="*/ 0 w 11848769"/>
              <a:gd name="connsiteY4" fmla="*/ 6205140 h 7344129"/>
              <a:gd name="connsiteX5" fmla="*/ 12054 w 11848769"/>
              <a:gd name="connsiteY5" fmla="*/ 0 h 7344129"/>
              <a:gd name="connsiteX0" fmla="*/ 12054 w 11848769"/>
              <a:gd name="connsiteY0" fmla="*/ 0 h 6205140"/>
              <a:gd name="connsiteX1" fmla="*/ 8930285 w 11848769"/>
              <a:gd name="connsiteY1" fmla="*/ 40604 h 6205140"/>
              <a:gd name="connsiteX2" fmla="*/ 11848769 w 11848769"/>
              <a:gd name="connsiteY2" fmla="*/ 3657601 h 6205140"/>
              <a:gd name="connsiteX3" fmla="*/ 8909074 w 11848769"/>
              <a:gd name="connsiteY3" fmla="*/ 6205140 h 6205140"/>
              <a:gd name="connsiteX4" fmla="*/ 0 w 11848769"/>
              <a:gd name="connsiteY4" fmla="*/ 6205140 h 6205140"/>
              <a:gd name="connsiteX5" fmla="*/ 12054 w 11848769"/>
              <a:gd name="connsiteY5" fmla="*/ 0 h 6205140"/>
              <a:gd name="connsiteX0" fmla="*/ 12054 w 11479800"/>
              <a:gd name="connsiteY0" fmla="*/ 0 h 6205140"/>
              <a:gd name="connsiteX1" fmla="*/ 8930285 w 11479800"/>
              <a:gd name="connsiteY1" fmla="*/ 40604 h 6205140"/>
              <a:gd name="connsiteX2" fmla="*/ 11479800 w 11479800"/>
              <a:gd name="connsiteY2" fmla="*/ 3096128 h 6205140"/>
              <a:gd name="connsiteX3" fmla="*/ 8909074 w 11479800"/>
              <a:gd name="connsiteY3" fmla="*/ 6205140 h 6205140"/>
              <a:gd name="connsiteX4" fmla="*/ 0 w 11479800"/>
              <a:gd name="connsiteY4" fmla="*/ 6205140 h 6205140"/>
              <a:gd name="connsiteX5" fmla="*/ 12054 w 11479800"/>
              <a:gd name="connsiteY5" fmla="*/ 0 h 6205140"/>
              <a:gd name="connsiteX0" fmla="*/ 0 w 11467746"/>
              <a:gd name="connsiteY0" fmla="*/ 0 h 6205140"/>
              <a:gd name="connsiteX1" fmla="*/ 8918231 w 11467746"/>
              <a:gd name="connsiteY1" fmla="*/ 40604 h 6205140"/>
              <a:gd name="connsiteX2" fmla="*/ 11467746 w 11467746"/>
              <a:gd name="connsiteY2" fmla="*/ 3096128 h 6205140"/>
              <a:gd name="connsiteX3" fmla="*/ 8897020 w 11467746"/>
              <a:gd name="connsiteY3" fmla="*/ 6205140 h 6205140"/>
              <a:gd name="connsiteX4" fmla="*/ 20030 w 11467746"/>
              <a:gd name="connsiteY4" fmla="*/ 6205140 h 6205140"/>
              <a:gd name="connsiteX5" fmla="*/ 0 w 11467746"/>
              <a:gd name="connsiteY5" fmla="*/ 0 h 6205140"/>
              <a:gd name="connsiteX0" fmla="*/ 0 w 11467746"/>
              <a:gd name="connsiteY0" fmla="*/ 0 h 6205140"/>
              <a:gd name="connsiteX1" fmla="*/ 8918231 w 11467746"/>
              <a:gd name="connsiteY1" fmla="*/ 40604 h 6205140"/>
              <a:gd name="connsiteX2" fmla="*/ 11467746 w 11467746"/>
              <a:gd name="connsiteY2" fmla="*/ 3096128 h 6205140"/>
              <a:gd name="connsiteX3" fmla="*/ 8897020 w 11467746"/>
              <a:gd name="connsiteY3" fmla="*/ 6205140 h 6205140"/>
              <a:gd name="connsiteX4" fmla="*/ 20030 w 11467746"/>
              <a:gd name="connsiteY4" fmla="*/ 6205140 h 6205140"/>
              <a:gd name="connsiteX5" fmla="*/ 0 w 11467746"/>
              <a:gd name="connsiteY5" fmla="*/ 0 h 6205140"/>
              <a:gd name="connsiteX0" fmla="*/ 0 w 11467746"/>
              <a:gd name="connsiteY0" fmla="*/ 0 h 6205140"/>
              <a:gd name="connsiteX1" fmla="*/ 8918231 w 11467746"/>
              <a:gd name="connsiteY1" fmla="*/ 24562 h 6205140"/>
              <a:gd name="connsiteX2" fmla="*/ 11467746 w 11467746"/>
              <a:gd name="connsiteY2" fmla="*/ 3096128 h 6205140"/>
              <a:gd name="connsiteX3" fmla="*/ 8897020 w 11467746"/>
              <a:gd name="connsiteY3" fmla="*/ 6205140 h 6205140"/>
              <a:gd name="connsiteX4" fmla="*/ 20030 w 11467746"/>
              <a:gd name="connsiteY4" fmla="*/ 6205140 h 6205140"/>
              <a:gd name="connsiteX5" fmla="*/ 0 w 11467746"/>
              <a:gd name="connsiteY5" fmla="*/ 0 h 6205140"/>
              <a:gd name="connsiteX0" fmla="*/ 0 w 11467746"/>
              <a:gd name="connsiteY0" fmla="*/ 0 h 6205140"/>
              <a:gd name="connsiteX1" fmla="*/ 8918231 w 11467746"/>
              <a:gd name="connsiteY1" fmla="*/ 24562 h 6205140"/>
              <a:gd name="connsiteX2" fmla="*/ 11467746 w 11467746"/>
              <a:gd name="connsiteY2" fmla="*/ 3096128 h 6205140"/>
              <a:gd name="connsiteX3" fmla="*/ 8913062 w 11467746"/>
              <a:gd name="connsiteY3" fmla="*/ 6205140 h 6205140"/>
              <a:gd name="connsiteX4" fmla="*/ 20030 w 11467746"/>
              <a:gd name="connsiteY4" fmla="*/ 6205140 h 6205140"/>
              <a:gd name="connsiteX5" fmla="*/ 0 w 11467746"/>
              <a:gd name="connsiteY5" fmla="*/ 0 h 6205140"/>
              <a:gd name="connsiteX0" fmla="*/ 0 w 11467746"/>
              <a:gd name="connsiteY0" fmla="*/ 2205290 h 8410430"/>
              <a:gd name="connsiteX1" fmla="*/ 6191074 w 11467746"/>
              <a:gd name="connsiteY1" fmla="*/ 0 h 8410430"/>
              <a:gd name="connsiteX2" fmla="*/ 11467746 w 11467746"/>
              <a:gd name="connsiteY2" fmla="*/ 5301418 h 8410430"/>
              <a:gd name="connsiteX3" fmla="*/ 8913062 w 11467746"/>
              <a:gd name="connsiteY3" fmla="*/ 8410430 h 8410430"/>
              <a:gd name="connsiteX4" fmla="*/ 20030 w 11467746"/>
              <a:gd name="connsiteY4" fmla="*/ 8410430 h 8410430"/>
              <a:gd name="connsiteX5" fmla="*/ 0 w 11467746"/>
              <a:gd name="connsiteY5" fmla="*/ 2205290 h 8410430"/>
              <a:gd name="connsiteX0" fmla="*/ 0 w 10858146"/>
              <a:gd name="connsiteY0" fmla="*/ 2205290 h 8410430"/>
              <a:gd name="connsiteX1" fmla="*/ 6191074 w 10858146"/>
              <a:gd name="connsiteY1" fmla="*/ 0 h 8410430"/>
              <a:gd name="connsiteX2" fmla="*/ 10858146 w 10858146"/>
              <a:gd name="connsiteY2" fmla="*/ 5686428 h 8410430"/>
              <a:gd name="connsiteX3" fmla="*/ 8913062 w 10858146"/>
              <a:gd name="connsiteY3" fmla="*/ 8410430 h 8410430"/>
              <a:gd name="connsiteX4" fmla="*/ 20030 w 10858146"/>
              <a:gd name="connsiteY4" fmla="*/ 8410430 h 8410430"/>
              <a:gd name="connsiteX5" fmla="*/ 0 w 10858146"/>
              <a:gd name="connsiteY5" fmla="*/ 2205290 h 8410430"/>
              <a:gd name="connsiteX0" fmla="*/ 0 w 10858146"/>
              <a:gd name="connsiteY0" fmla="*/ 2205290 h 11330093"/>
              <a:gd name="connsiteX1" fmla="*/ 6191074 w 10858146"/>
              <a:gd name="connsiteY1" fmla="*/ 0 h 11330093"/>
              <a:gd name="connsiteX2" fmla="*/ 10858146 w 10858146"/>
              <a:gd name="connsiteY2" fmla="*/ 5686428 h 11330093"/>
              <a:gd name="connsiteX3" fmla="*/ 6250072 w 10858146"/>
              <a:gd name="connsiteY3" fmla="*/ 11330093 h 11330093"/>
              <a:gd name="connsiteX4" fmla="*/ 20030 w 10858146"/>
              <a:gd name="connsiteY4" fmla="*/ 8410430 h 11330093"/>
              <a:gd name="connsiteX5" fmla="*/ 0 w 10858146"/>
              <a:gd name="connsiteY5" fmla="*/ 2205290 h 11330093"/>
              <a:gd name="connsiteX0" fmla="*/ 44678 w 10902824"/>
              <a:gd name="connsiteY0" fmla="*/ 2205290 h 11362178"/>
              <a:gd name="connsiteX1" fmla="*/ 6235752 w 10902824"/>
              <a:gd name="connsiteY1" fmla="*/ 0 h 11362178"/>
              <a:gd name="connsiteX2" fmla="*/ 10902824 w 10902824"/>
              <a:gd name="connsiteY2" fmla="*/ 5686428 h 11362178"/>
              <a:gd name="connsiteX3" fmla="*/ 6294750 w 10902824"/>
              <a:gd name="connsiteY3" fmla="*/ 11330093 h 11362178"/>
              <a:gd name="connsiteX4" fmla="*/ 540 w 10902824"/>
              <a:gd name="connsiteY4" fmla="*/ 11362178 h 11362178"/>
              <a:gd name="connsiteX5" fmla="*/ 44678 w 10902824"/>
              <a:gd name="connsiteY5" fmla="*/ 2205290 h 11362178"/>
              <a:gd name="connsiteX0" fmla="*/ 13182 w 10903412"/>
              <a:gd name="connsiteY0" fmla="*/ 0 h 11370698"/>
              <a:gd name="connsiteX1" fmla="*/ 6236340 w 10903412"/>
              <a:gd name="connsiteY1" fmla="*/ 8520 h 11370698"/>
              <a:gd name="connsiteX2" fmla="*/ 10903412 w 10903412"/>
              <a:gd name="connsiteY2" fmla="*/ 5694948 h 11370698"/>
              <a:gd name="connsiteX3" fmla="*/ 6295338 w 10903412"/>
              <a:gd name="connsiteY3" fmla="*/ 11338613 h 11370698"/>
              <a:gd name="connsiteX4" fmla="*/ 1128 w 10903412"/>
              <a:gd name="connsiteY4" fmla="*/ 11370698 h 11370698"/>
              <a:gd name="connsiteX5" fmla="*/ 13182 w 10903412"/>
              <a:gd name="connsiteY5" fmla="*/ 0 h 11370698"/>
              <a:gd name="connsiteX0" fmla="*/ 44678 w 10934908"/>
              <a:gd name="connsiteY0" fmla="*/ 0 h 11354655"/>
              <a:gd name="connsiteX1" fmla="*/ 6267836 w 10934908"/>
              <a:gd name="connsiteY1" fmla="*/ 8520 h 11354655"/>
              <a:gd name="connsiteX2" fmla="*/ 10934908 w 10934908"/>
              <a:gd name="connsiteY2" fmla="*/ 5694948 h 11354655"/>
              <a:gd name="connsiteX3" fmla="*/ 6326834 w 10934908"/>
              <a:gd name="connsiteY3" fmla="*/ 11338613 h 11354655"/>
              <a:gd name="connsiteX4" fmla="*/ 540 w 10934908"/>
              <a:gd name="connsiteY4" fmla="*/ 11354655 h 11354655"/>
              <a:gd name="connsiteX5" fmla="*/ 44678 w 10934908"/>
              <a:gd name="connsiteY5" fmla="*/ 0 h 11354655"/>
              <a:gd name="connsiteX0" fmla="*/ 13182 w 10935496"/>
              <a:gd name="connsiteY0" fmla="*/ 0 h 11370698"/>
              <a:gd name="connsiteX1" fmla="*/ 6268424 w 10935496"/>
              <a:gd name="connsiteY1" fmla="*/ 24563 h 11370698"/>
              <a:gd name="connsiteX2" fmla="*/ 10935496 w 10935496"/>
              <a:gd name="connsiteY2" fmla="*/ 5710991 h 11370698"/>
              <a:gd name="connsiteX3" fmla="*/ 6327422 w 10935496"/>
              <a:gd name="connsiteY3" fmla="*/ 11354656 h 11370698"/>
              <a:gd name="connsiteX4" fmla="*/ 1128 w 10935496"/>
              <a:gd name="connsiteY4" fmla="*/ 11370698 h 11370698"/>
              <a:gd name="connsiteX5" fmla="*/ 13182 w 10935496"/>
              <a:gd name="connsiteY5" fmla="*/ 0 h 11370698"/>
              <a:gd name="connsiteX0" fmla="*/ 13182 w 10935496"/>
              <a:gd name="connsiteY0" fmla="*/ 7521 h 11378219"/>
              <a:gd name="connsiteX1" fmla="*/ 6220298 w 10935496"/>
              <a:gd name="connsiteY1" fmla="*/ 0 h 11378219"/>
              <a:gd name="connsiteX2" fmla="*/ 10935496 w 10935496"/>
              <a:gd name="connsiteY2" fmla="*/ 5718512 h 11378219"/>
              <a:gd name="connsiteX3" fmla="*/ 6327422 w 10935496"/>
              <a:gd name="connsiteY3" fmla="*/ 11362177 h 11378219"/>
              <a:gd name="connsiteX4" fmla="*/ 1128 w 10935496"/>
              <a:gd name="connsiteY4" fmla="*/ 11378219 h 11378219"/>
              <a:gd name="connsiteX5" fmla="*/ 13182 w 10935496"/>
              <a:gd name="connsiteY5" fmla="*/ 7521 h 11378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935496" h="11378219">
                <a:moveTo>
                  <a:pt x="13182" y="7521"/>
                </a:moveTo>
                <a:lnTo>
                  <a:pt x="6220298" y="0"/>
                </a:lnTo>
                <a:lnTo>
                  <a:pt x="10935496" y="5718512"/>
                </a:lnTo>
                <a:lnTo>
                  <a:pt x="6327422" y="11362177"/>
                </a:lnTo>
                <a:lnTo>
                  <a:pt x="1128" y="11378219"/>
                </a:lnTo>
                <a:cubicBezTo>
                  <a:pt x="-5549" y="9309839"/>
                  <a:pt x="19859" y="2075901"/>
                  <a:pt x="13182" y="7521"/>
                </a:cubicBezTo>
                <a:close/>
              </a:path>
            </a:pathLst>
          </a:custGeom>
          <a:pattFill prst="pct80">
            <a:fgClr>
              <a:schemeClr val="bg2"/>
            </a:fgClr>
            <a:bgClr>
              <a:schemeClr val="tx2"/>
            </a:bgClr>
          </a:pattFill>
        </p:spPr>
        <p:txBody>
          <a:bodyPr anchor="ctr">
            <a:normAutofit/>
          </a:bodyPr>
          <a:lstStyle>
            <a:lvl1pPr algn="ctr">
              <a:defRPr sz="1400" b="0" i="0">
                <a:solidFill>
                  <a:schemeClr val="tx2"/>
                </a:solidFill>
                <a:latin typeface="Lato" panose="020F0502020204030203" pitchFamily="34" charset="77"/>
              </a:defRPr>
            </a:lvl1pPr>
          </a:lstStyle>
          <a:p>
            <a:r>
              <a:rPr lang="en-US"/>
              <a:t>Click icon to add photo.</a:t>
            </a:r>
          </a:p>
          <a:p>
            <a:r>
              <a:rPr lang="en-US"/>
              <a:t>Or drag photo into this space.</a:t>
            </a:r>
          </a:p>
        </p:txBody>
      </p:sp>
      <p:sp>
        <p:nvSpPr>
          <p:cNvPr id="18" name="Picture Placeholder 23">
            <a:extLst>
              <a:ext uri="{FF2B5EF4-FFF2-40B4-BE49-F238E27FC236}">
                <a16:creationId xmlns:a16="http://schemas.microsoft.com/office/drawing/2014/main" id="{3A2268DC-6806-B2BA-CF1C-07E78A77122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285609" y="1188231"/>
            <a:ext cx="629793" cy="59306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100" b="0" i="0">
                <a:latin typeface="Lato" panose="020F0502020204030203" pitchFamily="34" charset="77"/>
              </a:defRPr>
            </a:lvl1pPr>
          </a:lstStyle>
          <a:p>
            <a:endParaRPr lang="en-US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40339E63-B3C4-731F-8015-111D5ED4EF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85610" y="2355318"/>
            <a:ext cx="4578383" cy="954855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90000"/>
              </a:lnSpc>
              <a:tabLst/>
              <a:defRPr sz="3600" b="0" i="0" spc="-91">
                <a:solidFill>
                  <a:schemeClr val="tx1"/>
                </a:solidFill>
                <a:latin typeface="+mj-lt"/>
                <a:ea typeface="Lato" panose="020F0502020204030203" pitchFamily="34" charset="77"/>
                <a:cs typeface="Lato" panose="020F0502020204030203" pitchFamily="34" charset="77"/>
              </a:defRPr>
            </a:lvl1pPr>
          </a:lstStyle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Create your headline with </a:t>
            </a:r>
            <a:r>
              <a:rPr lang="en-US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word emphasis</a:t>
            </a:r>
            <a:endParaRPr lang="en-US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8F30C5D3-735E-FF8D-1DD0-27503506738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285609" y="3547828"/>
            <a:ext cx="4363472" cy="228164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lnSpc>
                <a:spcPct val="100000"/>
              </a:lnSpc>
              <a:spcBef>
                <a:spcPts val="500"/>
              </a:spcBef>
              <a:spcAft>
                <a:spcPts val="909"/>
              </a:spcAft>
              <a:buClr>
                <a:schemeClr val="accent6"/>
              </a:buClr>
              <a:defRPr sz="1600" b="0" i="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2pPr marL="174638" indent="-174638">
              <a:lnSpc>
                <a:spcPct val="100000"/>
              </a:lnSpc>
              <a:spcBef>
                <a:spcPts val="500"/>
              </a:spcBef>
              <a:spcAft>
                <a:spcPts val="607"/>
              </a:spcAft>
              <a:buClr>
                <a:schemeClr val="tx2"/>
              </a:buClr>
              <a:buSzPct val="110000"/>
              <a:buFont typeface="Wingdings" pitchFamily="2" charset="2"/>
              <a:buChar char="§"/>
              <a:defRPr sz="1600" b="0" i="0">
                <a:solidFill>
                  <a:schemeClr val="tx1"/>
                </a:solidFill>
                <a:latin typeface="+mn-lt"/>
                <a:ea typeface="Lato" panose="020F0502020204030203" pitchFamily="34" charset="77"/>
                <a:cs typeface="Lato" panose="020F0502020204030203" pitchFamily="34" charset="77"/>
              </a:defRPr>
            </a:lvl2pPr>
            <a:lvl3pPr marL="349278" indent="-152810">
              <a:lnSpc>
                <a:spcPct val="100000"/>
              </a:lnSpc>
              <a:spcBef>
                <a:spcPts val="500"/>
              </a:spcBef>
              <a:spcAft>
                <a:spcPts val="303"/>
              </a:spcAft>
              <a:buClr>
                <a:schemeClr val="tx2"/>
              </a:buClr>
              <a:buFont typeface="System Font Regular"/>
              <a:buChar char="⁃"/>
              <a:defRPr sz="1600" b="0" i="0">
                <a:solidFill>
                  <a:schemeClr val="tx1"/>
                </a:solidFill>
                <a:latin typeface="+mn-lt"/>
                <a:ea typeface="Lato" panose="020F0502020204030203" pitchFamily="34" charset="77"/>
                <a:cs typeface="Lato" panose="020F0502020204030203" pitchFamily="34" charset="77"/>
              </a:defRPr>
            </a:lvl3pPr>
            <a:lvl4pPr marL="1600085" indent="-228584">
              <a:lnSpc>
                <a:spcPct val="130000"/>
              </a:lnSpc>
              <a:buClr>
                <a:schemeClr val="accent6"/>
              </a:buClr>
              <a:buFont typeface="System Font Regular"/>
              <a:buChar char="-"/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30000"/>
              </a:lnSpc>
              <a:buClr>
                <a:schemeClr val="accent6"/>
              </a:buClr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/>
              <a:t>First Level.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</a:t>
            </a:r>
          </a:p>
          <a:p>
            <a:pPr lvl="1"/>
            <a:r>
              <a:rPr lang="en-US"/>
              <a:t>Second level – indent to go to this style. </a:t>
            </a:r>
          </a:p>
          <a:p>
            <a:pPr lvl="2"/>
            <a:r>
              <a:rPr lang="en-US"/>
              <a:t>Third level – indent again to go to this style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823393D6-DF55-5439-D96D-3DD9ADE50B8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206434" y="2040710"/>
            <a:ext cx="4578383" cy="206963"/>
          </a:xfrm>
          <a:prstGeom prst="rect">
            <a:avLst/>
          </a:prstGeom>
        </p:spPr>
        <p:txBody>
          <a:bodyPr/>
          <a:lstStyle>
            <a:lvl1pPr>
              <a:defRPr sz="971" b="0" i="0" cap="all" spc="364" baseline="0">
                <a:solidFill>
                  <a:schemeClr val="tx2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GB"/>
              <a:t>EYEBROW TITLE</a:t>
            </a:r>
          </a:p>
        </p:txBody>
      </p:sp>
      <p:sp>
        <p:nvSpPr>
          <p:cNvPr id="45" name="Date Placeholder 44">
            <a:extLst>
              <a:ext uri="{FF2B5EF4-FFF2-40B4-BE49-F238E27FC236}">
                <a16:creationId xmlns:a16="http://schemas.microsoft.com/office/drawing/2014/main" id="{41EAAFA5-6B9D-1457-1440-60D8AF168EF4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6" name="Footer Placeholder 45">
            <a:extLst>
              <a:ext uri="{FF2B5EF4-FFF2-40B4-BE49-F238E27FC236}">
                <a16:creationId xmlns:a16="http://schemas.microsoft.com/office/drawing/2014/main" id="{507B94EC-D3F4-1A77-FB6B-E67A24C62E77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r>
              <a:rPr lang="en-US"/>
              <a:t>Copyright © 2026 Kinaxis. All Rights Reserved. Access limited to internal use only.</a:t>
            </a:r>
          </a:p>
        </p:txBody>
      </p:sp>
      <p:sp>
        <p:nvSpPr>
          <p:cNvPr id="47" name="Slide Number Placeholder 46">
            <a:extLst>
              <a:ext uri="{FF2B5EF4-FFF2-40B4-BE49-F238E27FC236}">
                <a16:creationId xmlns:a16="http://schemas.microsoft.com/office/drawing/2014/main" id="{BC9C47ED-F34A-7984-3E7D-030C426F2C88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F1488A8B-C121-C846-AEE5-0D98B869D111}" type="slidenum">
              <a:rPr lang="en-US" sz="800" smtClean="0">
                <a:cs typeface="Calibri" panose="020F0502020204030204" pitchFamily="34" charset="0"/>
              </a:rPr>
              <a:pPr/>
              <a:t>‹#›</a:t>
            </a:fld>
            <a:endParaRPr 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5E856FB-C499-8F92-753E-57A6E74CFF0E}"/>
              </a:ext>
            </a:extLst>
          </p:cNvPr>
          <p:cNvSpPr txBox="1"/>
          <p:nvPr userDrawn="1"/>
        </p:nvSpPr>
        <p:spPr>
          <a:xfrm>
            <a:off x="458724" y="6323087"/>
            <a:ext cx="1074330" cy="295686"/>
          </a:xfrm>
          <a:prstGeom prst="roundRect">
            <a:avLst>
              <a:gd name="adj" fmla="val 8077"/>
            </a:avLst>
          </a:prstGeom>
          <a:solidFill>
            <a:schemeClr val="accent4"/>
          </a:solidFill>
        </p:spPr>
        <p:txBody>
          <a:bodyPr wrap="square" tIns="49118" bIns="49118" rtlCol="0">
            <a:spAutoFit/>
          </a:bodyPr>
          <a:lstStyle/>
          <a:p>
            <a:pPr algn="ctr"/>
            <a:r>
              <a:rPr lang="en-GB" sz="1092">
                <a:solidFill>
                  <a:schemeClr val="tx1"/>
                </a:solidFill>
                <a:latin typeface="WordVisi_MSFontService"/>
              </a:rPr>
              <a:t>INTERNAL</a:t>
            </a:r>
            <a:endParaRPr lang="en-GB" sz="1046">
              <a:solidFill>
                <a:schemeClr val="tx1"/>
              </a:solidFill>
              <a:latin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30639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4625" userDrawn="1">
          <p15:clr>
            <a:srgbClr val="FBAE40"/>
          </p15:clr>
        </p15:guide>
        <p15:guide id="2" orient="horz" pos="1287" userDrawn="1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9">
            <a:extLst>
              <a:ext uri="{FF2B5EF4-FFF2-40B4-BE49-F238E27FC236}">
                <a16:creationId xmlns:a16="http://schemas.microsoft.com/office/drawing/2014/main" id="{8369706A-C8EC-D778-44E3-94F441F8DD0B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-19457" y="-14291"/>
            <a:ext cx="6631760" cy="6899763"/>
          </a:xfrm>
          <a:custGeom>
            <a:avLst/>
            <a:gdLst>
              <a:gd name="connsiteX0" fmla="*/ 9 w 8756650"/>
              <a:gd name="connsiteY0" fmla="*/ 3071565 h 8041482"/>
              <a:gd name="connsiteX1" fmla="*/ 4378325 w 8756650"/>
              <a:gd name="connsiteY1" fmla="*/ 0 h 8041482"/>
              <a:gd name="connsiteX2" fmla="*/ 8756641 w 8756650"/>
              <a:gd name="connsiteY2" fmla="*/ 3071565 h 8041482"/>
              <a:gd name="connsiteX3" fmla="*/ 7084273 w 8756650"/>
              <a:gd name="connsiteY3" fmla="*/ 8041462 h 8041482"/>
              <a:gd name="connsiteX4" fmla="*/ 1672377 w 8756650"/>
              <a:gd name="connsiteY4" fmla="*/ 8041462 h 8041482"/>
              <a:gd name="connsiteX5" fmla="*/ 9 w 8756650"/>
              <a:gd name="connsiteY5" fmla="*/ 3071565 h 8041482"/>
              <a:gd name="connsiteX0" fmla="*/ 0 w 8788716"/>
              <a:gd name="connsiteY0" fmla="*/ 3071565 h 8041462"/>
              <a:gd name="connsiteX1" fmla="*/ 4378316 w 8788716"/>
              <a:gd name="connsiteY1" fmla="*/ 0 h 8041462"/>
              <a:gd name="connsiteX2" fmla="*/ 8788716 w 8788716"/>
              <a:gd name="connsiteY2" fmla="*/ 4499313 h 8041462"/>
              <a:gd name="connsiteX3" fmla="*/ 7084264 w 8788716"/>
              <a:gd name="connsiteY3" fmla="*/ 8041462 h 8041462"/>
              <a:gd name="connsiteX4" fmla="*/ 1672368 w 8788716"/>
              <a:gd name="connsiteY4" fmla="*/ 8041462 h 8041462"/>
              <a:gd name="connsiteX5" fmla="*/ 0 w 8788716"/>
              <a:gd name="connsiteY5" fmla="*/ 3071565 h 8041462"/>
              <a:gd name="connsiteX0" fmla="*/ 0 w 8788716"/>
              <a:gd name="connsiteY0" fmla="*/ 2285502 h 7255399"/>
              <a:gd name="connsiteX1" fmla="*/ 5838148 w 8788716"/>
              <a:gd name="connsiteY1" fmla="*/ 0 h 7255399"/>
              <a:gd name="connsiteX2" fmla="*/ 8788716 w 8788716"/>
              <a:gd name="connsiteY2" fmla="*/ 3713250 h 7255399"/>
              <a:gd name="connsiteX3" fmla="*/ 7084264 w 8788716"/>
              <a:gd name="connsiteY3" fmla="*/ 7255399 h 7255399"/>
              <a:gd name="connsiteX4" fmla="*/ 1672368 w 8788716"/>
              <a:gd name="connsiteY4" fmla="*/ 7255399 h 7255399"/>
              <a:gd name="connsiteX5" fmla="*/ 0 w 8788716"/>
              <a:gd name="connsiteY5" fmla="*/ 2285502 h 7255399"/>
              <a:gd name="connsiteX0" fmla="*/ 0 w 8868926"/>
              <a:gd name="connsiteY0" fmla="*/ 0 h 7263918"/>
              <a:gd name="connsiteX1" fmla="*/ 5918358 w 8868926"/>
              <a:gd name="connsiteY1" fmla="*/ 8519 h 7263918"/>
              <a:gd name="connsiteX2" fmla="*/ 8868926 w 8868926"/>
              <a:gd name="connsiteY2" fmla="*/ 3721769 h 7263918"/>
              <a:gd name="connsiteX3" fmla="*/ 7164474 w 8868926"/>
              <a:gd name="connsiteY3" fmla="*/ 7263918 h 7263918"/>
              <a:gd name="connsiteX4" fmla="*/ 1752578 w 8868926"/>
              <a:gd name="connsiteY4" fmla="*/ 7263918 h 7263918"/>
              <a:gd name="connsiteX5" fmla="*/ 0 w 8868926"/>
              <a:gd name="connsiteY5" fmla="*/ 0 h 7263918"/>
              <a:gd name="connsiteX0" fmla="*/ 0 w 8868926"/>
              <a:gd name="connsiteY0" fmla="*/ 0 h 7312044"/>
              <a:gd name="connsiteX1" fmla="*/ 5918358 w 8868926"/>
              <a:gd name="connsiteY1" fmla="*/ 8519 h 7312044"/>
              <a:gd name="connsiteX2" fmla="*/ 8868926 w 8868926"/>
              <a:gd name="connsiteY2" fmla="*/ 3721769 h 7312044"/>
              <a:gd name="connsiteX3" fmla="*/ 5800895 w 8868926"/>
              <a:gd name="connsiteY3" fmla="*/ 7312044 h 7312044"/>
              <a:gd name="connsiteX4" fmla="*/ 1752578 w 8868926"/>
              <a:gd name="connsiteY4" fmla="*/ 7263918 h 7312044"/>
              <a:gd name="connsiteX5" fmla="*/ 0 w 8868926"/>
              <a:gd name="connsiteY5" fmla="*/ 0 h 7312044"/>
              <a:gd name="connsiteX0" fmla="*/ 0 w 8836842"/>
              <a:gd name="connsiteY0" fmla="*/ 0 h 7312044"/>
              <a:gd name="connsiteX1" fmla="*/ 5918358 w 8836842"/>
              <a:gd name="connsiteY1" fmla="*/ 8519 h 7312044"/>
              <a:gd name="connsiteX2" fmla="*/ 8836842 w 8836842"/>
              <a:gd name="connsiteY2" fmla="*/ 3625516 h 7312044"/>
              <a:gd name="connsiteX3" fmla="*/ 5800895 w 8836842"/>
              <a:gd name="connsiteY3" fmla="*/ 7312044 h 7312044"/>
              <a:gd name="connsiteX4" fmla="*/ 1752578 w 8836842"/>
              <a:gd name="connsiteY4" fmla="*/ 7263918 h 7312044"/>
              <a:gd name="connsiteX5" fmla="*/ 0 w 8836842"/>
              <a:gd name="connsiteY5" fmla="*/ 0 h 7312044"/>
              <a:gd name="connsiteX0" fmla="*/ 0 w 8836842"/>
              <a:gd name="connsiteY0" fmla="*/ 0 h 7312044"/>
              <a:gd name="connsiteX1" fmla="*/ 5918358 w 8836842"/>
              <a:gd name="connsiteY1" fmla="*/ 8519 h 7312044"/>
              <a:gd name="connsiteX2" fmla="*/ 8836842 w 8836842"/>
              <a:gd name="connsiteY2" fmla="*/ 3625516 h 7312044"/>
              <a:gd name="connsiteX3" fmla="*/ 5800895 w 8836842"/>
              <a:gd name="connsiteY3" fmla="*/ 7312044 h 7312044"/>
              <a:gd name="connsiteX4" fmla="*/ 20031 w 8836842"/>
              <a:gd name="connsiteY4" fmla="*/ 7296002 h 7312044"/>
              <a:gd name="connsiteX5" fmla="*/ 0 w 8836842"/>
              <a:gd name="connsiteY5" fmla="*/ 0 h 7312044"/>
              <a:gd name="connsiteX0" fmla="*/ 0 w 11836715"/>
              <a:gd name="connsiteY0" fmla="*/ 0 h 7344129"/>
              <a:gd name="connsiteX1" fmla="*/ 8918231 w 11836715"/>
              <a:gd name="connsiteY1" fmla="*/ 40604 h 7344129"/>
              <a:gd name="connsiteX2" fmla="*/ 11836715 w 11836715"/>
              <a:gd name="connsiteY2" fmla="*/ 3657601 h 7344129"/>
              <a:gd name="connsiteX3" fmla="*/ 8800768 w 11836715"/>
              <a:gd name="connsiteY3" fmla="*/ 7344129 h 7344129"/>
              <a:gd name="connsiteX4" fmla="*/ 3019904 w 11836715"/>
              <a:gd name="connsiteY4" fmla="*/ 7328087 h 7344129"/>
              <a:gd name="connsiteX5" fmla="*/ 0 w 11836715"/>
              <a:gd name="connsiteY5" fmla="*/ 0 h 7344129"/>
              <a:gd name="connsiteX0" fmla="*/ 12054 w 11848769"/>
              <a:gd name="connsiteY0" fmla="*/ 0 h 7344129"/>
              <a:gd name="connsiteX1" fmla="*/ 8930285 w 11848769"/>
              <a:gd name="connsiteY1" fmla="*/ 40604 h 7344129"/>
              <a:gd name="connsiteX2" fmla="*/ 11848769 w 11848769"/>
              <a:gd name="connsiteY2" fmla="*/ 3657601 h 7344129"/>
              <a:gd name="connsiteX3" fmla="*/ 8812822 w 11848769"/>
              <a:gd name="connsiteY3" fmla="*/ 7344129 h 7344129"/>
              <a:gd name="connsiteX4" fmla="*/ 0 w 11848769"/>
              <a:gd name="connsiteY4" fmla="*/ 6205140 h 7344129"/>
              <a:gd name="connsiteX5" fmla="*/ 12054 w 11848769"/>
              <a:gd name="connsiteY5" fmla="*/ 0 h 7344129"/>
              <a:gd name="connsiteX0" fmla="*/ 12054 w 11848769"/>
              <a:gd name="connsiteY0" fmla="*/ 0 h 6205140"/>
              <a:gd name="connsiteX1" fmla="*/ 8930285 w 11848769"/>
              <a:gd name="connsiteY1" fmla="*/ 40604 h 6205140"/>
              <a:gd name="connsiteX2" fmla="*/ 11848769 w 11848769"/>
              <a:gd name="connsiteY2" fmla="*/ 3657601 h 6205140"/>
              <a:gd name="connsiteX3" fmla="*/ 8909074 w 11848769"/>
              <a:gd name="connsiteY3" fmla="*/ 6205140 h 6205140"/>
              <a:gd name="connsiteX4" fmla="*/ 0 w 11848769"/>
              <a:gd name="connsiteY4" fmla="*/ 6205140 h 6205140"/>
              <a:gd name="connsiteX5" fmla="*/ 12054 w 11848769"/>
              <a:gd name="connsiteY5" fmla="*/ 0 h 6205140"/>
              <a:gd name="connsiteX0" fmla="*/ 12054 w 11479800"/>
              <a:gd name="connsiteY0" fmla="*/ 0 h 6205140"/>
              <a:gd name="connsiteX1" fmla="*/ 8930285 w 11479800"/>
              <a:gd name="connsiteY1" fmla="*/ 40604 h 6205140"/>
              <a:gd name="connsiteX2" fmla="*/ 11479800 w 11479800"/>
              <a:gd name="connsiteY2" fmla="*/ 3096128 h 6205140"/>
              <a:gd name="connsiteX3" fmla="*/ 8909074 w 11479800"/>
              <a:gd name="connsiteY3" fmla="*/ 6205140 h 6205140"/>
              <a:gd name="connsiteX4" fmla="*/ 0 w 11479800"/>
              <a:gd name="connsiteY4" fmla="*/ 6205140 h 6205140"/>
              <a:gd name="connsiteX5" fmla="*/ 12054 w 11479800"/>
              <a:gd name="connsiteY5" fmla="*/ 0 h 6205140"/>
              <a:gd name="connsiteX0" fmla="*/ 0 w 11467746"/>
              <a:gd name="connsiteY0" fmla="*/ 0 h 6205140"/>
              <a:gd name="connsiteX1" fmla="*/ 8918231 w 11467746"/>
              <a:gd name="connsiteY1" fmla="*/ 40604 h 6205140"/>
              <a:gd name="connsiteX2" fmla="*/ 11467746 w 11467746"/>
              <a:gd name="connsiteY2" fmla="*/ 3096128 h 6205140"/>
              <a:gd name="connsiteX3" fmla="*/ 8897020 w 11467746"/>
              <a:gd name="connsiteY3" fmla="*/ 6205140 h 6205140"/>
              <a:gd name="connsiteX4" fmla="*/ 20030 w 11467746"/>
              <a:gd name="connsiteY4" fmla="*/ 6205140 h 6205140"/>
              <a:gd name="connsiteX5" fmla="*/ 0 w 11467746"/>
              <a:gd name="connsiteY5" fmla="*/ 0 h 6205140"/>
              <a:gd name="connsiteX0" fmla="*/ 0 w 11467746"/>
              <a:gd name="connsiteY0" fmla="*/ 0 h 6205140"/>
              <a:gd name="connsiteX1" fmla="*/ 8918231 w 11467746"/>
              <a:gd name="connsiteY1" fmla="*/ 40604 h 6205140"/>
              <a:gd name="connsiteX2" fmla="*/ 11467746 w 11467746"/>
              <a:gd name="connsiteY2" fmla="*/ 3096128 h 6205140"/>
              <a:gd name="connsiteX3" fmla="*/ 8897020 w 11467746"/>
              <a:gd name="connsiteY3" fmla="*/ 6205140 h 6205140"/>
              <a:gd name="connsiteX4" fmla="*/ 20030 w 11467746"/>
              <a:gd name="connsiteY4" fmla="*/ 6205140 h 6205140"/>
              <a:gd name="connsiteX5" fmla="*/ 0 w 11467746"/>
              <a:gd name="connsiteY5" fmla="*/ 0 h 6205140"/>
              <a:gd name="connsiteX0" fmla="*/ 0 w 11467746"/>
              <a:gd name="connsiteY0" fmla="*/ 0 h 6205140"/>
              <a:gd name="connsiteX1" fmla="*/ 8918231 w 11467746"/>
              <a:gd name="connsiteY1" fmla="*/ 24562 h 6205140"/>
              <a:gd name="connsiteX2" fmla="*/ 11467746 w 11467746"/>
              <a:gd name="connsiteY2" fmla="*/ 3096128 h 6205140"/>
              <a:gd name="connsiteX3" fmla="*/ 8897020 w 11467746"/>
              <a:gd name="connsiteY3" fmla="*/ 6205140 h 6205140"/>
              <a:gd name="connsiteX4" fmla="*/ 20030 w 11467746"/>
              <a:gd name="connsiteY4" fmla="*/ 6205140 h 6205140"/>
              <a:gd name="connsiteX5" fmla="*/ 0 w 11467746"/>
              <a:gd name="connsiteY5" fmla="*/ 0 h 6205140"/>
              <a:gd name="connsiteX0" fmla="*/ 0 w 11467746"/>
              <a:gd name="connsiteY0" fmla="*/ 0 h 6205140"/>
              <a:gd name="connsiteX1" fmla="*/ 8918231 w 11467746"/>
              <a:gd name="connsiteY1" fmla="*/ 24562 h 6205140"/>
              <a:gd name="connsiteX2" fmla="*/ 11467746 w 11467746"/>
              <a:gd name="connsiteY2" fmla="*/ 3096128 h 6205140"/>
              <a:gd name="connsiteX3" fmla="*/ 8913062 w 11467746"/>
              <a:gd name="connsiteY3" fmla="*/ 6205140 h 6205140"/>
              <a:gd name="connsiteX4" fmla="*/ 20030 w 11467746"/>
              <a:gd name="connsiteY4" fmla="*/ 6205140 h 6205140"/>
              <a:gd name="connsiteX5" fmla="*/ 0 w 11467746"/>
              <a:gd name="connsiteY5" fmla="*/ 0 h 6205140"/>
              <a:gd name="connsiteX0" fmla="*/ 0 w 11467746"/>
              <a:gd name="connsiteY0" fmla="*/ 2205290 h 8410430"/>
              <a:gd name="connsiteX1" fmla="*/ 6191074 w 11467746"/>
              <a:gd name="connsiteY1" fmla="*/ 0 h 8410430"/>
              <a:gd name="connsiteX2" fmla="*/ 11467746 w 11467746"/>
              <a:gd name="connsiteY2" fmla="*/ 5301418 h 8410430"/>
              <a:gd name="connsiteX3" fmla="*/ 8913062 w 11467746"/>
              <a:gd name="connsiteY3" fmla="*/ 8410430 h 8410430"/>
              <a:gd name="connsiteX4" fmla="*/ 20030 w 11467746"/>
              <a:gd name="connsiteY4" fmla="*/ 8410430 h 8410430"/>
              <a:gd name="connsiteX5" fmla="*/ 0 w 11467746"/>
              <a:gd name="connsiteY5" fmla="*/ 2205290 h 8410430"/>
              <a:gd name="connsiteX0" fmla="*/ 0 w 10858146"/>
              <a:gd name="connsiteY0" fmla="*/ 2205290 h 8410430"/>
              <a:gd name="connsiteX1" fmla="*/ 6191074 w 10858146"/>
              <a:gd name="connsiteY1" fmla="*/ 0 h 8410430"/>
              <a:gd name="connsiteX2" fmla="*/ 10858146 w 10858146"/>
              <a:gd name="connsiteY2" fmla="*/ 5686428 h 8410430"/>
              <a:gd name="connsiteX3" fmla="*/ 8913062 w 10858146"/>
              <a:gd name="connsiteY3" fmla="*/ 8410430 h 8410430"/>
              <a:gd name="connsiteX4" fmla="*/ 20030 w 10858146"/>
              <a:gd name="connsiteY4" fmla="*/ 8410430 h 8410430"/>
              <a:gd name="connsiteX5" fmla="*/ 0 w 10858146"/>
              <a:gd name="connsiteY5" fmla="*/ 2205290 h 8410430"/>
              <a:gd name="connsiteX0" fmla="*/ 0 w 10858146"/>
              <a:gd name="connsiteY0" fmla="*/ 2205290 h 11330093"/>
              <a:gd name="connsiteX1" fmla="*/ 6191074 w 10858146"/>
              <a:gd name="connsiteY1" fmla="*/ 0 h 11330093"/>
              <a:gd name="connsiteX2" fmla="*/ 10858146 w 10858146"/>
              <a:gd name="connsiteY2" fmla="*/ 5686428 h 11330093"/>
              <a:gd name="connsiteX3" fmla="*/ 6250072 w 10858146"/>
              <a:gd name="connsiteY3" fmla="*/ 11330093 h 11330093"/>
              <a:gd name="connsiteX4" fmla="*/ 20030 w 10858146"/>
              <a:gd name="connsiteY4" fmla="*/ 8410430 h 11330093"/>
              <a:gd name="connsiteX5" fmla="*/ 0 w 10858146"/>
              <a:gd name="connsiteY5" fmla="*/ 2205290 h 11330093"/>
              <a:gd name="connsiteX0" fmla="*/ 44678 w 10902824"/>
              <a:gd name="connsiteY0" fmla="*/ 2205290 h 11362178"/>
              <a:gd name="connsiteX1" fmla="*/ 6235752 w 10902824"/>
              <a:gd name="connsiteY1" fmla="*/ 0 h 11362178"/>
              <a:gd name="connsiteX2" fmla="*/ 10902824 w 10902824"/>
              <a:gd name="connsiteY2" fmla="*/ 5686428 h 11362178"/>
              <a:gd name="connsiteX3" fmla="*/ 6294750 w 10902824"/>
              <a:gd name="connsiteY3" fmla="*/ 11330093 h 11362178"/>
              <a:gd name="connsiteX4" fmla="*/ 540 w 10902824"/>
              <a:gd name="connsiteY4" fmla="*/ 11362178 h 11362178"/>
              <a:gd name="connsiteX5" fmla="*/ 44678 w 10902824"/>
              <a:gd name="connsiteY5" fmla="*/ 2205290 h 11362178"/>
              <a:gd name="connsiteX0" fmla="*/ 13182 w 10903412"/>
              <a:gd name="connsiteY0" fmla="*/ 0 h 11370698"/>
              <a:gd name="connsiteX1" fmla="*/ 6236340 w 10903412"/>
              <a:gd name="connsiteY1" fmla="*/ 8520 h 11370698"/>
              <a:gd name="connsiteX2" fmla="*/ 10903412 w 10903412"/>
              <a:gd name="connsiteY2" fmla="*/ 5694948 h 11370698"/>
              <a:gd name="connsiteX3" fmla="*/ 6295338 w 10903412"/>
              <a:gd name="connsiteY3" fmla="*/ 11338613 h 11370698"/>
              <a:gd name="connsiteX4" fmla="*/ 1128 w 10903412"/>
              <a:gd name="connsiteY4" fmla="*/ 11370698 h 11370698"/>
              <a:gd name="connsiteX5" fmla="*/ 13182 w 10903412"/>
              <a:gd name="connsiteY5" fmla="*/ 0 h 11370698"/>
              <a:gd name="connsiteX0" fmla="*/ 44678 w 10934908"/>
              <a:gd name="connsiteY0" fmla="*/ 0 h 11354655"/>
              <a:gd name="connsiteX1" fmla="*/ 6267836 w 10934908"/>
              <a:gd name="connsiteY1" fmla="*/ 8520 h 11354655"/>
              <a:gd name="connsiteX2" fmla="*/ 10934908 w 10934908"/>
              <a:gd name="connsiteY2" fmla="*/ 5694948 h 11354655"/>
              <a:gd name="connsiteX3" fmla="*/ 6326834 w 10934908"/>
              <a:gd name="connsiteY3" fmla="*/ 11338613 h 11354655"/>
              <a:gd name="connsiteX4" fmla="*/ 540 w 10934908"/>
              <a:gd name="connsiteY4" fmla="*/ 11354655 h 11354655"/>
              <a:gd name="connsiteX5" fmla="*/ 44678 w 10934908"/>
              <a:gd name="connsiteY5" fmla="*/ 0 h 11354655"/>
              <a:gd name="connsiteX0" fmla="*/ 13182 w 10935496"/>
              <a:gd name="connsiteY0" fmla="*/ 0 h 11370698"/>
              <a:gd name="connsiteX1" fmla="*/ 6268424 w 10935496"/>
              <a:gd name="connsiteY1" fmla="*/ 24563 h 11370698"/>
              <a:gd name="connsiteX2" fmla="*/ 10935496 w 10935496"/>
              <a:gd name="connsiteY2" fmla="*/ 5710991 h 11370698"/>
              <a:gd name="connsiteX3" fmla="*/ 6327422 w 10935496"/>
              <a:gd name="connsiteY3" fmla="*/ 11354656 h 11370698"/>
              <a:gd name="connsiteX4" fmla="*/ 1128 w 10935496"/>
              <a:gd name="connsiteY4" fmla="*/ 11370698 h 11370698"/>
              <a:gd name="connsiteX5" fmla="*/ 13182 w 10935496"/>
              <a:gd name="connsiteY5" fmla="*/ 0 h 11370698"/>
              <a:gd name="connsiteX0" fmla="*/ 13182 w 10935496"/>
              <a:gd name="connsiteY0" fmla="*/ 7521 h 11378219"/>
              <a:gd name="connsiteX1" fmla="*/ 6220298 w 10935496"/>
              <a:gd name="connsiteY1" fmla="*/ 0 h 11378219"/>
              <a:gd name="connsiteX2" fmla="*/ 10935496 w 10935496"/>
              <a:gd name="connsiteY2" fmla="*/ 5718512 h 11378219"/>
              <a:gd name="connsiteX3" fmla="*/ 6327422 w 10935496"/>
              <a:gd name="connsiteY3" fmla="*/ 11362177 h 11378219"/>
              <a:gd name="connsiteX4" fmla="*/ 1128 w 10935496"/>
              <a:gd name="connsiteY4" fmla="*/ 11378219 h 11378219"/>
              <a:gd name="connsiteX5" fmla="*/ 13182 w 10935496"/>
              <a:gd name="connsiteY5" fmla="*/ 7521 h 11378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935496" h="11378219">
                <a:moveTo>
                  <a:pt x="13182" y="7521"/>
                </a:moveTo>
                <a:lnTo>
                  <a:pt x="6220298" y="0"/>
                </a:lnTo>
                <a:lnTo>
                  <a:pt x="10935496" y="5718512"/>
                </a:lnTo>
                <a:lnTo>
                  <a:pt x="6327422" y="11362177"/>
                </a:lnTo>
                <a:lnTo>
                  <a:pt x="1128" y="11378219"/>
                </a:lnTo>
                <a:cubicBezTo>
                  <a:pt x="-5549" y="9309839"/>
                  <a:pt x="19859" y="2075901"/>
                  <a:pt x="13182" y="752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</p:spPr>
        <p:txBody>
          <a:bodyPr anchor="t"/>
          <a:lstStyle>
            <a:lvl1pPr algn="l">
              <a:defRPr sz="1800" b="0" i="0">
                <a:solidFill>
                  <a:schemeClr val="bg1"/>
                </a:solidFill>
                <a:latin typeface="Lato" panose="020F0502020204030203" pitchFamily="34" charset="77"/>
              </a:defRPr>
            </a:lvl1pPr>
          </a:lstStyle>
          <a:p>
            <a:r>
              <a:rPr lang="en-US"/>
              <a:t>Click icon to add photo.</a:t>
            </a:r>
          </a:p>
          <a:p>
            <a:r>
              <a:rPr lang="en-US"/>
              <a:t>Or drag photo into this space.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2EED29D-2337-FE5E-E023-85D34CBFC6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90095" y="2616262"/>
            <a:ext cx="4574888" cy="1017533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>
              <a:lnSpc>
                <a:spcPct val="90000"/>
              </a:lnSpc>
              <a:tabLst/>
              <a:defRPr sz="4000" b="0" i="0" spc="-91">
                <a:solidFill>
                  <a:schemeClr val="tx1"/>
                </a:solidFill>
                <a:latin typeface="+mj-lt"/>
                <a:ea typeface="Lato" panose="020F0502020204030203" pitchFamily="34" charset="77"/>
                <a:cs typeface="Lato" panose="020F0502020204030203" pitchFamily="34" charset="77"/>
              </a:defRPr>
            </a:lvl1pPr>
          </a:lstStyle>
          <a:p>
            <a:r>
              <a:rPr lang="en-US"/>
              <a:t>Speaker name </a:t>
            </a:r>
            <a:br>
              <a:rPr lang="en-US"/>
            </a:br>
            <a:r>
              <a:rPr lang="en-US"/>
              <a:t>in this space provided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4B7AEBED-B0B7-16DC-CF0F-FF764BF04FA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090098" y="3683111"/>
            <a:ext cx="4585121" cy="101753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ct val="122000"/>
              </a:lnSpc>
              <a:spcBef>
                <a:spcPts val="121"/>
              </a:spcBef>
              <a:spcAft>
                <a:spcPts val="909"/>
              </a:spcAft>
              <a:buClr>
                <a:schemeClr val="accent6"/>
              </a:buClr>
              <a:defRPr sz="1456" b="0" i="0">
                <a:solidFill>
                  <a:schemeClr val="tx1"/>
                </a:solidFill>
                <a:latin typeface="Lato" panose="020F0502020204030203" pitchFamily="34" charset="77"/>
                <a:cs typeface="Calibri Light" panose="020F0302020204030204" pitchFamily="34" charset="0"/>
              </a:defRPr>
            </a:lvl1pPr>
            <a:lvl2pPr marL="174638" indent="-174638">
              <a:lnSpc>
                <a:spcPct val="100000"/>
              </a:lnSpc>
              <a:spcBef>
                <a:spcPts val="121"/>
              </a:spcBef>
              <a:spcAft>
                <a:spcPts val="607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•"/>
              <a:defRPr sz="1213" b="0" i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349278" indent="-152810">
              <a:lnSpc>
                <a:spcPct val="100000"/>
              </a:lnSpc>
              <a:spcBef>
                <a:spcPts val="121"/>
              </a:spcBef>
              <a:spcAft>
                <a:spcPts val="303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 sz="1213" b="0" i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085" indent="-228584">
              <a:lnSpc>
                <a:spcPct val="130000"/>
              </a:lnSpc>
              <a:buClr>
                <a:schemeClr val="accent6"/>
              </a:buClr>
              <a:buFont typeface="System Font Regular"/>
              <a:buChar char="-"/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30000"/>
              </a:lnSpc>
              <a:buClr>
                <a:schemeClr val="accent6"/>
              </a:buClr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/>
              <a:t>TITLE</a:t>
            </a:r>
          </a:p>
          <a:p>
            <a:pPr lvl="0"/>
            <a:r>
              <a:rPr lang="en-US"/>
              <a:t>COMPANY</a:t>
            </a:r>
          </a:p>
        </p:txBody>
      </p:sp>
      <p:sp>
        <p:nvSpPr>
          <p:cNvPr id="9" name="Picture Placeholder 11">
            <a:extLst>
              <a:ext uri="{FF2B5EF4-FFF2-40B4-BE49-F238E27FC236}">
                <a16:creationId xmlns:a16="http://schemas.microsoft.com/office/drawing/2014/main" id="{F26B3155-3BA8-E627-6879-5D82916B950E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7090095" y="1568783"/>
            <a:ext cx="3159079" cy="87268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2000" b="0" i="0">
                <a:solidFill>
                  <a:schemeClr val="tx1"/>
                </a:solidFill>
                <a:latin typeface="Lato" panose="020F0502020204030203" pitchFamily="34" charset="77"/>
                <a:ea typeface="Lato" panose="020F0502020204030203" pitchFamily="34" charset="77"/>
                <a:cs typeface="Lato" panose="020F0502020204030203" pitchFamily="34" charset="77"/>
              </a:defRPr>
            </a:lvl1pPr>
          </a:lstStyle>
          <a:p>
            <a:r>
              <a:rPr lang="en-US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Insert company logo here</a:t>
            </a:r>
            <a:endParaRPr lang="en-US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1628D0C2-CA12-6719-32DC-E60575BAD493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2462151" y="1538926"/>
            <a:ext cx="3780148" cy="3780148"/>
          </a:xfrm>
          <a:custGeom>
            <a:avLst/>
            <a:gdLst>
              <a:gd name="connsiteX0" fmla="*/ 1890074 w 3780148"/>
              <a:gd name="connsiteY0" fmla="*/ 0 h 3780148"/>
              <a:gd name="connsiteX1" fmla="*/ 3780148 w 3780148"/>
              <a:gd name="connsiteY1" fmla="*/ 1890074 h 3780148"/>
              <a:gd name="connsiteX2" fmla="*/ 1890074 w 3780148"/>
              <a:gd name="connsiteY2" fmla="*/ 3780148 h 3780148"/>
              <a:gd name="connsiteX3" fmla="*/ 0 w 3780148"/>
              <a:gd name="connsiteY3" fmla="*/ 1890074 h 3780148"/>
              <a:gd name="connsiteX4" fmla="*/ 1890074 w 3780148"/>
              <a:gd name="connsiteY4" fmla="*/ 0 h 3780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80148" h="3780148">
                <a:moveTo>
                  <a:pt x="1890074" y="0"/>
                </a:moveTo>
                <a:cubicBezTo>
                  <a:pt x="2933933" y="0"/>
                  <a:pt x="3780148" y="846215"/>
                  <a:pt x="3780148" y="1890074"/>
                </a:cubicBezTo>
                <a:cubicBezTo>
                  <a:pt x="3780148" y="2933933"/>
                  <a:pt x="2933933" y="3780148"/>
                  <a:pt x="1890074" y="3780148"/>
                </a:cubicBezTo>
                <a:cubicBezTo>
                  <a:pt x="846215" y="3780148"/>
                  <a:pt x="0" y="2933933"/>
                  <a:pt x="0" y="1890074"/>
                </a:cubicBezTo>
                <a:cubicBezTo>
                  <a:pt x="0" y="846215"/>
                  <a:pt x="846215" y="0"/>
                  <a:pt x="1890074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defRPr b="0" i="0">
                <a:solidFill>
                  <a:schemeClr val="accent4"/>
                </a:solidFill>
                <a:latin typeface="Lato" panose="020F0502020204030203" pitchFamily="34" charset="77"/>
              </a:defRPr>
            </a:lvl1pPr>
          </a:lstStyle>
          <a:p>
            <a:r>
              <a:rPr lang="en-US"/>
              <a:t>Speaker Headshot</a:t>
            </a:r>
          </a:p>
        </p:txBody>
      </p:sp>
      <p:sp>
        <p:nvSpPr>
          <p:cNvPr id="31" name="Date Placeholder 30">
            <a:extLst>
              <a:ext uri="{FF2B5EF4-FFF2-40B4-BE49-F238E27FC236}">
                <a16:creationId xmlns:a16="http://schemas.microsoft.com/office/drawing/2014/main" id="{DF219CE7-6BFA-B377-54D2-51F2A190F17A}"/>
              </a:ext>
            </a:extLst>
          </p:cNvPr>
          <p:cNvSpPr>
            <a:spLocks noGrp="1"/>
          </p:cNvSpPr>
          <p:nvPr>
            <p:ph type="dt" sz="half" idx="2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2" name="Footer Placeholder 31">
            <a:extLst>
              <a:ext uri="{FF2B5EF4-FFF2-40B4-BE49-F238E27FC236}">
                <a16:creationId xmlns:a16="http://schemas.microsoft.com/office/drawing/2014/main" id="{4FF30AAB-A02C-1097-A716-161EEA0C0888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/>
        <p:txBody>
          <a:bodyPr/>
          <a:lstStyle/>
          <a:p>
            <a:r>
              <a:rPr lang="en-US"/>
              <a:t>Copyright © 2026 Kinaxis. All Rights Reserved. Access limited to internal use only.</a:t>
            </a:r>
          </a:p>
        </p:txBody>
      </p:sp>
      <p:sp>
        <p:nvSpPr>
          <p:cNvPr id="33" name="Slide Number Placeholder 32">
            <a:extLst>
              <a:ext uri="{FF2B5EF4-FFF2-40B4-BE49-F238E27FC236}">
                <a16:creationId xmlns:a16="http://schemas.microsoft.com/office/drawing/2014/main" id="{91156300-5564-980B-B302-279D1AE0C06B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/>
          <a:lstStyle/>
          <a:p>
            <a:fld id="{F1488A8B-C121-C846-AEE5-0D98B869D111}" type="slidenum">
              <a:rPr lang="en-US" sz="800" smtClean="0">
                <a:cs typeface="Calibri" panose="020F0502020204030204" pitchFamily="34" charset="0"/>
              </a:rPr>
              <a:pPr/>
              <a:t>‹#›</a:t>
            </a:fld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9B0640D-2A7E-8EC1-01D5-B07F082A8033}"/>
              </a:ext>
            </a:extLst>
          </p:cNvPr>
          <p:cNvSpPr txBox="1"/>
          <p:nvPr userDrawn="1"/>
        </p:nvSpPr>
        <p:spPr>
          <a:xfrm>
            <a:off x="458724" y="6323087"/>
            <a:ext cx="1074330" cy="295686"/>
          </a:xfrm>
          <a:prstGeom prst="roundRect">
            <a:avLst>
              <a:gd name="adj" fmla="val 8077"/>
            </a:avLst>
          </a:prstGeom>
          <a:solidFill>
            <a:schemeClr val="accent4"/>
          </a:solidFill>
        </p:spPr>
        <p:txBody>
          <a:bodyPr wrap="square" tIns="49118" bIns="49118" rtlCol="0">
            <a:spAutoFit/>
          </a:bodyPr>
          <a:lstStyle/>
          <a:p>
            <a:pPr algn="ctr"/>
            <a:r>
              <a:rPr lang="en-GB" sz="1092">
                <a:solidFill>
                  <a:schemeClr val="tx1"/>
                </a:solidFill>
                <a:latin typeface="WordVisi_MSFontService"/>
              </a:rPr>
              <a:t>INTERNAL</a:t>
            </a:r>
            <a:endParaRPr lang="en-GB" sz="1046">
              <a:solidFill>
                <a:schemeClr val="tx1"/>
              </a:solidFill>
              <a:latin typeface="Lato" panose="020F0502020204030203" pitchFamily="34" charset="0"/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B60F70BF-1E8B-ABF7-41DB-3E13BC044608}"/>
              </a:ext>
            </a:extLst>
          </p:cNvPr>
          <p:cNvCxnSpPr>
            <a:cxnSpLocks/>
          </p:cNvCxnSpPr>
          <p:nvPr userDrawn="1"/>
        </p:nvCxnSpPr>
        <p:spPr>
          <a:xfrm>
            <a:off x="10029677" y="6310311"/>
            <a:ext cx="0" cy="295686"/>
          </a:xfrm>
          <a:prstGeom prst="line">
            <a:avLst/>
          </a:prstGeom>
          <a:ln w="15875">
            <a:solidFill>
              <a:schemeClr val="accent2">
                <a:lumMod val="10000"/>
                <a:lumOff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83741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625" userDrawn="1">
          <p15:clr>
            <a:srgbClr val="FBAE40"/>
          </p15:clr>
        </p15:guide>
        <p15:guide id="2" orient="horz" pos="1287" userDrawn="1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Quote_Sky_Blu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3">
            <a:extLst>
              <a:ext uri="{FF2B5EF4-FFF2-40B4-BE49-F238E27FC236}">
                <a16:creationId xmlns:a16="http://schemas.microsoft.com/office/drawing/2014/main" id="{95EC9528-76F1-E7E0-0438-08D7C8D7503B}"/>
              </a:ext>
            </a:extLst>
          </p:cNvPr>
          <p:cNvSpPr/>
          <p:nvPr userDrawn="1"/>
        </p:nvSpPr>
        <p:spPr>
          <a:xfrm>
            <a:off x="-3851" y="-164299"/>
            <a:ext cx="12192040" cy="6237100"/>
          </a:xfrm>
          <a:custGeom>
            <a:avLst/>
            <a:gdLst/>
            <a:ahLst/>
            <a:cxnLst/>
            <a:rect l="l" t="t" r="r" b="b"/>
            <a:pathLst>
              <a:path w="17257395" h="7665084">
                <a:moveTo>
                  <a:pt x="17257327" y="0"/>
                </a:moveTo>
                <a:lnTo>
                  <a:pt x="0" y="0"/>
                </a:lnTo>
                <a:lnTo>
                  <a:pt x="0" y="7664698"/>
                </a:lnTo>
                <a:lnTo>
                  <a:pt x="17257327" y="7664698"/>
                </a:lnTo>
                <a:lnTo>
                  <a:pt x="17257327" y="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lIns="0" tIns="0" rIns="0" bIns="0" rtlCol="0"/>
          <a:lstStyle/>
          <a:p>
            <a:endParaRPr sz="971"/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22DC1099-A048-21FD-29C4-E363FA0C908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42151" y="1406129"/>
            <a:ext cx="6004101" cy="2305971"/>
          </a:xfrm>
          <a:prstGeom prst="rect">
            <a:avLst/>
          </a:prstGeom>
        </p:spPr>
        <p:txBody>
          <a:bodyPr anchor="b"/>
          <a:lstStyle>
            <a:lvl1pPr>
              <a:lnSpc>
                <a:spcPct val="90000"/>
              </a:lnSpc>
              <a:defRPr sz="3275" b="0" i="0" spc="-91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lnSpc>
                <a:spcPts val="3639"/>
              </a:lnSpc>
              <a:defRPr sz="3275" spc="-91">
                <a:solidFill>
                  <a:schemeClr val="bg1"/>
                </a:solidFill>
              </a:defRPr>
            </a:lvl2pPr>
            <a:lvl3pPr>
              <a:lnSpc>
                <a:spcPts val="3639"/>
              </a:lnSpc>
              <a:defRPr sz="3275" spc="-91">
                <a:solidFill>
                  <a:schemeClr val="bg1"/>
                </a:solidFill>
              </a:defRPr>
            </a:lvl3pPr>
            <a:lvl4pPr>
              <a:lnSpc>
                <a:spcPts val="3639"/>
              </a:lnSpc>
              <a:defRPr sz="3275" spc="-91">
                <a:solidFill>
                  <a:schemeClr val="bg1"/>
                </a:solidFill>
              </a:defRPr>
            </a:lvl4pPr>
            <a:lvl5pPr>
              <a:lnSpc>
                <a:spcPts val="3639"/>
              </a:lnSpc>
              <a:defRPr sz="3275" spc="-91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Insert your quote or pull-out text to highlight a benefit or endorse our services with word emphasis</a:t>
            </a:r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A19ABFE6-7FD5-F590-A496-FECC271CD42A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-3850" y="-176488"/>
            <a:ext cx="4610732" cy="6265299"/>
          </a:xfrm>
          <a:custGeom>
            <a:avLst/>
            <a:gdLst>
              <a:gd name="connsiteX0" fmla="*/ 9 w 8756650"/>
              <a:gd name="connsiteY0" fmla="*/ 3071565 h 8041482"/>
              <a:gd name="connsiteX1" fmla="*/ 4378325 w 8756650"/>
              <a:gd name="connsiteY1" fmla="*/ 0 h 8041482"/>
              <a:gd name="connsiteX2" fmla="*/ 8756641 w 8756650"/>
              <a:gd name="connsiteY2" fmla="*/ 3071565 h 8041482"/>
              <a:gd name="connsiteX3" fmla="*/ 7084273 w 8756650"/>
              <a:gd name="connsiteY3" fmla="*/ 8041462 h 8041482"/>
              <a:gd name="connsiteX4" fmla="*/ 1672377 w 8756650"/>
              <a:gd name="connsiteY4" fmla="*/ 8041462 h 8041482"/>
              <a:gd name="connsiteX5" fmla="*/ 9 w 8756650"/>
              <a:gd name="connsiteY5" fmla="*/ 3071565 h 8041482"/>
              <a:gd name="connsiteX0" fmla="*/ 0 w 8788716"/>
              <a:gd name="connsiteY0" fmla="*/ 3071565 h 8041462"/>
              <a:gd name="connsiteX1" fmla="*/ 4378316 w 8788716"/>
              <a:gd name="connsiteY1" fmla="*/ 0 h 8041462"/>
              <a:gd name="connsiteX2" fmla="*/ 8788716 w 8788716"/>
              <a:gd name="connsiteY2" fmla="*/ 4499313 h 8041462"/>
              <a:gd name="connsiteX3" fmla="*/ 7084264 w 8788716"/>
              <a:gd name="connsiteY3" fmla="*/ 8041462 h 8041462"/>
              <a:gd name="connsiteX4" fmla="*/ 1672368 w 8788716"/>
              <a:gd name="connsiteY4" fmla="*/ 8041462 h 8041462"/>
              <a:gd name="connsiteX5" fmla="*/ 0 w 8788716"/>
              <a:gd name="connsiteY5" fmla="*/ 3071565 h 8041462"/>
              <a:gd name="connsiteX0" fmla="*/ 0 w 8788716"/>
              <a:gd name="connsiteY0" fmla="*/ 2285502 h 7255399"/>
              <a:gd name="connsiteX1" fmla="*/ 5838148 w 8788716"/>
              <a:gd name="connsiteY1" fmla="*/ 0 h 7255399"/>
              <a:gd name="connsiteX2" fmla="*/ 8788716 w 8788716"/>
              <a:gd name="connsiteY2" fmla="*/ 3713250 h 7255399"/>
              <a:gd name="connsiteX3" fmla="*/ 7084264 w 8788716"/>
              <a:gd name="connsiteY3" fmla="*/ 7255399 h 7255399"/>
              <a:gd name="connsiteX4" fmla="*/ 1672368 w 8788716"/>
              <a:gd name="connsiteY4" fmla="*/ 7255399 h 7255399"/>
              <a:gd name="connsiteX5" fmla="*/ 0 w 8788716"/>
              <a:gd name="connsiteY5" fmla="*/ 2285502 h 7255399"/>
              <a:gd name="connsiteX0" fmla="*/ 0 w 8868926"/>
              <a:gd name="connsiteY0" fmla="*/ 0 h 7263918"/>
              <a:gd name="connsiteX1" fmla="*/ 5918358 w 8868926"/>
              <a:gd name="connsiteY1" fmla="*/ 8519 h 7263918"/>
              <a:gd name="connsiteX2" fmla="*/ 8868926 w 8868926"/>
              <a:gd name="connsiteY2" fmla="*/ 3721769 h 7263918"/>
              <a:gd name="connsiteX3" fmla="*/ 7164474 w 8868926"/>
              <a:gd name="connsiteY3" fmla="*/ 7263918 h 7263918"/>
              <a:gd name="connsiteX4" fmla="*/ 1752578 w 8868926"/>
              <a:gd name="connsiteY4" fmla="*/ 7263918 h 7263918"/>
              <a:gd name="connsiteX5" fmla="*/ 0 w 8868926"/>
              <a:gd name="connsiteY5" fmla="*/ 0 h 7263918"/>
              <a:gd name="connsiteX0" fmla="*/ 0 w 8868926"/>
              <a:gd name="connsiteY0" fmla="*/ 0 h 7312044"/>
              <a:gd name="connsiteX1" fmla="*/ 5918358 w 8868926"/>
              <a:gd name="connsiteY1" fmla="*/ 8519 h 7312044"/>
              <a:gd name="connsiteX2" fmla="*/ 8868926 w 8868926"/>
              <a:gd name="connsiteY2" fmla="*/ 3721769 h 7312044"/>
              <a:gd name="connsiteX3" fmla="*/ 5800895 w 8868926"/>
              <a:gd name="connsiteY3" fmla="*/ 7312044 h 7312044"/>
              <a:gd name="connsiteX4" fmla="*/ 1752578 w 8868926"/>
              <a:gd name="connsiteY4" fmla="*/ 7263918 h 7312044"/>
              <a:gd name="connsiteX5" fmla="*/ 0 w 8868926"/>
              <a:gd name="connsiteY5" fmla="*/ 0 h 7312044"/>
              <a:gd name="connsiteX0" fmla="*/ 0 w 8836842"/>
              <a:gd name="connsiteY0" fmla="*/ 0 h 7312044"/>
              <a:gd name="connsiteX1" fmla="*/ 5918358 w 8836842"/>
              <a:gd name="connsiteY1" fmla="*/ 8519 h 7312044"/>
              <a:gd name="connsiteX2" fmla="*/ 8836842 w 8836842"/>
              <a:gd name="connsiteY2" fmla="*/ 3625516 h 7312044"/>
              <a:gd name="connsiteX3" fmla="*/ 5800895 w 8836842"/>
              <a:gd name="connsiteY3" fmla="*/ 7312044 h 7312044"/>
              <a:gd name="connsiteX4" fmla="*/ 1752578 w 8836842"/>
              <a:gd name="connsiteY4" fmla="*/ 7263918 h 7312044"/>
              <a:gd name="connsiteX5" fmla="*/ 0 w 8836842"/>
              <a:gd name="connsiteY5" fmla="*/ 0 h 7312044"/>
              <a:gd name="connsiteX0" fmla="*/ 0 w 8836842"/>
              <a:gd name="connsiteY0" fmla="*/ 0 h 7312044"/>
              <a:gd name="connsiteX1" fmla="*/ 5918358 w 8836842"/>
              <a:gd name="connsiteY1" fmla="*/ 8519 h 7312044"/>
              <a:gd name="connsiteX2" fmla="*/ 8836842 w 8836842"/>
              <a:gd name="connsiteY2" fmla="*/ 3625516 h 7312044"/>
              <a:gd name="connsiteX3" fmla="*/ 5800895 w 8836842"/>
              <a:gd name="connsiteY3" fmla="*/ 7312044 h 7312044"/>
              <a:gd name="connsiteX4" fmla="*/ 20031 w 8836842"/>
              <a:gd name="connsiteY4" fmla="*/ 7296002 h 7312044"/>
              <a:gd name="connsiteX5" fmla="*/ 0 w 8836842"/>
              <a:gd name="connsiteY5" fmla="*/ 0 h 7312044"/>
              <a:gd name="connsiteX0" fmla="*/ 0 w 11836715"/>
              <a:gd name="connsiteY0" fmla="*/ 0 h 7344129"/>
              <a:gd name="connsiteX1" fmla="*/ 8918231 w 11836715"/>
              <a:gd name="connsiteY1" fmla="*/ 40604 h 7344129"/>
              <a:gd name="connsiteX2" fmla="*/ 11836715 w 11836715"/>
              <a:gd name="connsiteY2" fmla="*/ 3657601 h 7344129"/>
              <a:gd name="connsiteX3" fmla="*/ 8800768 w 11836715"/>
              <a:gd name="connsiteY3" fmla="*/ 7344129 h 7344129"/>
              <a:gd name="connsiteX4" fmla="*/ 3019904 w 11836715"/>
              <a:gd name="connsiteY4" fmla="*/ 7328087 h 7344129"/>
              <a:gd name="connsiteX5" fmla="*/ 0 w 11836715"/>
              <a:gd name="connsiteY5" fmla="*/ 0 h 7344129"/>
              <a:gd name="connsiteX0" fmla="*/ 12054 w 11848769"/>
              <a:gd name="connsiteY0" fmla="*/ 0 h 7344129"/>
              <a:gd name="connsiteX1" fmla="*/ 8930285 w 11848769"/>
              <a:gd name="connsiteY1" fmla="*/ 40604 h 7344129"/>
              <a:gd name="connsiteX2" fmla="*/ 11848769 w 11848769"/>
              <a:gd name="connsiteY2" fmla="*/ 3657601 h 7344129"/>
              <a:gd name="connsiteX3" fmla="*/ 8812822 w 11848769"/>
              <a:gd name="connsiteY3" fmla="*/ 7344129 h 7344129"/>
              <a:gd name="connsiteX4" fmla="*/ 0 w 11848769"/>
              <a:gd name="connsiteY4" fmla="*/ 6205140 h 7344129"/>
              <a:gd name="connsiteX5" fmla="*/ 12054 w 11848769"/>
              <a:gd name="connsiteY5" fmla="*/ 0 h 7344129"/>
              <a:gd name="connsiteX0" fmla="*/ 12054 w 11848769"/>
              <a:gd name="connsiteY0" fmla="*/ 0 h 6205140"/>
              <a:gd name="connsiteX1" fmla="*/ 8930285 w 11848769"/>
              <a:gd name="connsiteY1" fmla="*/ 40604 h 6205140"/>
              <a:gd name="connsiteX2" fmla="*/ 11848769 w 11848769"/>
              <a:gd name="connsiteY2" fmla="*/ 3657601 h 6205140"/>
              <a:gd name="connsiteX3" fmla="*/ 8909074 w 11848769"/>
              <a:gd name="connsiteY3" fmla="*/ 6205140 h 6205140"/>
              <a:gd name="connsiteX4" fmla="*/ 0 w 11848769"/>
              <a:gd name="connsiteY4" fmla="*/ 6205140 h 6205140"/>
              <a:gd name="connsiteX5" fmla="*/ 12054 w 11848769"/>
              <a:gd name="connsiteY5" fmla="*/ 0 h 6205140"/>
              <a:gd name="connsiteX0" fmla="*/ 12054 w 11479800"/>
              <a:gd name="connsiteY0" fmla="*/ 0 h 6205140"/>
              <a:gd name="connsiteX1" fmla="*/ 8930285 w 11479800"/>
              <a:gd name="connsiteY1" fmla="*/ 40604 h 6205140"/>
              <a:gd name="connsiteX2" fmla="*/ 11479800 w 11479800"/>
              <a:gd name="connsiteY2" fmla="*/ 3096128 h 6205140"/>
              <a:gd name="connsiteX3" fmla="*/ 8909074 w 11479800"/>
              <a:gd name="connsiteY3" fmla="*/ 6205140 h 6205140"/>
              <a:gd name="connsiteX4" fmla="*/ 0 w 11479800"/>
              <a:gd name="connsiteY4" fmla="*/ 6205140 h 6205140"/>
              <a:gd name="connsiteX5" fmla="*/ 12054 w 11479800"/>
              <a:gd name="connsiteY5" fmla="*/ 0 h 6205140"/>
              <a:gd name="connsiteX0" fmla="*/ 0 w 11467746"/>
              <a:gd name="connsiteY0" fmla="*/ 0 h 6205140"/>
              <a:gd name="connsiteX1" fmla="*/ 8918231 w 11467746"/>
              <a:gd name="connsiteY1" fmla="*/ 40604 h 6205140"/>
              <a:gd name="connsiteX2" fmla="*/ 11467746 w 11467746"/>
              <a:gd name="connsiteY2" fmla="*/ 3096128 h 6205140"/>
              <a:gd name="connsiteX3" fmla="*/ 8897020 w 11467746"/>
              <a:gd name="connsiteY3" fmla="*/ 6205140 h 6205140"/>
              <a:gd name="connsiteX4" fmla="*/ 20030 w 11467746"/>
              <a:gd name="connsiteY4" fmla="*/ 6205140 h 6205140"/>
              <a:gd name="connsiteX5" fmla="*/ 0 w 11467746"/>
              <a:gd name="connsiteY5" fmla="*/ 0 h 6205140"/>
              <a:gd name="connsiteX0" fmla="*/ 0 w 11467746"/>
              <a:gd name="connsiteY0" fmla="*/ 0 h 6205140"/>
              <a:gd name="connsiteX1" fmla="*/ 8918231 w 11467746"/>
              <a:gd name="connsiteY1" fmla="*/ 40604 h 6205140"/>
              <a:gd name="connsiteX2" fmla="*/ 11467746 w 11467746"/>
              <a:gd name="connsiteY2" fmla="*/ 3096128 h 6205140"/>
              <a:gd name="connsiteX3" fmla="*/ 8897020 w 11467746"/>
              <a:gd name="connsiteY3" fmla="*/ 6205140 h 6205140"/>
              <a:gd name="connsiteX4" fmla="*/ 20030 w 11467746"/>
              <a:gd name="connsiteY4" fmla="*/ 6205140 h 6205140"/>
              <a:gd name="connsiteX5" fmla="*/ 0 w 11467746"/>
              <a:gd name="connsiteY5" fmla="*/ 0 h 6205140"/>
              <a:gd name="connsiteX0" fmla="*/ 0 w 11467746"/>
              <a:gd name="connsiteY0" fmla="*/ 0 h 6205140"/>
              <a:gd name="connsiteX1" fmla="*/ 8918231 w 11467746"/>
              <a:gd name="connsiteY1" fmla="*/ 24562 h 6205140"/>
              <a:gd name="connsiteX2" fmla="*/ 11467746 w 11467746"/>
              <a:gd name="connsiteY2" fmla="*/ 3096128 h 6205140"/>
              <a:gd name="connsiteX3" fmla="*/ 8897020 w 11467746"/>
              <a:gd name="connsiteY3" fmla="*/ 6205140 h 6205140"/>
              <a:gd name="connsiteX4" fmla="*/ 20030 w 11467746"/>
              <a:gd name="connsiteY4" fmla="*/ 6205140 h 6205140"/>
              <a:gd name="connsiteX5" fmla="*/ 0 w 11467746"/>
              <a:gd name="connsiteY5" fmla="*/ 0 h 6205140"/>
              <a:gd name="connsiteX0" fmla="*/ 0 w 11467746"/>
              <a:gd name="connsiteY0" fmla="*/ 0 h 6205140"/>
              <a:gd name="connsiteX1" fmla="*/ 8918231 w 11467746"/>
              <a:gd name="connsiteY1" fmla="*/ 24562 h 6205140"/>
              <a:gd name="connsiteX2" fmla="*/ 11467746 w 11467746"/>
              <a:gd name="connsiteY2" fmla="*/ 3096128 h 6205140"/>
              <a:gd name="connsiteX3" fmla="*/ 8913062 w 11467746"/>
              <a:gd name="connsiteY3" fmla="*/ 6205140 h 6205140"/>
              <a:gd name="connsiteX4" fmla="*/ 20030 w 11467746"/>
              <a:gd name="connsiteY4" fmla="*/ 6205140 h 6205140"/>
              <a:gd name="connsiteX5" fmla="*/ 0 w 11467746"/>
              <a:gd name="connsiteY5" fmla="*/ 0 h 6205140"/>
              <a:gd name="connsiteX0" fmla="*/ 0 w 11467746"/>
              <a:gd name="connsiteY0" fmla="*/ 0 h 6205140"/>
              <a:gd name="connsiteX1" fmla="*/ 1876926 w 11467746"/>
              <a:gd name="connsiteY1" fmla="*/ 4538 h 6205140"/>
              <a:gd name="connsiteX2" fmla="*/ 8918231 w 11467746"/>
              <a:gd name="connsiteY2" fmla="*/ 24562 h 6205140"/>
              <a:gd name="connsiteX3" fmla="*/ 11467746 w 11467746"/>
              <a:gd name="connsiteY3" fmla="*/ 3096128 h 6205140"/>
              <a:gd name="connsiteX4" fmla="*/ 8913062 w 11467746"/>
              <a:gd name="connsiteY4" fmla="*/ 6205140 h 6205140"/>
              <a:gd name="connsiteX5" fmla="*/ 20030 w 11467746"/>
              <a:gd name="connsiteY5" fmla="*/ 6205140 h 6205140"/>
              <a:gd name="connsiteX6" fmla="*/ 0 w 11467746"/>
              <a:gd name="connsiteY6" fmla="*/ 0 h 6205140"/>
              <a:gd name="connsiteX0" fmla="*/ 0 w 11467746"/>
              <a:gd name="connsiteY0" fmla="*/ 15212 h 6220352"/>
              <a:gd name="connsiteX1" fmla="*/ 1876926 w 11467746"/>
              <a:gd name="connsiteY1" fmla="*/ 19750 h 6220352"/>
              <a:gd name="connsiteX2" fmla="*/ 3945178 w 11467746"/>
              <a:gd name="connsiteY2" fmla="*/ 0 h 6220352"/>
              <a:gd name="connsiteX3" fmla="*/ 11467746 w 11467746"/>
              <a:gd name="connsiteY3" fmla="*/ 3111340 h 6220352"/>
              <a:gd name="connsiteX4" fmla="*/ 8913062 w 11467746"/>
              <a:gd name="connsiteY4" fmla="*/ 6220352 h 6220352"/>
              <a:gd name="connsiteX5" fmla="*/ 20030 w 11467746"/>
              <a:gd name="connsiteY5" fmla="*/ 6220352 h 6220352"/>
              <a:gd name="connsiteX6" fmla="*/ 0 w 11467746"/>
              <a:gd name="connsiteY6" fmla="*/ 15212 h 6220352"/>
              <a:gd name="connsiteX0" fmla="*/ 0 w 8913062"/>
              <a:gd name="connsiteY0" fmla="*/ 15212 h 6220352"/>
              <a:gd name="connsiteX1" fmla="*/ 1876926 w 8913062"/>
              <a:gd name="connsiteY1" fmla="*/ 19750 h 6220352"/>
              <a:gd name="connsiteX2" fmla="*/ 3945178 w 8913062"/>
              <a:gd name="connsiteY2" fmla="*/ 0 h 6220352"/>
              <a:gd name="connsiteX3" fmla="*/ 7072209 w 8913062"/>
              <a:gd name="connsiteY3" fmla="*/ 3164372 h 6220352"/>
              <a:gd name="connsiteX4" fmla="*/ 8913062 w 8913062"/>
              <a:gd name="connsiteY4" fmla="*/ 6220352 h 6220352"/>
              <a:gd name="connsiteX5" fmla="*/ 20030 w 8913062"/>
              <a:gd name="connsiteY5" fmla="*/ 6220352 h 6220352"/>
              <a:gd name="connsiteX6" fmla="*/ 0 w 8913062"/>
              <a:gd name="connsiteY6" fmla="*/ 15212 h 6220352"/>
              <a:gd name="connsiteX0" fmla="*/ 0 w 7072209"/>
              <a:gd name="connsiteY0" fmla="*/ 15212 h 6326416"/>
              <a:gd name="connsiteX1" fmla="*/ 1876926 w 7072209"/>
              <a:gd name="connsiteY1" fmla="*/ 19750 h 6326416"/>
              <a:gd name="connsiteX2" fmla="*/ 3945178 w 7072209"/>
              <a:gd name="connsiteY2" fmla="*/ 0 h 6326416"/>
              <a:gd name="connsiteX3" fmla="*/ 7072209 w 7072209"/>
              <a:gd name="connsiteY3" fmla="*/ 3164372 h 6326416"/>
              <a:gd name="connsiteX4" fmla="*/ 3988135 w 7072209"/>
              <a:gd name="connsiteY4" fmla="*/ 6326416 h 6326416"/>
              <a:gd name="connsiteX5" fmla="*/ 20030 w 7072209"/>
              <a:gd name="connsiteY5" fmla="*/ 6220352 h 6326416"/>
              <a:gd name="connsiteX6" fmla="*/ 0 w 7072209"/>
              <a:gd name="connsiteY6" fmla="*/ 15212 h 6326416"/>
              <a:gd name="connsiteX0" fmla="*/ 28826 w 7101035"/>
              <a:gd name="connsiteY0" fmla="*/ 15212 h 6339673"/>
              <a:gd name="connsiteX1" fmla="*/ 1905752 w 7101035"/>
              <a:gd name="connsiteY1" fmla="*/ 19750 h 6339673"/>
              <a:gd name="connsiteX2" fmla="*/ 3974004 w 7101035"/>
              <a:gd name="connsiteY2" fmla="*/ 0 h 6339673"/>
              <a:gd name="connsiteX3" fmla="*/ 7101035 w 7101035"/>
              <a:gd name="connsiteY3" fmla="*/ 3164372 h 6339673"/>
              <a:gd name="connsiteX4" fmla="*/ 4016961 w 7101035"/>
              <a:gd name="connsiteY4" fmla="*/ 6326416 h 6339673"/>
              <a:gd name="connsiteX5" fmla="*/ 730 w 7101035"/>
              <a:gd name="connsiteY5" fmla="*/ 6339673 h 6339673"/>
              <a:gd name="connsiteX6" fmla="*/ 28826 w 7101035"/>
              <a:gd name="connsiteY6" fmla="*/ 15212 h 6339673"/>
              <a:gd name="connsiteX0" fmla="*/ 28826 w 7154823"/>
              <a:gd name="connsiteY0" fmla="*/ 15212 h 6339673"/>
              <a:gd name="connsiteX1" fmla="*/ 1905752 w 7154823"/>
              <a:gd name="connsiteY1" fmla="*/ 19750 h 6339673"/>
              <a:gd name="connsiteX2" fmla="*/ 3974004 w 7154823"/>
              <a:gd name="connsiteY2" fmla="*/ 0 h 6339673"/>
              <a:gd name="connsiteX3" fmla="*/ 7154823 w 7154823"/>
              <a:gd name="connsiteY3" fmla="*/ 3175486 h 6339673"/>
              <a:gd name="connsiteX4" fmla="*/ 4016961 w 7154823"/>
              <a:gd name="connsiteY4" fmla="*/ 6326416 h 6339673"/>
              <a:gd name="connsiteX5" fmla="*/ 730 w 7154823"/>
              <a:gd name="connsiteY5" fmla="*/ 6339673 h 6339673"/>
              <a:gd name="connsiteX6" fmla="*/ 28826 w 7154823"/>
              <a:gd name="connsiteY6" fmla="*/ 15212 h 6339673"/>
              <a:gd name="connsiteX0" fmla="*/ 28826 w 7141376"/>
              <a:gd name="connsiteY0" fmla="*/ 15212 h 6339673"/>
              <a:gd name="connsiteX1" fmla="*/ 1905752 w 7141376"/>
              <a:gd name="connsiteY1" fmla="*/ 19750 h 6339673"/>
              <a:gd name="connsiteX2" fmla="*/ 3974004 w 7141376"/>
              <a:gd name="connsiteY2" fmla="*/ 0 h 6339673"/>
              <a:gd name="connsiteX3" fmla="*/ 7141376 w 7141376"/>
              <a:gd name="connsiteY3" fmla="*/ 3164373 h 6339673"/>
              <a:gd name="connsiteX4" fmla="*/ 4016961 w 7141376"/>
              <a:gd name="connsiteY4" fmla="*/ 6326416 h 6339673"/>
              <a:gd name="connsiteX5" fmla="*/ 730 w 7141376"/>
              <a:gd name="connsiteY5" fmla="*/ 6339673 h 6339673"/>
              <a:gd name="connsiteX6" fmla="*/ 28826 w 7141376"/>
              <a:gd name="connsiteY6" fmla="*/ 15212 h 6339673"/>
              <a:gd name="connsiteX0" fmla="*/ 28826 w 7141376"/>
              <a:gd name="connsiteY0" fmla="*/ 15212 h 6339673"/>
              <a:gd name="connsiteX1" fmla="*/ 1771282 w 7141376"/>
              <a:gd name="connsiteY1" fmla="*/ 8637 h 6339673"/>
              <a:gd name="connsiteX2" fmla="*/ 3974004 w 7141376"/>
              <a:gd name="connsiteY2" fmla="*/ 0 h 6339673"/>
              <a:gd name="connsiteX3" fmla="*/ 7141376 w 7141376"/>
              <a:gd name="connsiteY3" fmla="*/ 3164373 h 6339673"/>
              <a:gd name="connsiteX4" fmla="*/ 4016961 w 7141376"/>
              <a:gd name="connsiteY4" fmla="*/ 6326416 h 6339673"/>
              <a:gd name="connsiteX5" fmla="*/ 730 w 7141376"/>
              <a:gd name="connsiteY5" fmla="*/ 6339673 h 6339673"/>
              <a:gd name="connsiteX6" fmla="*/ 28826 w 7141376"/>
              <a:gd name="connsiteY6" fmla="*/ 15212 h 6339673"/>
              <a:gd name="connsiteX0" fmla="*/ 15686 w 7141683"/>
              <a:gd name="connsiteY0" fmla="*/ 15212 h 6339673"/>
              <a:gd name="connsiteX1" fmla="*/ 1771589 w 7141683"/>
              <a:gd name="connsiteY1" fmla="*/ 8637 h 6339673"/>
              <a:gd name="connsiteX2" fmla="*/ 3974311 w 7141683"/>
              <a:gd name="connsiteY2" fmla="*/ 0 h 6339673"/>
              <a:gd name="connsiteX3" fmla="*/ 7141683 w 7141683"/>
              <a:gd name="connsiteY3" fmla="*/ 3164373 h 6339673"/>
              <a:gd name="connsiteX4" fmla="*/ 4017268 w 7141683"/>
              <a:gd name="connsiteY4" fmla="*/ 6326416 h 6339673"/>
              <a:gd name="connsiteX5" fmla="*/ 1037 w 7141683"/>
              <a:gd name="connsiteY5" fmla="*/ 6339673 h 6339673"/>
              <a:gd name="connsiteX6" fmla="*/ 15686 w 7141683"/>
              <a:gd name="connsiteY6" fmla="*/ 15212 h 6339673"/>
              <a:gd name="connsiteX0" fmla="*/ 15686 w 7141683"/>
              <a:gd name="connsiteY0" fmla="*/ 15212 h 6339673"/>
              <a:gd name="connsiteX1" fmla="*/ 1758142 w 7141683"/>
              <a:gd name="connsiteY1" fmla="*/ 8637 h 6339673"/>
              <a:gd name="connsiteX2" fmla="*/ 3974311 w 7141683"/>
              <a:gd name="connsiteY2" fmla="*/ 0 h 6339673"/>
              <a:gd name="connsiteX3" fmla="*/ 7141683 w 7141683"/>
              <a:gd name="connsiteY3" fmla="*/ 3164373 h 6339673"/>
              <a:gd name="connsiteX4" fmla="*/ 4017268 w 7141683"/>
              <a:gd name="connsiteY4" fmla="*/ 6326416 h 6339673"/>
              <a:gd name="connsiteX5" fmla="*/ 1037 w 7141683"/>
              <a:gd name="connsiteY5" fmla="*/ 6339673 h 6339673"/>
              <a:gd name="connsiteX6" fmla="*/ 15686 w 7141683"/>
              <a:gd name="connsiteY6" fmla="*/ 15212 h 6339673"/>
              <a:gd name="connsiteX0" fmla="*/ 15686 w 7141683"/>
              <a:gd name="connsiteY0" fmla="*/ 4099 h 6339673"/>
              <a:gd name="connsiteX1" fmla="*/ 1758142 w 7141683"/>
              <a:gd name="connsiteY1" fmla="*/ 8637 h 6339673"/>
              <a:gd name="connsiteX2" fmla="*/ 3974311 w 7141683"/>
              <a:gd name="connsiteY2" fmla="*/ 0 h 6339673"/>
              <a:gd name="connsiteX3" fmla="*/ 7141683 w 7141683"/>
              <a:gd name="connsiteY3" fmla="*/ 3164373 h 6339673"/>
              <a:gd name="connsiteX4" fmla="*/ 4017268 w 7141683"/>
              <a:gd name="connsiteY4" fmla="*/ 6326416 h 6339673"/>
              <a:gd name="connsiteX5" fmla="*/ 1037 w 7141683"/>
              <a:gd name="connsiteY5" fmla="*/ 6339673 h 6339673"/>
              <a:gd name="connsiteX6" fmla="*/ 15686 w 7141683"/>
              <a:gd name="connsiteY6" fmla="*/ 4099 h 6339673"/>
              <a:gd name="connsiteX0" fmla="*/ 15686 w 7141683"/>
              <a:gd name="connsiteY0" fmla="*/ 6575 h 6342149"/>
              <a:gd name="connsiteX1" fmla="*/ 1758142 w 7141683"/>
              <a:gd name="connsiteY1" fmla="*/ 0 h 6342149"/>
              <a:gd name="connsiteX2" fmla="*/ 3974311 w 7141683"/>
              <a:gd name="connsiteY2" fmla="*/ 2476 h 6342149"/>
              <a:gd name="connsiteX3" fmla="*/ 7141683 w 7141683"/>
              <a:gd name="connsiteY3" fmla="*/ 3166849 h 6342149"/>
              <a:gd name="connsiteX4" fmla="*/ 4017268 w 7141683"/>
              <a:gd name="connsiteY4" fmla="*/ 6328892 h 6342149"/>
              <a:gd name="connsiteX5" fmla="*/ 1037 w 7141683"/>
              <a:gd name="connsiteY5" fmla="*/ 6342149 h 6342149"/>
              <a:gd name="connsiteX6" fmla="*/ 15686 w 7141683"/>
              <a:gd name="connsiteY6" fmla="*/ 6575 h 6342149"/>
              <a:gd name="connsiteX0" fmla="*/ 15686 w 7141683"/>
              <a:gd name="connsiteY0" fmla="*/ 6575 h 6342149"/>
              <a:gd name="connsiteX1" fmla="*/ 1758142 w 7141683"/>
              <a:gd name="connsiteY1" fmla="*/ 0 h 6342149"/>
              <a:gd name="connsiteX2" fmla="*/ 3974311 w 7141683"/>
              <a:gd name="connsiteY2" fmla="*/ 2476 h 6342149"/>
              <a:gd name="connsiteX3" fmla="*/ 7141683 w 7141683"/>
              <a:gd name="connsiteY3" fmla="*/ 3166849 h 6342149"/>
              <a:gd name="connsiteX4" fmla="*/ 4017268 w 7141683"/>
              <a:gd name="connsiteY4" fmla="*/ 6328892 h 6342149"/>
              <a:gd name="connsiteX5" fmla="*/ 1037 w 7141683"/>
              <a:gd name="connsiteY5" fmla="*/ 6342149 h 6342149"/>
              <a:gd name="connsiteX6" fmla="*/ 15686 w 7141683"/>
              <a:gd name="connsiteY6" fmla="*/ 6575 h 6342149"/>
              <a:gd name="connsiteX0" fmla="*/ 15686 w 7141683"/>
              <a:gd name="connsiteY0" fmla="*/ 6575 h 6342149"/>
              <a:gd name="connsiteX1" fmla="*/ 1758142 w 7141683"/>
              <a:gd name="connsiteY1" fmla="*/ 0 h 6342149"/>
              <a:gd name="connsiteX2" fmla="*/ 3974311 w 7141683"/>
              <a:gd name="connsiteY2" fmla="*/ 2476 h 6342149"/>
              <a:gd name="connsiteX3" fmla="*/ 7141683 w 7141683"/>
              <a:gd name="connsiteY3" fmla="*/ 3166849 h 6342149"/>
              <a:gd name="connsiteX4" fmla="*/ 4017268 w 7141683"/>
              <a:gd name="connsiteY4" fmla="*/ 6328892 h 6342149"/>
              <a:gd name="connsiteX5" fmla="*/ 1037 w 7141683"/>
              <a:gd name="connsiteY5" fmla="*/ 6342149 h 6342149"/>
              <a:gd name="connsiteX6" fmla="*/ 15686 w 7141683"/>
              <a:gd name="connsiteY6" fmla="*/ 6575 h 6342149"/>
              <a:gd name="connsiteX0" fmla="*/ 15686 w 7141683"/>
              <a:gd name="connsiteY0" fmla="*/ 6575 h 6342149"/>
              <a:gd name="connsiteX1" fmla="*/ 1758142 w 7141683"/>
              <a:gd name="connsiteY1" fmla="*/ 0 h 6342149"/>
              <a:gd name="connsiteX2" fmla="*/ 3974311 w 7141683"/>
              <a:gd name="connsiteY2" fmla="*/ 2476 h 6342149"/>
              <a:gd name="connsiteX3" fmla="*/ 7141683 w 7141683"/>
              <a:gd name="connsiteY3" fmla="*/ 3166849 h 6342149"/>
              <a:gd name="connsiteX4" fmla="*/ 4017268 w 7141683"/>
              <a:gd name="connsiteY4" fmla="*/ 6328892 h 6342149"/>
              <a:gd name="connsiteX5" fmla="*/ 1037 w 7141683"/>
              <a:gd name="connsiteY5" fmla="*/ 6342149 h 6342149"/>
              <a:gd name="connsiteX6" fmla="*/ 15686 w 7141683"/>
              <a:gd name="connsiteY6" fmla="*/ 6575 h 6342149"/>
              <a:gd name="connsiteX0" fmla="*/ 0 w 7125997"/>
              <a:gd name="connsiteY0" fmla="*/ 6575 h 6342149"/>
              <a:gd name="connsiteX1" fmla="*/ 1742456 w 7125997"/>
              <a:gd name="connsiteY1" fmla="*/ 0 h 6342149"/>
              <a:gd name="connsiteX2" fmla="*/ 3958625 w 7125997"/>
              <a:gd name="connsiteY2" fmla="*/ 2476 h 6342149"/>
              <a:gd name="connsiteX3" fmla="*/ 7125997 w 7125997"/>
              <a:gd name="connsiteY3" fmla="*/ 3166849 h 6342149"/>
              <a:gd name="connsiteX4" fmla="*/ 4001582 w 7125997"/>
              <a:gd name="connsiteY4" fmla="*/ 6328892 h 6342149"/>
              <a:gd name="connsiteX5" fmla="*/ 15039 w 7125997"/>
              <a:gd name="connsiteY5" fmla="*/ 6342149 h 6342149"/>
              <a:gd name="connsiteX6" fmla="*/ 0 w 7125997"/>
              <a:gd name="connsiteY6" fmla="*/ 6575 h 6342149"/>
              <a:gd name="connsiteX0" fmla="*/ 0 w 7120059"/>
              <a:gd name="connsiteY0" fmla="*/ 6575 h 6342149"/>
              <a:gd name="connsiteX1" fmla="*/ 1742456 w 7120059"/>
              <a:gd name="connsiteY1" fmla="*/ 0 h 6342149"/>
              <a:gd name="connsiteX2" fmla="*/ 3958625 w 7120059"/>
              <a:gd name="connsiteY2" fmla="*/ 2476 h 6342149"/>
              <a:gd name="connsiteX3" fmla="*/ 7120059 w 7120059"/>
              <a:gd name="connsiteY3" fmla="*/ 3176663 h 6342149"/>
              <a:gd name="connsiteX4" fmla="*/ 4001582 w 7120059"/>
              <a:gd name="connsiteY4" fmla="*/ 6328892 h 6342149"/>
              <a:gd name="connsiteX5" fmla="*/ 15039 w 7120059"/>
              <a:gd name="connsiteY5" fmla="*/ 6342149 h 6342149"/>
              <a:gd name="connsiteX6" fmla="*/ 0 w 7120059"/>
              <a:gd name="connsiteY6" fmla="*/ 6575 h 6342149"/>
              <a:gd name="connsiteX0" fmla="*/ 1283837 w 7105046"/>
              <a:gd name="connsiteY0" fmla="*/ 0 h 6355225"/>
              <a:gd name="connsiteX1" fmla="*/ 1727443 w 7105046"/>
              <a:gd name="connsiteY1" fmla="*/ 13076 h 6355225"/>
              <a:gd name="connsiteX2" fmla="*/ 3943612 w 7105046"/>
              <a:gd name="connsiteY2" fmla="*/ 15552 h 6355225"/>
              <a:gd name="connsiteX3" fmla="*/ 7105046 w 7105046"/>
              <a:gd name="connsiteY3" fmla="*/ 3189739 h 6355225"/>
              <a:gd name="connsiteX4" fmla="*/ 3986569 w 7105046"/>
              <a:gd name="connsiteY4" fmla="*/ 6341968 h 6355225"/>
              <a:gd name="connsiteX5" fmla="*/ 26 w 7105046"/>
              <a:gd name="connsiteY5" fmla="*/ 6355225 h 6355225"/>
              <a:gd name="connsiteX6" fmla="*/ 1283837 w 7105046"/>
              <a:gd name="connsiteY6" fmla="*/ 0 h 6355225"/>
              <a:gd name="connsiteX0" fmla="*/ 10707 w 5831916"/>
              <a:gd name="connsiteY0" fmla="*/ 0 h 6355225"/>
              <a:gd name="connsiteX1" fmla="*/ 454313 w 5831916"/>
              <a:gd name="connsiteY1" fmla="*/ 13076 h 6355225"/>
              <a:gd name="connsiteX2" fmla="*/ 2670482 w 5831916"/>
              <a:gd name="connsiteY2" fmla="*/ 15552 h 6355225"/>
              <a:gd name="connsiteX3" fmla="*/ 5831916 w 5831916"/>
              <a:gd name="connsiteY3" fmla="*/ 3189739 h 6355225"/>
              <a:gd name="connsiteX4" fmla="*/ 2713439 w 5831916"/>
              <a:gd name="connsiteY4" fmla="*/ 6341968 h 6355225"/>
              <a:gd name="connsiteX5" fmla="*/ 1239 w 5831916"/>
              <a:gd name="connsiteY5" fmla="*/ 6355225 h 6355225"/>
              <a:gd name="connsiteX6" fmla="*/ 10707 w 5831916"/>
              <a:gd name="connsiteY6" fmla="*/ 0 h 6355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31916" h="6355225">
                <a:moveTo>
                  <a:pt x="10707" y="0"/>
                </a:moveTo>
                <a:lnTo>
                  <a:pt x="454313" y="13076"/>
                </a:lnTo>
                <a:lnTo>
                  <a:pt x="2670482" y="15552"/>
                </a:lnTo>
                <a:lnTo>
                  <a:pt x="5831916" y="3189739"/>
                </a:lnTo>
                <a:lnTo>
                  <a:pt x="2713439" y="6341968"/>
                </a:lnTo>
                <a:lnTo>
                  <a:pt x="1239" y="6355225"/>
                </a:lnTo>
                <a:cubicBezTo>
                  <a:pt x="-5438" y="4286845"/>
                  <a:pt x="17384" y="2068380"/>
                  <a:pt x="10707" y="0"/>
                </a:cubicBezTo>
                <a:close/>
              </a:path>
            </a:pathLst>
          </a:custGeom>
          <a:gradFill>
            <a:gsLst>
              <a:gs pos="0">
                <a:schemeClr val="accent4"/>
              </a:gs>
              <a:gs pos="100000">
                <a:schemeClr val="tx1"/>
              </a:gs>
            </a:gsLst>
            <a:lin ang="0" scaled="0"/>
          </a:gradFill>
        </p:spPr>
        <p:txBody>
          <a:bodyPr anchor="ctr">
            <a:normAutofit/>
          </a:bodyPr>
          <a:lstStyle>
            <a:lvl1pPr algn="ctr">
              <a:defRPr sz="1400" b="0" i="0">
                <a:solidFill>
                  <a:schemeClr val="tx1"/>
                </a:solidFill>
                <a:latin typeface="Lato" panose="020F0502020204030203" pitchFamily="34" charset="77"/>
                <a:ea typeface="Lato" panose="020F0502020204030203" pitchFamily="34" charset="77"/>
                <a:cs typeface="Lato" panose="020F0502020204030203" pitchFamily="34" charset="77"/>
              </a:defRPr>
            </a:lvl1pPr>
          </a:lstStyle>
          <a:p>
            <a:r>
              <a:rPr lang="en-US"/>
              <a:t>Click icon to add photo.</a:t>
            </a:r>
          </a:p>
          <a:p>
            <a:r>
              <a:rPr lang="en-US"/>
              <a:t>Or drag photo into this space.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C594189E-7300-B1EC-D786-A31D81B2536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42150" y="3875880"/>
            <a:ext cx="6004101" cy="677713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971" b="0" i="0" cap="all" spc="181" baseline="0">
                <a:solidFill>
                  <a:schemeClr val="tx1"/>
                </a:solidFill>
                <a:latin typeface="Lato" panose="020F0502020204030203" pitchFamily="34" charset="77"/>
                <a:ea typeface="Lato" panose="020F0502020204030203" pitchFamily="34" charset="77"/>
                <a:cs typeface="Lato" panose="020F0502020204030203" pitchFamily="34" charset="77"/>
              </a:defRPr>
            </a:lvl1pPr>
            <a:lvl2pPr>
              <a:defRPr sz="971" b="0" i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 sz="971" b="0" i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 sz="971" b="0" i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 sz="971" b="0" i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Name</a:t>
            </a:r>
          </a:p>
          <a:p>
            <a:pPr lvl="0"/>
            <a:r>
              <a:rPr lang="en-US"/>
              <a:t>Company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4FB15CFE-554E-274B-6D1B-CD5BD6B955B2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287172" y="482099"/>
            <a:ext cx="3159079" cy="87268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2000" b="0" i="0">
                <a:solidFill>
                  <a:schemeClr val="tx1"/>
                </a:solidFill>
                <a:latin typeface="Lato" panose="020F0502020204030203" pitchFamily="34" charset="77"/>
                <a:ea typeface="Lato" panose="020F0502020204030203" pitchFamily="34" charset="77"/>
                <a:cs typeface="Lato" panose="020F0502020204030203" pitchFamily="34" charset="77"/>
              </a:defRPr>
            </a:lvl1pPr>
          </a:lstStyle>
          <a:p>
            <a:r>
              <a:rPr lang="en-US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Insert company logo here</a:t>
            </a:r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47C6F2D-C6E3-94F0-08CA-F5F146489A1F}"/>
              </a:ext>
            </a:extLst>
          </p:cNvPr>
          <p:cNvSpPr txBox="1"/>
          <p:nvPr userDrawn="1"/>
        </p:nvSpPr>
        <p:spPr>
          <a:xfrm>
            <a:off x="11140496" y="3472776"/>
            <a:ext cx="451149" cy="9989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6670"/>
              </a:lnSpc>
            </a:pPr>
            <a:r>
              <a:rPr lang="en-US" sz="9600" b="0" i="0" spc="-181">
                <a:solidFill>
                  <a:schemeClr val="tx1"/>
                </a:solidFill>
                <a:latin typeface="Lato" panose="020F0502020204030203" pitchFamily="34" charset="77"/>
                <a:ea typeface="Lato" panose="020F0502020204030203" pitchFamily="34" charset="0"/>
                <a:cs typeface="Lato" panose="020F0502020204030203" pitchFamily="34" charset="0"/>
              </a:rPr>
              <a:t>”</a:t>
            </a:r>
            <a:endParaRPr lang="en-US" sz="7277" b="0" i="0" spc="-181">
              <a:solidFill>
                <a:schemeClr val="tx1"/>
              </a:solidFill>
              <a:latin typeface="Lato" panose="020F0502020204030203" pitchFamily="34" charset="77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653E5AC6-30E1-E0C3-8B4F-7F366584B9F9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74E55E14-0969-3D1B-B9EB-494AD00799A8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Copyright © 2026 Kinaxis. All Rights Reserved. Access limited to internal use only.</a:t>
            </a: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399AB649-3421-3B8A-3D62-29672DA3F4CE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F1488A8B-C121-C846-AEE5-0D98B869D111}" type="slidenum">
              <a:rPr lang="en-US" sz="800" smtClean="0">
                <a:cs typeface="Calibri" panose="020F0502020204030204" pitchFamily="34" charset="0"/>
              </a:rPr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5538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Quote_Teal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3">
            <a:extLst>
              <a:ext uri="{FF2B5EF4-FFF2-40B4-BE49-F238E27FC236}">
                <a16:creationId xmlns:a16="http://schemas.microsoft.com/office/drawing/2014/main" id="{95EC9528-76F1-E7E0-0438-08D7C8D7503B}"/>
              </a:ext>
            </a:extLst>
          </p:cNvPr>
          <p:cNvSpPr/>
          <p:nvPr userDrawn="1"/>
        </p:nvSpPr>
        <p:spPr>
          <a:xfrm>
            <a:off x="-3851" y="-164299"/>
            <a:ext cx="12192040" cy="6237100"/>
          </a:xfrm>
          <a:custGeom>
            <a:avLst/>
            <a:gdLst/>
            <a:ahLst/>
            <a:cxnLst/>
            <a:rect l="l" t="t" r="r" b="b"/>
            <a:pathLst>
              <a:path w="17257395" h="7665084">
                <a:moveTo>
                  <a:pt x="17257327" y="0"/>
                </a:moveTo>
                <a:lnTo>
                  <a:pt x="0" y="0"/>
                </a:lnTo>
                <a:lnTo>
                  <a:pt x="0" y="7664698"/>
                </a:lnTo>
                <a:lnTo>
                  <a:pt x="17257327" y="7664698"/>
                </a:lnTo>
                <a:lnTo>
                  <a:pt x="17257327" y="0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0" tIns="0" rIns="0" bIns="0" rtlCol="0"/>
          <a:lstStyle/>
          <a:p>
            <a:endParaRPr sz="971"/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22DC1099-A048-21FD-29C4-E363FA0C908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42151" y="1406129"/>
            <a:ext cx="6004100" cy="2305971"/>
          </a:xfrm>
          <a:prstGeom prst="rect">
            <a:avLst/>
          </a:prstGeom>
        </p:spPr>
        <p:txBody>
          <a:bodyPr anchor="b"/>
          <a:lstStyle>
            <a:lvl1pPr>
              <a:lnSpc>
                <a:spcPct val="90000"/>
              </a:lnSpc>
              <a:defRPr sz="3275" b="0" i="0" spc="-91">
                <a:solidFill>
                  <a:schemeClr val="bg2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lnSpc>
                <a:spcPts val="3639"/>
              </a:lnSpc>
              <a:defRPr sz="3275" spc="-91">
                <a:solidFill>
                  <a:schemeClr val="bg1"/>
                </a:solidFill>
              </a:defRPr>
            </a:lvl2pPr>
            <a:lvl3pPr>
              <a:lnSpc>
                <a:spcPts val="3639"/>
              </a:lnSpc>
              <a:defRPr sz="3275" spc="-91">
                <a:solidFill>
                  <a:schemeClr val="bg1"/>
                </a:solidFill>
              </a:defRPr>
            </a:lvl3pPr>
            <a:lvl4pPr>
              <a:lnSpc>
                <a:spcPts val="3639"/>
              </a:lnSpc>
              <a:defRPr sz="3275" spc="-91">
                <a:solidFill>
                  <a:schemeClr val="bg1"/>
                </a:solidFill>
              </a:defRPr>
            </a:lvl4pPr>
            <a:lvl5pPr>
              <a:lnSpc>
                <a:spcPts val="3639"/>
              </a:lnSpc>
              <a:defRPr sz="3275" spc="-91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Insert your quote or pull-out text to highlight a benefit or endorse our services with word emphasis</a:t>
            </a:r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A19ABFE6-7FD5-F590-A496-FECC271CD42A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-3850" y="-164300"/>
            <a:ext cx="4610732" cy="6242843"/>
          </a:xfrm>
          <a:custGeom>
            <a:avLst/>
            <a:gdLst>
              <a:gd name="connsiteX0" fmla="*/ 9 w 8756650"/>
              <a:gd name="connsiteY0" fmla="*/ 3071565 h 8041482"/>
              <a:gd name="connsiteX1" fmla="*/ 4378325 w 8756650"/>
              <a:gd name="connsiteY1" fmla="*/ 0 h 8041482"/>
              <a:gd name="connsiteX2" fmla="*/ 8756641 w 8756650"/>
              <a:gd name="connsiteY2" fmla="*/ 3071565 h 8041482"/>
              <a:gd name="connsiteX3" fmla="*/ 7084273 w 8756650"/>
              <a:gd name="connsiteY3" fmla="*/ 8041462 h 8041482"/>
              <a:gd name="connsiteX4" fmla="*/ 1672377 w 8756650"/>
              <a:gd name="connsiteY4" fmla="*/ 8041462 h 8041482"/>
              <a:gd name="connsiteX5" fmla="*/ 9 w 8756650"/>
              <a:gd name="connsiteY5" fmla="*/ 3071565 h 8041482"/>
              <a:gd name="connsiteX0" fmla="*/ 0 w 8788716"/>
              <a:gd name="connsiteY0" fmla="*/ 3071565 h 8041462"/>
              <a:gd name="connsiteX1" fmla="*/ 4378316 w 8788716"/>
              <a:gd name="connsiteY1" fmla="*/ 0 h 8041462"/>
              <a:gd name="connsiteX2" fmla="*/ 8788716 w 8788716"/>
              <a:gd name="connsiteY2" fmla="*/ 4499313 h 8041462"/>
              <a:gd name="connsiteX3" fmla="*/ 7084264 w 8788716"/>
              <a:gd name="connsiteY3" fmla="*/ 8041462 h 8041462"/>
              <a:gd name="connsiteX4" fmla="*/ 1672368 w 8788716"/>
              <a:gd name="connsiteY4" fmla="*/ 8041462 h 8041462"/>
              <a:gd name="connsiteX5" fmla="*/ 0 w 8788716"/>
              <a:gd name="connsiteY5" fmla="*/ 3071565 h 8041462"/>
              <a:gd name="connsiteX0" fmla="*/ 0 w 8788716"/>
              <a:gd name="connsiteY0" fmla="*/ 2285502 h 7255399"/>
              <a:gd name="connsiteX1" fmla="*/ 5838148 w 8788716"/>
              <a:gd name="connsiteY1" fmla="*/ 0 h 7255399"/>
              <a:gd name="connsiteX2" fmla="*/ 8788716 w 8788716"/>
              <a:gd name="connsiteY2" fmla="*/ 3713250 h 7255399"/>
              <a:gd name="connsiteX3" fmla="*/ 7084264 w 8788716"/>
              <a:gd name="connsiteY3" fmla="*/ 7255399 h 7255399"/>
              <a:gd name="connsiteX4" fmla="*/ 1672368 w 8788716"/>
              <a:gd name="connsiteY4" fmla="*/ 7255399 h 7255399"/>
              <a:gd name="connsiteX5" fmla="*/ 0 w 8788716"/>
              <a:gd name="connsiteY5" fmla="*/ 2285502 h 7255399"/>
              <a:gd name="connsiteX0" fmla="*/ 0 w 8868926"/>
              <a:gd name="connsiteY0" fmla="*/ 0 h 7263918"/>
              <a:gd name="connsiteX1" fmla="*/ 5918358 w 8868926"/>
              <a:gd name="connsiteY1" fmla="*/ 8519 h 7263918"/>
              <a:gd name="connsiteX2" fmla="*/ 8868926 w 8868926"/>
              <a:gd name="connsiteY2" fmla="*/ 3721769 h 7263918"/>
              <a:gd name="connsiteX3" fmla="*/ 7164474 w 8868926"/>
              <a:gd name="connsiteY3" fmla="*/ 7263918 h 7263918"/>
              <a:gd name="connsiteX4" fmla="*/ 1752578 w 8868926"/>
              <a:gd name="connsiteY4" fmla="*/ 7263918 h 7263918"/>
              <a:gd name="connsiteX5" fmla="*/ 0 w 8868926"/>
              <a:gd name="connsiteY5" fmla="*/ 0 h 7263918"/>
              <a:gd name="connsiteX0" fmla="*/ 0 w 8868926"/>
              <a:gd name="connsiteY0" fmla="*/ 0 h 7312044"/>
              <a:gd name="connsiteX1" fmla="*/ 5918358 w 8868926"/>
              <a:gd name="connsiteY1" fmla="*/ 8519 h 7312044"/>
              <a:gd name="connsiteX2" fmla="*/ 8868926 w 8868926"/>
              <a:gd name="connsiteY2" fmla="*/ 3721769 h 7312044"/>
              <a:gd name="connsiteX3" fmla="*/ 5800895 w 8868926"/>
              <a:gd name="connsiteY3" fmla="*/ 7312044 h 7312044"/>
              <a:gd name="connsiteX4" fmla="*/ 1752578 w 8868926"/>
              <a:gd name="connsiteY4" fmla="*/ 7263918 h 7312044"/>
              <a:gd name="connsiteX5" fmla="*/ 0 w 8868926"/>
              <a:gd name="connsiteY5" fmla="*/ 0 h 7312044"/>
              <a:gd name="connsiteX0" fmla="*/ 0 w 8836842"/>
              <a:gd name="connsiteY0" fmla="*/ 0 h 7312044"/>
              <a:gd name="connsiteX1" fmla="*/ 5918358 w 8836842"/>
              <a:gd name="connsiteY1" fmla="*/ 8519 h 7312044"/>
              <a:gd name="connsiteX2" fmla="*/ 8836842 w 8836842"/>
              <a:gd name="connsiteY2" fmla="*/ 3625516 h 7312044"/>
              <a:gd name="connsiteX3" fmla="*/ 5800895 w 8836842"/>
              <a:gd name="connsiteY3" fmla="*/ 7312044 h 7312044"/>
              <a:gd name="connsiteX4" fmla="*/ 1752578 w 8836842"/>
              <a:gd name="connsiteY4" fmla="*/ 7263918 h 7312044"/>
              <a:gd name="connsiteX5" fmla="*/ 0 w 8836842"/>
              <a:gd name="connsiteY5" fmla="*/ 0 h 7312044"/>
              <a:gd name="connsiteX0" fmla="*/ 0 w 8836842"/>
              <a:gd name="connsiteY0" fmla="*/ 0 h 7312044"/>
              <a:gd name="connsiteX1" fmla="*/ 5918358 w 8836842"/>
              <a:gd name="connsiteY1" fmla="*/ 8519 h 7312044"/>
              <a:gd name="connsiteX2" fmla="*/ 8836842 w 8836842"/>
              <a:gd name="connsiteY2" fmla="*/ 3625516 h 7312044"/>
              <a:gd name="connsiteX3" fmla="*/ 5800895 w 8836842"/>
              <a:gd name="connsiteY3" fmla="*/ 7312044 h 7312044"/>
              <a:gd name="connsiteX4" fmla="*/ 20031 w 8836842"/>
              <a:gd name="connsiteY4" fmla="*/ 7296002 h 7312044"/>
              <a:gd name="connsiteX5" fmla="*/ 0 w 8836842"/>
              <a:gd name="connsiteY5" fmla="*/ 0 h 7312044"/>
              <a:gd name="connsiteX0" fmla="*/ 0 w 11836715"/>
              <a:gd name="connsiteY0" fmla="*/ 0 h 7344129"/>
              <a:gd name="connsiteX1" fmla="*/ 8918231 w 11836715"/>
              <a:gd name="connsiteY1" fmla="*/ 40604 h 7344129"/>
              <a:gd name="connsiteX2" fmla="*/ 11836715 w 11836715"/>
              <a:gd name="connsiteY2" fmla="*/ 3657601 h 7344129"/>
              <a:gd name="connsiteX3" fmla="*/ 8800768 w 11836715"/>
              <a:gd name="connsiteY3" fmla="*/ 7344129 h 7344129"/>
              <a:gd name="connsiteX4" fmla="*/ 3019904 w 11836715"/>
              <a:gd name="connsiteY4" fmla="*/ 7328087 h 7344129"/>
              <a:gd name="connsiteX5" fmla="*/ 0 w 11836715"/>
              <a:gd name="connsiteY5" fmla="*/ 0 h 7344129"/>
              <a:gd name="connsiteX0" fmla="*/ 12054 w 11848769"/>
              <a:gd name="connsiteY0" fmla="*/ 0 h 7344129"/>
              <a:gd name="connsiteX1" fmla="*/ 8930285 w 11848769"/>
              <a:gd name="connsiteY1" fmla="*/ 40604 h 7344129"/>
              <a:gd name="connsiteX2" fmla="*/ 11848769 w 11848769"/>
              <a:gd name="connsiteY2" fmla="*/ 3657601 h 7344129"/>
              <a:gd name="connsiteX3" fmla="*/ 8812822 w 11848769"/>
              <a:gd name="connsiteY3" fmla="*/ 7344129 h 7344129"/>
              <a:gd name="connsiteX4" fmla="*/ 0 w 11848769"/>
              <a:gd name="connsiteY4" fmla="*/ 6205140 h 7344129"/>
              <a:gd name="connsiteX5" fmla="*/ 12054 w 11848769"/>
              <a:gd name="connsiteY5" fmla="*/ 0 h 7344129"/>
              <a:gd name="connsiteX0" fmla="*/ 12054 w 11848769"/>
              <a:gd name="connsiteY0" fmla="*/ 0 h 6205140"/>
              <a:gd name="connsiteX1" fmla="*/ 8930285 w 11848769"/>
              <a:gd name="connsiteY1" fmla="*/ 40604 h 6205140"/>
              <a:gd name="connsiteX2" fmla="*/ 11848769 w 11848769"/>
              <a:gd name="connsiteY2" fmla="*/ 3657601 h 6205140"/>
              <a:gd name="connsiteX3" fmla="*/ 8909074 w 11848769"/>
              <a:gd name="connsiteY3" fmla="*/ 6205140 h 6205140"/>
              <a:gd name="connsiteX4" fmla="*/ 0 w 11848769"/>
              <a:gd name="connsiteY4" fmla="*/ 6205140 h 6205140"/>
              <a:gd name="connsiteX5" fmla="*/ 12054 w 11848769"/>
              <a:gd name="connsiteY5" fmla="*/ 0 h 6205140"/>
              <a:gd name="connsiteX0" fmla="*/ 12054 w 11479800"/>
              <a:gd name="connsiteY0" fmla="*/ 0 h 6205140"/>
              <a:gd name="connsiteX1" fmla="*/ 8930285 w 11479800"/>
              <a:gd name="connsiteY1" fmla="*/ 40604 h 6205140"/>
              <a:gd name="connsiteX2" fmla="*/ 11479800 w 11479800"/>
              <a:gd name="connsiteY2" fmla="*/ 3096128 h 6205140"/>
              <a:gd name="connsiteX3" fmla="*/ 8909074 w 11479800"/>
              <a:gd name="connsiteY3" fmla="*/ 6205140 h 6205140"/>
              <a:gd name="connsiteX4" fmla="*/ 0 w 11479800"/>
              <a:gd name="connsiteY4" fmla="*/ 6205140 h 6205140"/>
              <a:gd name="connsiteX5" fmla="*/ 12054 w 11479800"/>
              <a:gd name="connsiteY5" fmla="*/ 0 h 6205140"/>
              <a:gd name="connsiteX0" fmla="*/ 0 w 11467746"/>
              <a:gd name="connsiteY0" fmla="*/ 0 h 6205140"/>
              <a:gd name="connsiteX1" fmla="*/ 8918231 w 11467746"/>
              <a:gd name="connsiteY1" fmla="*/ 40604 h 6205140"/>
              <a:gd name="connsiteX2" fmla="*/ 11467746 w 11467746"/>
              <a:gd name="connsiteY2" fmla="*/ 3096128 h 6205140"/>
              <a:gd name="connsiteX3" fmla="*/ 8897020 w 11467746"/>
              <a:gd name="connsiteY3" fmla="*/ 6205140 h 6205140"/>
              <a:gd name="connsiteX4" fmla="*/ 20030 w 11467746"/>
              <a:gd name="connsiteY4" fmla="*/ 6205140 h 6205140"/>
              <a:gd name="connsiteX5" fmla="*/ 0 w 11467746"/>
              <a:gd name="connsiteY5" fmla="*/ 0 h 6205140"/>
              <a:gd name="connsiteX0" fmla="*/ 0 w 11467746"/>
              <a:gd name="connsiteY0" fmla="*/ 0 h 6205140"/>
              <a:gd name="connsiteX1" fmla="*/ 8918231 w 11467746"/>
              <a:gd name="connsiteY1" fmla="*/ 40604 h 6205140"/>
              <a:gd name="connsiteX2" fmla="*/ 11467746 w 11467746"/>
              <a:gd name="connsiteY2" fmla="*/ 3096128 h 6205140"/>
              <a:gd name="connsiteX3" fmla="*/ 8897020 w 11467746"/>
              <a:gd name="connsiteY3" fmla="*/ 6205140 h 6205140"/>
              <a:gd name="connsiteX4" fmla="*/ 20030 w 11467746"/>
              <a:gd name="connsiteY4" fmla="*/ 6205140 h 6205140"/>
              <a:gd name="connsiteX5" fmla="*/ 0 w 11467746"/>
              <a:gd name="connsiteY5" fmla="*/ 0 h 6205140"/>
              <a:gd name="connsiteX0" fmla="*/ 0 w 11467746"/>
              <a:gd name="connsiteY0" fmla="*/ 0 h 6205140"/>
              <a:gd name="connsiteX1" fmla="*/ 8918231 w 11467746"/>
              <a:gd name="connsiteY1" fmla="*/ 24562 h 6205140"/>
              <a:gd name="connsiteX2" fmla="*/ 11467746 w 11467746"/>
              <a:gd name="connsiteY2" fmla="*/ 3096128 h 6205140"/>
              <a:gd name="connsiteX3" fmla="*/ 8897020 w 11467746"/>
              <a:gd name="connsiteY3" fmla="*/ 6205140 h 6205140"/>
              <a:gd name="connsiteX4" fmla="*/ 20030 w 11467746"/>
              <a:gd name="connsiteY4" fmla="*/ 6205140 h 6205140"/>
              <a:gd name="connsiteX5" fmla="*/ 0 w 11467746"/>
              <a:gd name="connsiteY5" fmla="*/ 0 h 6205140"/>
              <a:gd name="connsiteX0" fmla="*/ 0 w 11467746"/>
              <a:gd name="connsiteY0" fmla="*/ 0 h 6205140"/>
              <a:gd name="connsiteX1" fmla="*/ 8918231 w 11467746"/>
              <a:gd name="connsiteY1" fmla="*/ 24562 h 6205140"/>
              <a:gd name="connsiteX2" fmla="*/ 11467746 w 11467746"/>
              <a:gd name="connsiteY2" fmla="*/ 3096128 h 6205140"/>
              <a:gd name="connsiteX3" fmla="*/ 8913062 w 11467746"/>
              <a:gd name="connsiteY3" fmla="*/ 6205140 h 6205140"/>
              <a:gd name="connsiteX4" fmla="*/ 20030 w 11467746"/>
              <a:gd name="connsiteY4" fmla="*/ 6205140 h 6205140"/>
              <a:gd name="connsiteX5" fmla="*/ 0 w 11467746"/>
              <a:gd name="connsiteY5" fmla="*/ 0 h 6205140"/>
              <a:gd name="connsiteX0" fmla="*/ 0 w 11467746"/>
              <a:gd name="connsiteY0" fmla="*/ 0 h 6205140"/>
              <a:gd name="connsiteX1" fmla="*/ 1876926 w 11467746"/>
              <a:gd name="connsiteY1" fmla="*/ 4538 h 6205140"/>
              <a:gd name="connsiteX2" fmla="*/ 8918231 w 11467746"/>
              <a:gd name="connsiteY2" fmla="*/ 24562 h 6205140"/>
              <a:gd name="connsiteX3" fmla="*/ 11467746 w 11467746"/>
              <a:gd name="connsiteY3" fmla="*/ 3096128 h 6205140"/>
              <a:gd name="connsiteX4" fmla="*/ 8913062 w 11467746"/>
              <a:gd name="connsiteY4" fmla="*/ 6205140 h 6205140"/>
              <a:gd name="connsiteX5" fmla="*/ 20030 w 11467746"/>
              <a:gd name="connsiteY5" fmla="*/ 6205140 h 6205140"/>
              <a:gd name="connsiteX6" fmla="*/ 0 w 11467746"/>
              <a:gd name="connsiteY6" fmla="*/ 0 h 6205140"/>
              <a:gd name="connsiteX0" fmla="*/ 0 w 11467746"/>
              <a:gd name="connsiteY0" fmla="*/ 15212 h 6220352"/>
              <a:gd name="connsiteX1" fmla="*/ 1876926 w 11467746"/>
              <a:gd name="connsiteY1" fmla="*/ 19750 h 6220352"/>
              <a:gd name="connsiteX2" fmla="*/ 3945178 w 11467746"/>
              <a:gd name="connsiteY2" fmla="*/ 0 h 6220352"/>
              <a:gd name="connsiteX3" fmla="*/ 11467746 w 11467746"/>
              <a:gd name="connsiteY3" fmla="*/ 3111340 h 6220352"/>
              <a:gd name="connsiteX4" fmla="*/ 8913062 w 11467746"/>
              <a:gd name="connsiteY4" fmla="*/ 6220352 h 6220352"/>
              <a:gd name="connsiteX5" fmla="*/ 20030 w 11467746"/>
              <a:gd name="connsiteY5" fmla="*/ 6220352 h 6220352"/>
              <a:gd name="connsiteX6" fmla="*/ 0 w 11467746"/>
              <a:gd name="connsiteY6" fmla="*/ 15212 h 6220352"/>
              <a:gd name="connsiteX0" fmla="*/ 0 w 8913062"/>
              <a:gd name="connsiteY0" fmla="*/ 15212 h 6220352"/>
              <a:gd name="connsiteX1" fmla="*/ 1876926 w 8913062"/>
              <a:gd name="connsiteY1" fmla="*/ 19750 h 6220352"/>
              <a:gd name="connsiteX2" fmla="*/ 3945178 w 8913062"/>
              <a:gd name="connsiteY2" fmla="*/ 0 h 6220352"/>
              <a:gd name="connsiteX3" fmla="*/ 7072209 w 8913062"/>
              <a:gd name="connsiteY3" fmla="*/ 3164372 h 6220352"/>
              <a:gd name="connsiteX4" fmla="*/ 8913062 w 8913062"/>
              <a:gd name="connsiteY4" fmla="*/ 6220352 h 6220352"/>
              <a:gd name="connsiteX5" fmla="*/ 20030 w 8913062"/>
              <a:gd name="connsiteY5" fmla="*/ 6220352 h 6220352"/>
              <a:gd name="connsiteX6" fmla="*/ 0 w 8913062"/>
              <a:gd name="connsiteY6" fmla="*/ 15212 h 6220352"/>
              <a:gd name="connsiteX0" fmla="*/ 0 w 7072209"/>
              <a:gd name="connsiteY0" fmla="*/ 15212 h 6326416"/>
              <a:gd name="connsiteX1" fmla="*/ 1876926 w 7072209"/>
              <a:gd name="connsiteY1" fmla="*/ 19750 h 6326416"/>
              <a:gd name="connsiteX2" fmla="*/ 3945178 w 7072209"/>
              <a:gd name="connsiteY2" fmla="*/ 0 h 6326416"/>
              <a:gd name="connsiteX3" fmla="*/ 7072209 w 7072209"/>
              <a:gd name="connsiteY3" fmla="*/ 3164372 h 6326416"/>
              <a:gd name="connsiteX4" fmla="*/ 3988135 w 7072209"/>
              <a:gd name="connsiteY4" fmla="*/ 6326416 h 6326416"/>
              <a:gd name="connsiteX5" fmla="*/ 20030 w 7072209"/>
              <a:gd name="connsiteY5" fmla="*/ 6220352 h 6326416"/>
              <a:gd name="connsiteX6" fmla="*/ 0 w 7072209"/>
              <a:gd name="connsiteY6" fmla="*/ 15212 h 6326416"/>
              <a:gd name="connsiteX0" fmla="*/ 28826 w 7101035"/>
              <a:gd name="connsiteY0" fmla="*/ 15212 h 6339673"/>
              <a:gd name="connsiteX1" fmla="*/ 1905752 w 7101035"/>
              <a:gd name="connsiteY1" fmla="*/ 19750 h 6339673"/>
              <a:gd name="connsiteX2" fmla="*/ 3974004 w 7101035"/>
              <a:gd name="connsiteY2" fmla="*/ 0 h 6339673"/>
              <a:gd name="connsiteX3" fmla="*/ 7101035 w 7101035"/>
              <a:gd name="connsiteY3" fmla="*/ 3164372 h 6339673"/>
              <a:gd name="connsiteX4" fmla="*/ 4016961 w 7101035"/>
              <a:gd name="connsiteY4" fmla="*/ 6326416 h 6339673"/>
              <a:gd name="connsiteX5" fmla="*/ 730 w 7101035"/>
              <a:gd name="connsiteY5" fmla="*/ 6339673 h 6339673"/>
              <a:gd name="connsiteX6" fmla="*/ 28826 w 7101035"/>
              <a:gd name="connsiteY6" fmla="*/ 15212 h 6339673"/>
              <a:gd name="connsiteX0" fmla="*/ 28826 w 7154823"/>
              <a:gd name="connsiteY0" fmla="*/ 15212 h 6339673"/>
              <a:gd name="connsiteX1" fmla="*/ 1905752 w 7154823"/>
              <a:gd name="connsiteY1" fmla="*/ 19750 h 6339673"/>
              <a:gd name="connsiteX2" fmla="*/ 3974004 w 7154823"/>
              <a:gd name="connsiteY2" fmla="*/ 0 h 6339673"/>
              <a:gd name="connsiteX3" fmla="*/ 7154823 w 7154823"/>
              <a:gd name="connsiteY3" fmla="*/ 3175486 h 6339673"/>
              <a:gd name="connsiteX4" fmla="*/ 4016961 w 7154823"/>
              <a:gd name="connsiteY4" fmla="*/ 6326416 h 6339673"/>
              <a:gd name="connsiteX5" fmla="*/ 730 w 7154823"/>
              <a:gd name="connsiteY5" fmla="*/ 6339673 h 6339673"/>
              <a:gd name="connsiteX6" fmla="*/ 28826 w 7154823"/>
              <a:gd name="connsiteY6" fmla="*/ 15212 h 6339673"/>
              <a:gd name="connsiteX0" fmla="*/ 28826 w 7141376"/>
              <a:gd name="connsiteY0" fmla="*/ 15212 h 6339673"/>
              <a:gd name="connsiteX1" fmla="*/ 1905752 w 7141376"/>
              <a:gd name="connsiteY1" fmla="*/ 19750 h 6339673"/>
              <a:gd name="connsiteX2" fmla="*/ 3974004 w 7141376"/>
              <a:gd name="connsiteY2" fmla="*/ 0 h 6339673"/>
              <a:gd name="connsiteX3" fmla="*/ 7141376 w 7141376"/>
              <a:gd name="connsiteY3" fmla="*/ 3164373 h 6339673"/>
              <a:gd name="connsiteX4" fmla="*/ 4016961 w 7141376"/>
              <a:gd name="connsiteY4" fmla="*/ 6326416 h 6339673"/>
              <a:gd name="connsiteX5" fmla="*/ 730 w 7141376"/>
              <a:gd name="connsiteY5" fmla="*/ 6339673 h 6339673"/>
              <a:gd name="connsiteX6" fmla="*/ 28826 w 7141376"/>
              <a:gd name="connsiteY6" fmla="*/ 15212 h 6339673"/>
              <a:gd name="connsiteX0" fmla="*/ 28826 w 7141376"/>
              <a:gd name="connsiteY0" fmla="*/ 15212 h 6339673"/>
              <a:gd name="connsiteX1" fmla="*/ 1771282 w 7141376"/>
              <a:gd name="connsiteY1" fmla="*/ 8637 h 6339673"/>
              <a:gd name="connsiteX2" fmla="*/ 3974004 w 7141376"/>
              <a:gd name="connsiteY2" fmla="*/ 0 h 6339673"/>
              <a:gd name="connsiteX3" fmla="*/ 7141376 w 7141376"/>
              <a:gd name="connsiteY3" fmla="*/ 3164373 h 6339673"/>
              <a:gd name="connsiteX4" fmla="*/ 4016961 w 7141376"/>
              <a:gd name="connsiteY4" fmla="*/ 6326416 h 6339673"/>
              <a:gd name="connsiteX5" fmla="*/ 730 w 7141376"/>
              <a:gd name="connsiteY5" fmla="*/ 6339673 h 6339673"/>
              <a:gd name="connsiteX6" fmla="*/ 28826 w 7141376"/>
              <a:gd name="connsiteY6" fmla="*/ 15212 h 6339673"/>
              <a:gd name="connsiteX0" fmla="*/ 15686 w 7141683"/>
              <a:gd name="connsiteY0" fmla="*/ 15212 h 6339673"/>
              <a:gd name="connsiteX1" fmla="*/ 1771589 w 7141683"/>
              <a:gd name="connsiteY1" fmla="*/ 8637 h 6339673"/>
              <a:gd name="connsiteX2" fmla="*/ 3974311 w 7141683"/>
              <a:gd name="connsiteY2" fmla="*/ 0 h 6339673"/>
              <a:gd name="connsiteX3" fmla="*/ 7141683 w 7141683"/>
              <a:gd name="connsiteY3" fmla="*/ 3164373 h 6339673"/>
              <a:gd name="connsiteX4" fmla="*/ 4017268 w 7141683"/>
              <a:gd name="connsiteY4" fmla="*/ 6326416 h 6339673"/>
              <a:gd name="connsiteX5" fmla="*/ 1037 w 7141683"/>
              <a:gd name="connsiteY5" fmla="*/ 6339673 h 6339673"/>
              <a:gd name="connsiteX6" fmla="*/ 15686 w 7141683"/>
              <a:gd name="connsiteY6" fmla="*/ 15212 h 6339673"/>
              <a:gd name="connsiteX0" fmla="*/ 15686 w 7141683"/>
              <a:gd name="connsiteY0" fmla="*/ 15212 h 6339673"/>
              <a:gd name="connsiteX1" fmla="*/ 1758142 w 7141683"/>
              <a:gd name="connsiteY1" fmla="*/ 8637 h 6339673"/>
              <a:gd name="connsiteX2" fmla="*/ 3974311 w 7141683"/>
              <a:gd name="connsiteY2" fmla="*/ 0 h 6339673"/>
              <a:gd name="connsiteX3" fmla="*/ 7141683 w 7141683"/>
              <a:gd name="connsiteY3" fmla="*/ 3164373 h 6339673"/>
              <a:gd name="connsiteX4" fmla="*/ 4017268 w 7141683"/>
              <a:gd name="connsiteY4" fmla="*/ 6326416 h 6339673"/>
              <a:gd name="connsiteX5" fmla="*/ 1037 w 7141683"/>
              <a:gd name="connsiteY5" fmla="*/ 6339673 h 6339673"/>
              <a:gd name="connsiteX6" fmla="*/ 15686 w 7141683"/>
              <a:gd name="connsiteY6" fmla="*/ 15212 h 6339673"/>
              <a:gd name="connsiteX0" fmla="*/ 15686 w 7141683"/>
              <a:gd name="connsiteY0" fmla="*/ 4099 h 6339673"/>
              <a:gd name="connsiteX1" fmla="*/ 1758142 w 7141683"/>
              <a:gd name="connsiteY1" fmla="*/ 8637 h 6339673"/>
              <a:gd name="connsiteX2" fmla="*/ 3974311 w 7141683"/>
              <a:gd name="connsiteY2" fmla="*/ 0 h 6339673"/>
              <a:gd name="connsiteX3" fmla="*/ 7141683 w 7141683"/>
              <a:gd name="connsiteY3" fmla="*/ 3164373 h 6339673"/>
              <a:gd name="connsiteX4" fmla="*/ 4017268 w 7141683"/>
              <a:gd name="connsiteY4" fmla="*/ 6326416 h 6339673"/>
              <a:gd name="connsiteX5" fmla="*/ 1037 w 7141683"/>
              <a:gd name="connsiteY5" fmla="*/ 6339673 h 6339673"/>
              <a:gd name="connsiteX6" fmla="*/ 15686 w 7141683"/>
              <a:gd name="connsiteY6" fmla="*/ 4099 h 6339673"/>
              <a:gd name="connsiteX0" fmla="*/ 15686 w 7141683"/>
              <a:gd name="connsiteY0" fmla="*/ 6575 h 6342149"/>
              <a:gd name="connsiteX1" fmla="*/ 1758142 w 7141683"/>
              <a:gd name="connsiteY1" fmla="*/ 0 h 6342149"/>
              <a:gd name="connsiteX2" fmla="*/ 3974311 w 7141683"/>
              <a:gd name="connsiteY2" fmla="*/ 2476 h 6342149"/>
              <a:gd name="connsiteX3" fmla="*/ 7141683 w 7141683"/>
              <a:gd name="connsiteY3" fmla="*/ 3166849 h 6342149"/>
              <a:gd name="connsiteX4" fmla="*/ 4017268 w 7141683"/>
              <a:gd name="connsiteY4" fmla="*/ 6328892 h 6342149"/>
              <a:gd name="connsiteX5" fmla="*/ 1037 w 7141683"/>
              <a:gd name="connsiteY5" fmla="*/ 6342149 h 6342149"/>
              <a:gd name="connsiteX6" fmla="*/ 15686 w 7141683"/>
              <a:gd name="connsiteY6" fmla="*/ 6575 h 6342149"/>
              <a:gd name="connsiteX0" fmla="*/ 15686 w 7141683"/>
              <a:gd name="connsiteY0" fmla="*/ 6575 h 6342149"/>
              <a:gd name="connsiteX1" fmla="*/ 1758142 w 7141683"/>
              <a:gd name="connsiteY1" fmla="*/ 0 h 6342149"/>
              <a:gd name="connsiteX2" fmla="*/ 3974311 w 7141683"/>
              <a:gd name="connsiteY2" fmla="*/ 2476 h 6342149"/>
              <a:gd name="connsiteX3" fmla="*/ 7141683 w 7141683"/>
              <a:gd name="connsiteY3" fmla="*/ 3166849 h 6342149"/>
              <a:gd name="connsiteX4" fmla="*/ 4017268 w 7141683"/>
              <a:gd name="connsiteY4" fmla="*/ 6328892 h 6342149"/>
              <a:gd name="connsiteX5" fmla="*/ 1037 w 7141683"/>
              <a:gd name="connsiteY5" fmla="*/ 6342149 h 6342149"/>
              <a:gd name="connsiteX6" fmla="*/ 15686 w 7141683"/>
              <a:gd name="connsiteY6" fmla="*/ 6575 h 6342149"/>
              <a:gd name="connsiteX0" fmla="*/ 15686 w 7141683"/>
              <a:gd name="connsiteY0" fmla="*/ 6575 h 6342149"/>
              <a:gd name="connsiteX1" fmla="*/ 1758142 w 7141683"/>
              <a:gd name="connsiteY1" fmla="*/ 0 h 6342149"/>
              <a:gd name="connsiteX2" fmla="*/ 3974311 w 7141683"/>
              <a:gd name="connsiteY2" fmla="*/ 2476 h 6342149"/>
              <a:gd name="connsiteX3" fmla="*/ 7141683 w 7141683"/>
              <a:gd name="connsiteY3" fmla="*/ 3166849 h 6342149"/>
              <a:gd name="connsiteX4" fmla="*/ 4017268 w 7141683"/>
              <a:gd name="connsiteY4" fmla="*/ 6328892 h 6342149"/>
              <a:gd name="connsiteX5" fmla="*/ 1037 w 7141683"/>
              <a:gd name="connsiteY5" fmla="*/ 6342149 h 6342149"/>
              <a:gd name="connsiteX6" fmla="*/ 15686 w 7141683"/>
              <a:gd name="connsiteY6" fmla="*/ 6575 h 6342149"/>
              <a:gd name="connsiteX0" fmla="*/ 15686 w 7141683"/>
              <a:gd name="connsiteY0" fmla="*/ 6575 h 6342149"/>
              <a:gd name="connsiteX1" fmla="*/ 1758142 w 7141683"/>
              <a:gd name="connsiteY1" fmla="*/ 0 h 6342149"/>
              <a:gd name="connsiteX2" fmla="*/ 3974311 w 7141683"/>
              <a:gd name="connsiteY2" fmla="*/ 2476 h 6342149"/>
              <a:gd name="connsiteX3" fmla="*/ 7141683 w 7141683"/>
              <a:gd name="connsiteY3" fmla="*/ 3166849 h 6342149"/>
              <a:gd name="connsiteX4" fmla="*/ 4017268 w 7141683"/>
              <a:gd name="connsiteY4" fmla="*/ 6328892 h 6342149"/>
              <a:gd name="connsiteX5" fmla="*/ 1037 w 7141683"/>
              <a:gd name="connsiteY5" fmla="*/ 6342149 h 6342149"/>
              <a:gd name="connsiteX6" fmla="*/ 15686 w 7141683"/>
              <a:gd name="connsiteY6" fmla="*/ 6575 h 6342149"/>
              <a:gd name="connsiteX0" fmla="*/ 0 w 7125997"/>
              <a:gd name="connsiteY0" fmla="*/ 6575 h 6342149"/>
              <a:gd name="connsiteX1" fmla="*/ 1742456 w 7125997"/>
              <a:gd name="connsiteY1" fmla="*/ 0 h 6342149"/>
              <a:gd name="connsiteX2" fmla="*/ 3958625 w 7125997"/>
              <a:gd name="connsiteY2" fmla="*/ 2476 h 6342149"/>
              <a:gd name="connsiteX3" fmla="*/ 7125997 w 7125997"/>
              <a:gd name="connsiteY3" fmla="*/ 3166849 h 6342149"/>
              <a:gd name="connsiteX4" fmla="*/ 4001582 w 7125997"/>
              <a:gd name="connsiteY4" fmla="*/ 6328892 h 6342149"/>
              <a:gd name="connsiteX5" fmla="*/ 15039 w 7125997"/>
              <a:gd name="connsiteY5" fmla="*/ 6342149 h 6342149"/>
              <a:gd name="connsiteX6" fmla="*/ 0 w 7125997"/>
              <a:gd name="connsiteY6" fmla="*/ 6575 h 6342149"/>
              <a:gd name="connsiteX0" fmla="*/ 0 w 7120059"/>
              <a:gd name="connsiteY0" fmla="*/ 6575 h 6342149"/>
              <a:gd name="connsiteX1" fmla="*/ 1742456 w 7120059"/>
              <a:gd name="connsiteY1" fmla="*/ 0 h 6342149"/>
              <a:gd name="connsiteX2" fmla="*/ 3958625 w 7120059"/>
              <a:gd name="connsiteY2" fmla="*/ 2476 h 6342149"/>
              <a:gd name="connsiteX3" fmla="*/ 7120059 w 7120059"/>
              <a:gd name="connsiteY3" fmla="*/ 3176663 h 6342149"/>
              <a:gd name="connsiteX4" fmla="*/ 4001582 w 7120059"/>
              <a:gd name="connsiteY4" fmla="*/ 6328892 h 6342149"/>
              <a:gd name="connsiteX5" fmla="*/ 15039 w 7120059"/>
              <a:gd name="connsiteY5" fmla="*/ 6342149 h 6342149"/>
              <a:gd name="connsiteX6" fmla="*/ 0 w 7120059"/>
              <a:gd name="connsiteY6" fmla="*/ 6575 h 6342149"/>
              <a:gd name="connsiteX0" fmla="*/ 1283837 w 7105046"/>
              <a:gd name="connsiteY0" fmla="*/ 0 h 6355225"/>
              <a:gd name="connsiteX1" fmla="*/ 1727443 w 7105046"/>
              <a:gd name="connsiteY1" fmla="*/ 13076 h 6355225"/>
              <a:gd name="connsiteX2" fmla="*/ 3943612 w 7105046"/>
              <a:gd name="connsiteY2" fmla="*/ 15552 h 6355225"/>
              <a:gd name="connsiteX3" fmla="*/ 7105046 w 7105046"/>
              <a:gd name="connsiteY3" fmla="*/ 3189739 h 6355225"/>
              <a:gd name="connsiteX4" fmla="*/ 3986569 w 7105046"/>
              <a:gd name="connsiteY4" fmla="*/ 6341968 h 6355225"/>
              <a:gd name="connsiteX5" fmla="*/ 26 w 7105046"/>
              <a:gd name="connsiteY5" fmla="*/ 6355225 h 6355225"/>
              <a:gd name="connsiteX6" fmla="*/ 1283837 w 7105046"/>
              <a:gd name="connsiteY6" fmla="*/ 0 h 6355225"/>
              <a:gd name="connsiteX0" fmla="*/ 10707 w 5831916"/>
              <a:gd name="connsiteY0" fmla="*/ 0 h 6355225"/>
              <a:gd name="connsiteX1" fmla="*/ 454313 w 5831916"/>
              <a:gd name="connsiteY1" fmla="*/ 13076 h 6355225"/>
              <a:gd name="connsiteX2" fmla="*/ 2670482 w 5831916"/>
              <a:gd name="connsiteY2" fmla="*/ 15552 h 6355225"/>
              <a:gd name="connsiteX3" fmla="*/ 5831916 w 5831916"/>
              <a:gd name="connsiteY3" fmla="*/ 3189739 h 6355225"/>
              <a:gd name="connsiteX4" fmla="*/ 2713439 w 5831916"/>
              <a:gd name="connsiteY4" fmla="*/ 6341968 h 6355225"/>
              <a:gd name="connsiteX5" fmla="*/ 1239 w 5831916"/>
              <a:gd name="connsiteY5" fmla="*/ 6355225 h 6355225"/>
              <a:gd name="connsiteX6" fmla="*/ 10707 w 5831916"/>
              <a:gd name="connsiteY6" fmla="*/ 0 h 6355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31916" h="6355225">
                <a:moveTo>
                  <a:pt x="10707" y="0"/>
                </a:moveTo>
                <a:lnTo>
                  <a:pt x="454313" y="13076"/>
                </a:lnTo>
                <a:lnTo>
                  <a:pt x="2670482" y="15552"/>
                </a:lnTo>
                <a:lnTo>
                  <a:pt x="5831916" y="3189739"/>
                </a:lnTo>
                <a:lnTo>
                  <a:pt x="2713439" y="6341968"/>
                </a:lnTo>
                <a:lnTo>
                  <a:pt x="1239" y="6355225"/>
                </a:lnTo>
                <a:cubicBezTo>
                  <a:pt x="-5438" y="4286845"/>
                  <a:pt x="17384" y="2068380"/>
                  <a:pt x="10707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anchor="ctr">
            <a:normAutofit/>
          </a:bodyPr>
          <a:lstStyle>
            <a:lvl1pPr algn="ctr">
              <a:defRPr sz="1800" b="0" i="0">
                <a:solidFill>
                  <a:schemeClr val="tx1"/>
                </a:solidFill>
                <a:latin typeface="Lato" panose="020F0502020204030203" pitchFamily="34" charset="77"/>
                <a:ea typeface="Lato" panose="020F0502020204030203" pitchFamily="34" charset="77"/>
                <a:cs typeface="Lato" panose="020F0502020204030203" pitchFamily="34" charset="77"/>
              </a:defRPr>
            </a:lvl1pPr>
          </a:lstStyle>
          <a:p>
            <a:r>
              <a:rPr lang="en-US"/>
              <a:t>Click icon to add photo.</a:t>
            </a:r>
          </a:p>
          <a:p>
            <a:r>
              <a:rPr lang="en-US"/>
              <a:t>Or drag photo into this space.</a:t>
            </a: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0BFC8BDE-0397-A550-959A-A2A1F75FEE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42151" y="3875880"/>
            <a:ext cx="6004100" cy="677713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971" b="0" i="0" cap="all" spc="181" baseline="0">
                <a:solidFill>
                  <a:schemeClr val="bg1"/>
                </a:solidFill>
                <a:latin typeface="Lato" panose="020F0502020204030203" pitchFamily="34" charset="77"/>
                <a:ea typeface="Lato" panose="020F0502020204030203" pitchFamily="34" charset="77"/>
                <a:cs typeface="Lato" panose="020F0502020204030203" pitchFamily="34" charset="77"/>
              </a:defRPr>
            </a:lvl1pPr>
            <a:lvl2pPr>
              <a:defRPr sz="971" b="0" i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 sz="971" b="0" i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 sz="971" b="0" i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 sz="971" b="0" i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Name</a:t>
            </a:r>
          </a:p>
          <a:p>
            <a:pPr lvl="0"/>
            <a:r>
              <a:rPr lang="en-US"/>
              <a:t>Company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C4E7AF2-6AFF-B4C7-395F-E2130F251DB0}"/>
              </a:ext>
            </a:extLst>
          </p:cNvPr>
          <p:cNvSpPr txBox="1"/>
          <p:nvPr userDrawn="1"/>
        </p:nvSpPr>
        <p:spPr>
          <a:xfrm>
            <a:off x="11140496" y="3472776"/>
            <a:ext cx="451149" cy="9989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6670"/>
              </a:lnSpc>
            </a:pPr>
            <a:r>
              <a:rPr lang="en-US" sz="9600" b="0" i="0" spc="-181">
                <a:solidFill>
                  <a:schemeClr val="bg1"/>
                </a:solidFill>
                <a:latin typeface="Lato" panose="020F0502020204030203" pitchFamily="34" charset="77"/>
                <a:ea typeface="Lato" panose="020F0502020204030203" pitchFamily="34" charset="0"/>
                <a:cs typeface="Lato" panose="020F0502020204030203" pitchFamily="34" charset="0"/>
              </a:rPr>
              <a:t>”</a:t>
            </a:r>
            <a:endParaRPr lang="en-US" sz="7277" b="0" i="0" spc="-181">
              <a:solidFill>
                <a:schemeClr val="bg1"/>
              </a:solidFill>
              <a:latin typeface="Lato" panose="020F0502020204030203" pitchFamily="34" charset="77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4" name="Picture Placeholder 11">
            <a:extLst>
              <a:ext uri="{FF2B5EF4-FFF2-40B4-BE49-F238E27FC236}">
                <a16:creationId xmlns:a16="http://schemas.microsoft.com/office/drawing/2014/main" id="{B3C22D73-0B8F-319C-BD32-61BAB6428A5C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287172" y="482099"/>
            <a:ext cx="3159079" cy="87268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2000" b="0" i="0">
                <a:solidFill>
                  <a:schemeClr val="bg1"/>
                </a:solidFill>
                <a:latin typeface="Lato" panose="020F0502020204030203" pitchFamily="34" charset="77"/>
                <a:ea typeface="Lato" panose="020F0502020204030203" pitchFamily="34" charset="77"/>
                <a:cs typeface="Lato" panose="020F0502020204030203" pitchFamily="34" charset="77"/>
              </a:defRPr>
            </a:lvl1pPr>
          </a:lstStyle>
          <a:p>
            <a:r>
              <a:rPr lang="en-US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Insert company logo here</a:t>
            </a:r>
            <a:endParaRPr lang="en-US"/>
          </a:p>
        </p:txBody>
      </p:sp>
      <p:sp>
        <p:nvSpPr>
          <p:cNvPr id="24" name="Date Placeholder 23">
            <a:extLst>
              <a:ext uri="{FF2B5EF4-FFF2-40B4-BE49-F238E27FC236}">
                <a16:creationId xmlns:a16="http://schemas.microsoft.com/office/drawing/2014/main" id="{214A976F-6A08-7C17-0B60-409D35C83AFD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5" name="Footer Placeholder 24">
            <a:extLst>
              <a:ext uri="{FF2B5EF4-FFF2-40B4-BE49-F238E27FC236}">
                <a16:creationId xmlns:a16="http://schemas.microsoft.com/office/drawing/2014/main" id="{21E8426F-3865-12FC-7E4E-5EA5ECF811F6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Copyright © 2026 Kinaxis. All Rights Reserved. Access limited to internal use only.</a:t>
            </a:r>
          </a:p>
        </p:txBody>
      </p:sp>
      <p:sp>
        <p:nvSpPr>
          <p:cNvPr id="26" name="Slide Number Placeholder 25">
            <a:extLst>
              <a:ext uri="{FF2B5EF4-FFF2-40B4-BE49-F238E27FC236}">
                <a16:creationId xmlns:a16="http://schemas.microsoft.com/office/drawing/2014/main" id="{9E38B378-803D-C85C-411E-FD85AEEC1BF5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F1488A8B-C121-C846-AEE5-0D98B869D111}" type="slidenum">
              <a:rPr lang="en-US" sz="800" smtClean="0">
                <a:cs typeface="Calibri" panose="020F0502020204030204" pitchFamily="34" charset="0"/>
              </a:rPr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1795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Quote_Nav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3">
            <a:extLst>
              <a:ext uri="{FF2B5EF4-FFF2-40B4-BE49-F238E27FC236}">
                <a16:creationId xmlns:a16="http://schemas.microsoft.com/office/drawing/2014/main" id="{95EC9528-76F1-E7E0-0438-08D7C8D7503B}"/>
              </a:ext>
            </a:extLst>
          </p:cNvPr>
          <p:cNvSpPr/>
          <p:nvPr userDrawn="1"/>
        </p:nvSpPr>
        <p:spPr>
          <a:xfrm>
            <a:off x="-3851" y="-164299"/>
            <a:ext cx="12192040" cy="6237100"/>
          </a:xfrm>
          <a:custGeom>
            <a:avLst/>
            <a:gdLst/>
            <a:ahLst/>
            <a:cxnLst/>
            <a:rect l="l" t="t" r="r" b="b"/>
            <a:pathLst>
              <a:path w="17257395" h="7665084">
                <a:moveTo>
                  <a:pt x="17257327" y="0"/>
                </a:moveTo>
                <a:lnTo>
                  <a:pt x="0" y="0"/>
                </a:lnTo>
                <a:lnTo>
                  <a:pt x="0" y="7664698"/>
                </a:lnTo>
                <a:lnTo>
                  <a:pt x="17257327" y="7664698"/>
                </a:lnTo>
                <a:lnTo>
                  <a:pt x="17257327" y="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endParaRPr sz="971"/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A19ABFE6-7FD5-F590-A496-FECC271CD42A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-18841" y="-178399"/>
            <a:ext cx="4610732" cy="6265299"/>
          </a:xfrm>
          <a:custGeom>
            <a:avLst/>
            <a:gdLst>
              <a:gd name="connsiteX0" fmla="*/ 9 w 8756650"/>
              <a:gd name="connsiteY0" fmla="*/ 3071565 h 8041482"/>
              <a:gd name="connsiteX1" fmla="*/ 4378325 w 8756650"/>
              <a:gd name="connsiteY1" fmla="*/ 0 h 8041482"/>
              <a:gd name="connsiteX2" fmla="*/ 8756641 w 8756650"/>
              <a:gd name="connsiteY2" fmla="*/ 3071565 h 8041482"/>
              <a:gd name="connsiteX3" fmla="*/ 7084273 w 8756650"/>
              <a:gd name="connsiteY3" fmla="*/ 8041462 h 8041482"/>
              <a:gd name="connsiteX4" fmla="*/ 1672377 w 8756650"/>
              <a:gd name="connsiteY4" fmla="*/ 8041462 h 8041482"/>
              <a:gd name="connsiteX5" fmla="*/ 9 w 8756650"/>
              <a:gd name="connsiteY5" fmla="*/ 3071565 h 8041482"/>
              <a:gd name="connsiteX0" fmla="*/ 0 w 8788716"/>
              <a:gd name="connsiteY0" fmla="*/ 3071565 h 8041462"/>
              <a:gd name="connsiteX1" fmla="*/ 4378316 w 8788716"/>
              <a:gd name="connsiteY1" fmla="*/ 0 h 8041462"/>
              <a:gd name="connsiteX2" fmla="*/ 8788716 w 8788716"/>
              <a:gd name="connsiteY2" fmla="*/ 4499313 h 8041462"/>
              <a:gd name="connsiteX3" fmla="*/ 7084264 w 8788716"/>
              <a:gd name="connsiteY3" fmla="*/ 8041462 h 8041462"/>
              <a:gd name="connsiteX4" fmla="*/ 1672368 w 8788716"/>
              <a:gd name="connsiteY4" fmla="*/ 8041462 h 8041462"/>
              <a:gd name="connsiteX5" fmla="*/ 0 w 8788716"/>
              <a:gd name="connsiteY5" fmla="*/ 3071565 h 8041462"/>
              <a:gd name="connsiteX0" fmla="*/ 0 w 8788716"/>
              <a:gd name="connsiteY0" fmla="*/ 2285502 h 7255399"/>
              <a:gd name="connsiteX1" fmla="*/ 5838148 w 8788716"/>
              <a:gd name="connsiteY1" fmla="*/ 0 h 7255399"/>
              <a:gd name="connsiteX2" fmla="*/ 8788716 w 8788716"/>
              <a:gd name="connsiteY2" fmla="*/ 3713250 h 7255399"/>
              <a:gd name="connsiteX3" fmla="*/ 7084264 w 8788716"/>
              <a:gd name="connsiteY3" fmla="*/ 7255399 h 7255399"/>
              <a:gd name="connsiteX4" fmla="*/ 1672368 w 8788716"/>
              <a:gd name="connsiteY4" fmla="*/ 7255399 h 7255399"/>
              <a:gd name="connsiteX5" fmla="*/ 0 w 8788716"/>
              <a:gd name="connsiteY5" fmla="*/ 2285502 h 7255399"/>
              <a:gd name="connsiteX0" fmla="*/ 0 w 8868926"/>
              <a:gd name="connsiteY0" fmla="*/ 0 h 7263918"/>
              <a:gd name="connsiteX1" fmla="*/ 5918358 w 8868926"/>
              <a:gd name="connsiteY1" fmla="*/ 8519 h 7263918"/>
              <a:gd name="connsiteX2" fmla="*/ 8868926 w 8868926"/>
              <a:gd name="connsiteY2" fmla="*/ 3721769 h 7263918"/>
              <a:gd name="connsiteX3" fmla="*/ 7164474 w 8868926"/>
              <a:gd name="connsiteY3" fmla="*/ 7263918 h 7263918"/>
              <a:gd name="connsiteX4" fmla="*/ 1752578 w 8868926"/>
              <a:gd name="connsiteY4" fmla="*/ 7263918 h 7263918"/>
              <a:gd name="connsiteX5" fmla="*/ 0 w 8868926"/>
              <a:gd name="connsiteY5" fmla="*/ 0 h 7263918"/>
              <a:gd name="connsiteX0" fmla="*/ 0 w 8868926"/>
              <a:gd name="connsiteY0" fmla="*/ 0 h 7312044"/>
              <a:gd name="connsiteX1" fmla="*/ 5918358 w 8868926"/>
              <a:gd name="connsiteY1" fmla="*/ 8519 h 7312044"/>
              <a:gd name="connsiteX2" fmla="*/ 8868926 w 8868926"/>
              <a:gd name="connsiteY2" fmla="*/ 3721769 h 7312044"/>
              <a:gd name="connsiteX3" fmla="*/ 5800895 w 8868926"/>
              <a:gd name="connsiteY3" fmla="*/ 7312044 h 7312044"/>
              <a:gd name="connsiteX4" fmla="*/ 1752578 w 8868926"/>
              <a:gd name="connsiteY4" fmla="*/ 7263918 h 7312044"/>
              <a:gd name="connsiteX5" fmla="*/ 0 w 8868926"/>
              <a:gd name="connsiteY5" fmla="*/ 0 h 7312044"/>
              <a:gd name="connsiteX0" fmla="*/ 0 w 8836842"/>
              <a:gd name="connsiteY0" fmla="*/ 0 h 7312044"/>
              <a:gd name="connsiteX1" fmla="*/ 5918358 w 8836842"/>
              <a:gd name="connsiteY1" fmla="*/ 8519 h 7312044"/>
              <a:gd name="connsiteX2" fmla="*/ 8836842 w 8836842"/>
              <a:gd name="connsiteY2" fmla="*/ 3625516 h 7312044"/>
              <a:gd name="connsiteX3" fmla="*/ 5800895 w 8836842"/>
              <a:gd name="connsiteY3" fmla="*/ 7312044 h 7312044"/>
              <a:gd name="connsiteX4" fmla="*/ 1752578 w 8836842"/>
              <a:gd name="connsiteY4" fmla="*/ 7263918 h 7312044"/>
              <a:gd name="connsiteX5" fmla="*/ 0 w 8836842"/>
              <a:gd name="connsiteY5" fmla="*/ 0 h 7312044"/>
              <a:gd name="connsiteX0" fmla="*/ 0 w 8836842"/>
              <a:gd name="connsiteY0" fmla="*/ 0 h 7312044"/>
              <a:gd name="connsiteX1" fmla="*/ 5918358 w 8836842"/>
              <a:gd name="connsiteY1" fmla="*/ 8519 h 7312044"/>
              <a:gd name="connsiteX2" fmla="*/ 8836842 w 8836842"/>
              <a:gd name="connsiteY2" fmla="*/ 3625516 h 7312044"/>
              <a:gd name="connsiteX3" fmla="*/ 5800895 w 8836842"/>
              <a:gd name="connsiteY3" fmla="*/ 7312044 h 7312044"/>
              <a:gd name="connsiteX4" fmla="*/ 20031 w 8836842"/>
              <a:gd name="connsiteY4" fmla="*/ 7296002 h 7312044"/>
              <a:gd name="connsiteX5" fmla="*/ 0 w 8836842"/>
              <a:gd name="connsiteY5" fmla="*/ 0 h 7312044"/>
              <a:gd name="connsiteX0" fmla="*/ 0 w 11836715"/>
              <a:gd name="connsiteY0" fmla="*/ 0 h 7344129"/>
              <a:gd name="connsiteX1" fmla="*/ 8918231 w 11836715"/>
              <a:gd name="connsiteY1" fmla="*/ 40604 h 7344129"/>
              <a:gd name="connsiteX2" fmla="*/ 11836715 w 11836715"/>
              <a:gd name="connsiteY2" fmla="*/ 3657601 h 7344129"/>
              <a:gd name="connsiteX3" fmla="*/ 8800768 w 11836715"/>
              <a:gd name="connsiteY3" fmla="*/ 7344129 h 7344129"/>
              <a:gd name="connsiteX4" fmla="*/ 3019904 w 11836715"/>
              <a:gd name="connsiteY4" fmla="*/ 7328087 h 7344129"/>
              <a:gd name="connsiteX5" fmla="*/ 0 w 11836715"/>
              <a:gd name="connsiteY5" fmla="*/ 0 h 7344129"/>
              <a:gd name="connsiteX0" fmla="*/ 12054 w 11848769"/>
              <a:gd name="connsiteY0" fmla="*/ 0 h 7344129"/>
              <a:gd name="connsiteX1" fmla="*/ 8930285 w 11848769"/>
              <a:gd name="connsiteY1" fmla="*/ 40604 h 7344129"/>
              <a:gd name="connsiteX2" fmla="*/ 11848769 w 11848769"/>
              <a:gd name="connsiteY2" fmla="*/ 3657601 h 7344129"/>
              <a:gd name="connsiteX3" fmla="*/ 8812822 w 11848769"/>
              <a:gd name="connsiteY3" fmla="*/ 7344129 h 7344129"/>
              <a:gd name="connsiteX4" fmla="*/ 0 w 11848769"/>
              <a:gd name="connsiteY4" fmla="*/ 6205140 h 7344129"/>
              <a:gd name="connsiteX5" fmla="*/ 12054 w 11848769"/>
              <a:gd name="connsiteY5" fmla="*/ 0 h 7344129"/>
              <a:gd name="connsiteX0" fmla="*/ 12054 w 11848769"/>
              <a:gd name="connsiteY0" fmla="*/ 0 h 6205140"/>
              <a:gd name="connsiteX1" fmla="*/ 8930285 w 11848769"/>
              <a:gd name="connsiteY1" fmla="*/ 40604 h 6205140"/>
              <a:gd name="connsiteX2" fmla="*/ 11848769 w 11848769"/>
              <a:gd name="connsiteY2" fmla="*/ 3657601 h 6205140"/>
              <a:gd name="connsiteX3" fmla="*/ 8909074 w 11848769"/>
              <a:gd name="connsiteY3" fmla="*/ 6205140 h 6205140"/>
              <a:gd name="connsiteX4" fmla="*/ 0 w 11848769"/>
              <a:gd name="connsiteY4" fmla="*/ 6205140 h 6205140"/>
              <a:gd name="connsiteX5" fmla="*/ 12054 w 11848769"/>
              <a:gd name="connsiteY5" fmla="*/ 0 h 6205140"/>
              <a:gd name="connsiteX0" fmla="*/ 12054 w 11479800"/>
              <a:gd name="connsiteY0" fmla="*/ 0 h 6205140"/>
              <a:gd name="connsiteX1" fmla="*/ 8930285 w 11479800"/>
              <a:gd name="connsiteY1" fmla="*/ 40604 h 6205140"/>
              <a:gd name="connsiteX2" fmla="*/ 11479800 w 11479800"/>
              <a:gd name="connsiteY2" fmla="*/ 3096128 h 6205140"/>
              <a:gd name="connsiteX3" fmla="*/ 8909074 w 11479800"/>
              <a:gd name="connsiteY3" fmla="*/ 6205140 h 6205140"/>
              <a:gd name="connsiteX4" fmla="*/ 0 w 11479800"/>
              <a:gd name="connsiteY4" fmla="*/ 6205140 h 6205140"/>
              <a:gd name="connsiteX5" fmla="*/ 12054 w 11479800"/>
              <a:gd name="connsiteY5" fmla="*/ 0 h 6205140"/>
              <a:gd name="connsiteX0" fmla="*/ 0 w 11467746"/>
              <a:gd name="connsiteY0" fmla="*/ 0 h 6205140"/>
              <a:gd name="connsiteX1" fmla="*/ 8918231 w 11467746"/>
              <a:gd name="connsiteY1" fmla="*/ 40604 h 6205140"/>
              <a:gd name="connsiteX2" fmla="*/ 11467746 w 11467746"/>
              <a:gd name="connsiteY2" fmla="*/ 3096128 h 6205140"/>
              <a:gd name="connsiteX3" fmla="*/ 8897020 w 11467746"/>
              <a:gd name="connsiteY3" fmla="*/ 6205140 h 6205140"/>
              <a:gd name="connsiteX4" fmla="*/ 20030 w 11467746"/>
              <a:gd name="connsiteY4" fmla="*/ 6205140 h 6205140"/>
              <a:gd name="connsiteX5" fmla="*/ 0 w 11467746"/>
              <a:gd name="connsiteY5" fmla="*/ 0 h 6205140"/>
              <a:gd name="connsiteX0" fmla="*/ 0 w 11467746"/>
              <a:gd name="connsiteY0" fmla="*/ 0 h 6205140"/>
              <a:gd name="connsiteX1" fmla="*/ 8918231 w 11467746"/>
              <a:gd name="connsiteY1" fmla="*/ 40604 h 6205140"/>
              <a:gd name="connsiteX2" fmla="*/ 11467746 w 11467746"/>
              <a:gd name="connsiteY2" fmla="*/ 3096128 h 6205140"/>
              <a:gd name="connsiteX3" fmla="*/ 8897020 w 11467746"/>
              <a:gd name="connsiteY3" fmla="*/ 6205140 h 6205140"/>
              <a:gd name="connsiteX4" fmla="*/ 20030 w 11467746"/>
              <a:gd name="connsiteY4" fmla="*/ 6205140 h 6205140"/>
              <a:gd name="connsiteX5" fmla="*/ 0 w 11467746"/>
              <a:gd name="connsiteY5" fmla="*/ 0 h 6205140"/>
              <a:gd name="connsiteX0" fmla="*/ 0 w 11467746"/>
              <a:gd name="connsiteY0" fmla="*/ 0 h 6205140"/>
              <a:gd name="connsiteX1" fmla="*/ 8918231 w 11467746"/>
              <a:gd name="connsiteY1" fmla="*/ 24562 h 6205140"/>
              <a:gd name="connsiteX2" fmla="*/ 11467746 w 11467746"/>
              <a:gd name="connsiteY2" fmla="*/ 3096128 h 6205140"/>
              <a:gd name="connsiteX3" fmla="*/ 8897020 w 11467746"/>
              <a:gd name="connsiteY3" fmla="*/ 6205140 h 6205140"/>
              <a:gd name="connsiteX4" fmla="*/ 20030 w 11467746"/>
              <a:gd name="connsiteY4" fmla="*/ 6205140 h 6205140"/>
              <a:gd name="connsiteX5" fmla="*/ 0 w 11467746"/>
              <a:gd name="connsiteY5" fmla="*/ 0 h 6205140"/>
              <a:gd name="connsiteX0" fmla="*/ 0 w 11467746"/>
              <a:gd name="connsiteY0" fmla="*/ 0 h 6205140"/>
              <a:gd name="connsiteX1" fmla="*/ 8918231 w 11467746"/>
              <a:gd name="connsiteY1" fmla="*/ 24562 h 6205140"/>
              <a:gd name="connsiteX2" fmla="*/ 11467746 w 11467746"/>
              <a:gd name="connsiteY2" fmla="*/ 3096128 h 6205140"/>
              <a:gd name="connsiteX3" fmla="*/ 8913062 w 11467746"/>
              <a:gd name="connsiteY3" fmla="*/ 6205140 h 6205140"/>
              <a:gd name="connsiteX4" fmla="*/ 20030 w 11467746"/>
              <a:gd name="connsiteY4" fmla="*/ 6205140 h 6205140"/>
              <a:gd name="connsiteX5" fmla="*/ 0 w 11467746"/>
              <a:gd name="connsiteY5" fmla="*/ 0 h 6205140"/>
              <a:gd name="connsiteX0" fmla="*/ 0 w 11467746"/>
              <a:gd name="connsiteY0" fmla="*/ 0 h 6205140"/>
              <a:gd name="connsiteX1" fmla="*/ 1876926 w 11467746"/>
              <a:gd name="connsiteY1" fmla="*/ 4538 h 6205140"/>
              <a:gd name="connsiteX2" fmla="*/ 8918231 w 11467746"/>
              <a:gd name="connsiteY2" fmla="*/ 24562 h 6205140"/>
              <a:gd name="connsiteX3" fmla="*/ 11467746 w 11467746"/>
              <a:gd name="connsiteY3" fmla="*/ 3096128 h 6205140"/>
              <a:gd name="connsiteX4" fmla="*/ 8913062 w 11467746"/>
              <a:gd name="connsiteY4" fmla="*/ 6205140 h 6205140"/>
              <a:gd name="connsiteX5" fmla="*/ 20030 w 11467746"/>
              <a:gd name="connsiteY5" fmla="*/ 6205140 h 6205140"/>
              <a:gd name="connsiteX6" fmla="*/ 0 w 11467746"/>
              <a:gd name="connsiteY6" fmla="*/ 0 h 6205140"/>
              <a:gd name="connsiteX0" fmla="*/ 0 w 11467746"/>
              <a:gd name="connsiteY0" fmla="*/ 15212 h 6220352"/>
              <a:gd name="connsiteX1" fmla="*/ 1876926 w 11467746"/>
              <a:gd name="connsiteY1" fmla="*/ 19750 h 6220352"/>
              <a:gd name="connsiteX2" fmla="*/ 3945178 w 11467746"/>
              <a:gd name="connsiteY2" fmla="*/ 0 h 6220352"/>
              <a:gd name="connsiteX3" fmla="*/ 11467746 w 11467746"/>
              <a:gd name="connsiteY3" fmla="*/ 3111340 h 6220352"/>
              <a:gd name="connsiteX4" fmla="*/ 8913062 w 11467746"/>
              <a:gd name="connsiteY4" fmla="*/ 6220352 h 6220352"/>
              <a:gd name="connsiteX5" fmla="*/ 20030 w 11467746"/>
              <a:gd name="connsiteY5" fmla="*/ 6220352 h 6220352"/>
              <a:gd name="connsiteX6" fmla="*/ 0 w 11467746"/>
              <a:gd name="connsiteY6" fmla="*/ 15212 h 6220352"/>
              <a:gd name="connsiteX0" fmla="*/ 0 w 8913062"/>
              <a:gd name="connsiteY0" fmla="*/ 15212 h 6220352"/>
              <a:gd name="connsiteX1" fmla="*/ 1876926 w 8913062"/>
              <a:gd name="connsiteY1" fmla="*/ 19750 h 6220352"/>
              <a:gd name="connsiteX2" fmla="*/ 3945178 w 8913062"/>
              <a:gd name="connsiteY2" fmla="*/ 0 h 6220352"/>
              <a:gd name="connsiteX3" fmla="*/ 7072209 w 8913062"/>
              <a:gd name="connsiteY3" fmla="*/ 3164372 h 6220352"/>
              <a:gd name="connsiteX4" fmla="*/ 8913062 w 8913062"/>
              <a:gd name="connsiteY4" fmla="*/ 6220352 h 6220352"/>
              <a:gd name="connsiteX5" fmla="*/ 20030 w 8913062"/>
              <a:gd name="connsiteY5" fmla="*/ 6220352 h 6220352"/>
              <a:gd name="connsiteX6" fmla="*/ 0 w 8913062"/>
              <a:gd name="connsiteY6" fmla="*/ 15212 h 6220352"/>
              <a:gd name="connsiteX0" fmla="*/ 0 w 7072209"/>
              <a:gd name="connsiteY0" fmla="*/ 15212 h 6326416"/>
              <a:gd name="connsiteX1" fmla="*/ 1876926 w 7072209"/>
              <a:gd name="connsiteY1" fmla="*/ 19750 h 6326416"/>
              <a:gd name="connsiteX2" fmla="*/ 3945178 w 7072209"/>
              <a:gd name="connsiteY2" fmla="*/ 0 h 6326416"/>
              <a:gd name="connsiteX3" fmla="*/ 7072209 w 7072209"/>
              <a:gd name="connsiteY3" fmla="*/ 3164372 h 6326416"/>
              <a:gd name="connsiteX4" fmla="*/ 3988135 w 7072209"/>
              <a:gd name="connsiteY4" fmla="*/ 6326416 h 6326416"/>
              <a:gd name="connsiteX5" fmla="*/ 20030 w 7072209"/>
              <a:gd name="connsiteY5" fmla="*/ 6220352 h 6326416"/>
              <a:gd name="connsiteX6" fmla="*/ 0 w 7072209"/>
              <a:gd name="connsiteY6" fmla="*/ 15212 h 6326416"/>
              <a:gd name="connsiteX0" fmla="*/ 28826 w 7101035"/>
              <a:gd name="connsiteY0" fmla="*/ 15212 h 6339673"/>
              <a:gd name="connsiteX1" fmla="*/ 1905752 w 7101035"/>
              <a:gd name="connsiteY1" fmla="*/ 19750 h 6339673"/>
              <a:gd name="connsiteX2" fmla="*/ 3974004 w 7101035"/>
              <a:gd name="connsiteY2" fmla="*/ 0 h 6339673"/>
              <a:gd name="connsiteX3" fmla="*/ 7101035 w 7101035"/>
              <a:gd name="connsiteY3" fmla="*/ 3164372 h 6339673"/>
              <a:gd name="connsiteX4" fmla="*/ 4016961 w 7101035"/>
              <a:gd name="connsiteY4" fmla="*/ 6326416 h 6339673"/>
              <a:gd name="connsiteX5" fmla="*/ 730 w 7101035"/>
              <a:gd name="connsiteY5" fmla="*/ 6339673 h 6339673"/>
              <a:gd name="connsiteX6" fmla="*/ 28826 w 7101035"/>
              <a:gd name="connsiteY6" fmla="*/ 15212 h 6339673"/>
              <a:gd name="connsiteX0" fmla="*/ 28826 w 7154823"/>
              <a:gd name="connsiteY0" fmla="*/ 15212 h 6339673"/>
              <a:gd name="connsiteX1" fmla="*/ 1905752 w 7154823"/>
              <a:gd name="connsiteY1" fmla="*/ 19750 h 6339673"/>
              <a:gd name="connsiteX2" fmla="*/ 3974004 w 7154823"/>
              <a:gd name="connsiteY2" fmla="*/ 0 h 6339673"/>
              <a:gd name="connsiteX3" fmla="*/ 7154823 w 7154823"/>
              <a:gd name="connsiteY3" fmla="*/ 3175486 h 6339673"/>
              <a:gd name="connsiteX4" fmla="*/ 4016961 w 7154823"/>
              <a:gd name="connsiteY4" fmla="*/ 6326416 h 6339673"/>
              <a:gd name="connsiteX5" fmla="*/ 730 w 7154823"/>
              <a:gd name="connsiteY5" fmla="*/ 6339673 h 6339673"/>
              <a:gd name="connsiteX6" fmla="*/ 28826 w 7154823"/>
              <a:gd name="connsiteY6" fmla="*/ 15212 h 6339673"/>
              <a:gd name="connsiteX0" fmla="*/ 28826 w 7141376"/>
              <a:gd name="connsiteY0" fmla="*/ 15212 h 6339673"/>
              <a:gd name="connsiteX1" fmla="*/ 1905752 w 7141376"/>
              <a:gd name="connsiteY1" fmla="*/ 19750 h 6339673"/>
              <a:gd name="connsiteX2" fmla="*/ 3974004 w 7141376"/>
              <a:gd name="connsiteY2" fmla="*/ 0 h 6339673"/>
              <a:gd name="connsiteX3" fmla="*/ 7141376 w 7141376"/>
              <a:gd name="connsiteY3" fmla="*/ 3164373 h 6339673"/>
              <a:gd name="connsiteX4" fmla="*/ 4016961 w 7141376"/>
              <a:gd name="connsiteY4" fmla="*/ 6326416 h 6339673"/>
              <a:gd name="connsiteX5" fmla="*/ 730 w 7141376"/>
              <a:gd name="connsiteY5" fmla="*/ 6339673 h 6339673"/>
              <a:gd name="connsiteX6" fmla="*/ 28826 w 7141376"/>
              <a:gd name="connsiteY6" fmla="*/ 15212 h 6339673"/>
              <a:gd name="connsiteX0" fmla="*/ 28826 w 7141376"/>
              <a:gd name="connsiteY0" fmla="*/ 15212 h 6339673"/>
              <a:gd name="connsiteX1" fmla="*/ 1771282 w 7141376"/>
              <a:gd name="connsiteY1" fmla="*/ 8637 h 6339673"/>
              <a:gd name="connsiteX2" fmla="*/ 3974004 w 7141376"/>
              <a:gd name="connsiteY2" fmla="*/ 0 h 6339673"/>
              <a:gd name="connsiteX3" fmla="*/ 7141376 w 7141376"/>
              <a:gd name="connsiteY3" fmla="*/ 3164373 h 6339673"/>
              <a:gd name="connsiteX4" fmla="*/ 4016961 w 7141376"/>
              <a:gd name="connsiteY4" fmla="*/ 6326416 h 6339673"/>
              <a:gd name="connsiteX5" fmla="*/ 730 w 7141376"/>
              <a:gd name="connsiteY5" fmla="*/ 6339673 h 6339673"/>
              <a:gd name="connsiteX6" fmla="*/ 28826 w 7141376"/>
              <a:gd name="connsiteY6" fmla="*/ 15212 h 6339673"/>
              <a:gd name="connsiteX0" fmla="*/ 15686 w 7141683"/>
              <a:gd name="connsiteY0" fmla="*/ 15212 h 6339673"/>
              <a:gd name="connsiteX1" fmla="*/ 1771589 w 7141683"/>
              <a:gd name="connsiteY1" fmla="*/ 8637 h 6339673"/>
              <a:gd name="connsiteX2" fmla="*/ 3974311 w 7141683"/>
              <a:gd name="connsiteY2" fmla="*/ 0 h 6339673"/>
              <a:gd name="connsiteX3" fmla="*/ 7141683 w 7141683"/>
              <a:gd name="connsiteY3" fmla="*/ 3164373 h 6339673"/>
              <a:gd name="connsiteX4" fmla="*/ 4017268 w 7141683"/>
              <a:gd name="connsiteY4" fmla="*/ 6326416 h 6339673"/>
              <a:gd name="connsiteX5" fmla="*/ 1037 w 7141683"/>
              <a:gd name="connsiteY5" fmla="*/ 6339673 h 6339673"/>
              <a:gd name="connsiteX6" fmla="*/ 15686 w 7141683"/>
              <a:gd name="connsiteY6" fmla="*/ 15212 h 6339673"/>
              <a:gd name="connsiteX0" fmla="*/ 15686 w 7141683"/>
              <a:gd name="connsiteY0" fmla="*/ 15212 h 6339673"/>
              <a:gd name="connsiteX1" fmla="*/ 1758142 w 7141683"/>
              <a:gd name="connsiteY1" fmla="*/ 8637 h 6339673"/>
              <a:gd name="connsiteX2" fmla="*/ 3974311 w 7141683"/>
              <a:gd name="connsiteY2" fmla="*/ 0 h 6339673"/>
              <a:gd name="connsiteX3" fmla="*/ 7141683 w 7141683"/>
              <a:gd name="connsiteY3" fmla="*/ 3164373 h 6339673"/>
              <a:gd name="connsiteX4" fmla="*/ 4017268 w 7141683"/>
              <a:gd name="connsiteY4" fmla="*/ 6326416 h 6339673"/>
              <a:gd name="connsiteX5" fmla="*/ 1037 w 7141683"/>
              <a:gd name="connsiteY5" fmla="*/ 6339673 h 6339673"/>
              <a:gd name="connsiteX6" fmla="*/ 15686 w 7141683"/>
              <a:gd name="connsiteY6" fmla="*/ 15212 h 6339673"/>
              <a:gd name="connsiteX0" fmla="*/ 15686 w 7141683"/>
              <a:gd name="connsiteY0" fmla="*/ 4099 h 6339673"/>
              <a:gd name="connsiteX1" fmla="*/ 1758142 w 7141683"/>
              <a:gd name="connsiteY1" fmla="*/ 8637 h 6339673"/>
              <a:gd name="connsiteX2" fmla="*/ 3974311 w 7141683"/>
              <a:gd name="connsiteY2" fmla="*/ 0 h 6339673"/>
              <a:gd name="connsiteX3" fmla="*/ 7141683 w 7141683"/>
              <a:gd name="connsiteY3" fmla="*/ 3164373 h 6339673"/>
              <a:gd name="connsiteX4" fmla="*/ 4017268 w 7141683"/>
              <a:gd name="connsiteY4" fmla="*/ 6326416 h 6339673"/>
              <a:gd name="connsiteX5" fmla="*/ 1037 w 7141683"/>
              <a:gd name="connsiteY5" fmla="*/ 6339673 h 6339673"/>
              <a:gd name="connsiteX6" fmla="*/ 15686 w 7141683"/>
              <a:gd name="connsiteY6" fmla="*/ 4099 h 6339673"/>
              <a:gd name="connsiteX0" fmla="*/ 15686 w 7141683"/>
              <a:gd name="connsiteY0" fmla="*/ 6575 h 6342149"/>
              <a:gd name="connsiteX1" fmla="*/ 1758142 w 7141683"/>
              <a:gd name="connsiteY1" fmla="*/ 0 h 6342149"/>
              <a:gd name="connsiteX2" fmla="*/ 3974311 w 7141683"/>
              <a:gd name="connsiteY2" fmla="*/ 2476 h 6342149"/>
              <a:gd name="connsiteX3" fmla="*/ 7141683 w 7141683"/>
              <a:gd name="connsiteY3" fmla="*/ 3166849 h 6342149"/>
              <a:gd name="connsiteX4" fmla="*/ 4017268 w 7141683"/>
              <a:gd name="connsiteY4" fmla="*/ 6328892 h 6342149"/>
              <a:gd name="connsiteX5" fmla="*/ 1037 w 7141683"/>
              <a:gd name="connsiteY5" fmla="*/ 6342149 h 6342149"/>
              <a:gd name="connsiteX6" fmla="*/ 15686 w 7141683"/>
              <a:gd name="connsiteY6" fmla="*/ 6575 h 6342149"/>
              <a:gd name="connsiteX0" fmla="*/ 15686 w 7141683"/>
              <a:gd name="connsiteY0" fmla="*/ 6575 h 6342149"/>
              <a:gd name="connsiteX1" fmla="*/ 1758142 w 7141683"/>
              <a:gd name="connsiteY1" fmla="*/ 0 h 6342149"/>
              <a:gd name="connsiteX2" fmla="*/ 3974311 w 7141683"/>
              <a:gd name="connsiteY2" fmla="*/ 2476 h 6342149"/>
              <a:gd name="connsiteX3" fmla="*/ 7141683 w 7141683"/>
              <a:gd name="connsiteY3" fmla="*/ 3166849 h 6342149"/>
              <a:gd name="connsiteX4" fmla="*/ 4017268 w 7141683"/>
              <a:gd name="connsiteY4" fmla="*/ 6328892 h 6342149"/>
              <a:gd name="connsiteX5" fmla="*/ 1037 w 7141683"/>
              <a:gd name="connsiteY5" fmla="*/ 6342149 h 6342149"/>
              <a:gd name="connsiteX6" fmla="*/ 15686 w 7141683"/>
              <a:gd name="connsiteY6" fmla="*/ 6575 h 6342149"/>
              <a:gd name="connsiteX0" fmla="*/ 15686 w 7141683"/>
              <a:gd name="connsiteY0" fmla="*/ 6575 h 6342149"/>
              <a:gd name="connsiteX1" fmla="*/ 1758142 w 7141683"/>
              <a:gd name="connsiteY1" fmla="*/ 0 h 6342149"/>
              <a:gd name="connsiteX2" fmla="*/ 3974311 w 7141683"/>
              <a:gd name="connsiteY2" fmla="*/ 2476 h 6342149"/>
              <a:gd name="connsiteX3" fmla="*/ 7141683 w 7141683"/>
              <a:gd name="connsiteY3" fmla="*/ 3166849 h 6342149"/>
              <a:gd name="connsiteX4" fmla="*/ 4017268 w 7141683"/>
              <a:gd name="connsiteY4" fmla="*/ 6328892 h 6342149"/>
              <a:gd name="connsiteX5" fmla="*/ 1037 w 7141683"/>
              <a:gd name="connsiteY5" fmla="*/ 6342149 h 6342149"/>
              <a:gd name="connsiteX6" fmla="*/ 15686 w 7141683"/>
              <a:gd name="connsiteY6" fmla="*/ 6575 h 6342149"/>
              <a:gd name="connsiteX0" fmla="*/ 15686 w 7141683"/>
              <a:gd name="connsiteY0" fmla="*/ 6575 h 6342149"/>
              <a:gd name="connsiteX1" fmla="*/ 1758142 w 7141683"/>
              <a:gd name="connsiteY1" fmla="*/ 0 h 6342149"/>
              <a:gd name="connsiteX2" fmla="*/ 3974311 w 7141683"/>
              <a:gd name="connsiteY2" fmla="*/ 2476 h 6342149"/>
              <a:gd name="connsiteX3" fmla="*/ 7141683 w 7141683"/>
              <a:gd name="connsiteY3" fmla="*/ 3166849 h 6342149"/>
              <a:gd name="connsiteX4" fmla="*/ 4017268 w 7141683"/>
              <a:gd name="connsiteY4" fmla="*/ 6328892 h 6342149"/>
              <a:gd name="connsiteX5" fmla="*/ 1037 w 7141683"/>
              <a:gd name="connsiteY5" fmla="*/ 6342149 h 6342149"/>
              <a:gd name="connsiteX6" fmla="*/ 15686 w 7141683"/>
              <a:gd name="connsiteY6" fmla="*/ 6575 h 6342149"/>
              <a:gd name="connsiteX0" fmla="*/ 0 w 7125997"/>
              <a:gd name="connsiteY0" fmla="*/ 6575 h 6342149"/>
              <a:gd name="connsiteX1" fmla="*/ 1742456 w 7125997"/>
              <a:gd name="connsiteY1" fmla="*/ 0 h 6342149"/>
              <a:gd name="connsiteX2" fmla="*/ 3958625 w 7125997"/>
              <a:gd name="connsiteY2" fmla="*/ 2476 h 6342149"/>
              <a:gd name="connsiteX3" fmla="*/ 7125997 w 7125997"/>
              <a:gd name="connsiteY3" fmla="*/ 3166849 h 6342149"/>
              <a:gd name="connsiteX4" fmla="*/ 4001582 w 7125997"/>
              <a:gd name="connsiteY4" fmla="*/ 6328892 h 6342149"/>
              <a:gd name="connsiteX5" fmla="*/ 15039 w 7125997"/>
              <a:gd name="connsiteY5" fmla="*/ 6342149 h 6342149"/>
              <a:gd name="connsiteX6" fmla="*/ 0 w 7125997"/>
              <a:gd name="connsiteY6" fmla="*/ 6575 h 6342149"/>
              <a:gd name="connsiteX0" fmla="*/ 0 w 7120059"/>
              <a:gd name="connsiteY0" fmla="*/ 6575 h 6342149"/>
              <a:gd name="connsiteX1" fmla="*/ 1742456 w 7120059"/>
              <a:gd name="connsiteY1" fmla="*/ 0 h 6342149"/>
              <a:gd name="connsiteX2" fmla="*/ 3958625 w 7120059"/>
              <a:gd name="connsiteY2" fmla="*/ 2476 h 6342149"/>
              <a:gd name="connsiteX3" fmla="*/ 7120059 w 7120059"/>
              <a:gd name="connsiteY3" fmla="*/ 3176663 h 6342149"/>
              <a:gd name="connsiteX4" fmla="*/ 4001582 w 7120059"/>
              <a:gd name="connsiteY4" fmla="*/ 6328892 h 6342149"/>
              <a:gd name="connsiteX5" fmla="*/ 15039 w 7120059"/>
              <a:gd name="connsiteY5" fmla="*/ 6342149 h 6342149"/>
              <a:gd name="connsiteX6" fmla="*/ 0 w 7120059"/>
              <a:gd name="connsiteY6" fmla="*/ 6575 h 6342149"/>
              <a:gd name="connsiteX0" fmla="*/ 1283837 w 7105046"/>
              <a:gd name="connsiteY0" fmla="*/ 0 h 6355225"/>
              <a:gd name="connsiteX1" fmla="*/ 1727443 w 7105046"/>
              <a:gd name="connsiteY1" fmla="*/ 13076 h 6355225"/>
              <a:gd name="connsiteX2" fmla="*/ 3943612 w 7105046"/>
              <a:gd name="connsiteY2" fmla="*/ 15552 h 6355225"/>
              <a:gd name="connsiteX3" fmla="*/ 7105046 w 7105046"/>
              <a:gd name="connsiteY3" fmla="*/ 3189739 h 6355225"/>
              <a:gd name="connsiteX4" fmla="*/ 3986569 w 7105046"/>
              <a:gd name="connsiteY4" fmla="*/ 6341968 h 6355225"/>
              <a:gd name="connsiteX5" fmla="*/ 26 w 7105046"/>
              <a:gd name="connsiteY5" fmla="*/ 6355225 h 6355225"/>
              <a:gd name="connsiteX6" fmla="*/ 1283837 w 7105046"/>
              <a:gd name="connsiteY6" fmla="*/ 0 h 6355225"/>
              <a:gd name="connsiteX0" fmla="*/ 10707 w 5831916"/>
              <a:gd name="connsiteY0" fmla="*/ 0 h 6355225"/>
              <a:gd name="connsiteX1" fmla="*/ 454313 w 5831916"/>
              <a:gd name="connsiteY1" fmla="*/ 13076 h 6355225"/>
              <a:gd name="connsiteX2" fmla="*/ 2670482 w 5831916"/>
              <a:gd name="connsiteY2" fmla="*/ 15552 h 6355225"/>
              <a:gd name="connsiteX3" fmla="*/ 5831916 w 5831916"/>
              <a:gd name="connsiteY3" fmla="*/ 3189739 h 6355225"/>
              <a:gd name="connsiteX4" fmla="*/ 2713439 w 5831916"/>
              <a:gd name="connsiteY4" fmla="*/ 6341968 h 6355225"/>
              <a:gd name="connsiteX5" fmla="*/ 1239 w 5831916"/>
              <a:gd name="connsiteY5" fmla="*/ 6355225 h 6355225"/>
              <a:gd name="connsiteX6" fmla="*/ 10707 w 5831916"/>
              <a:gd name="connsiteY6" fmla="*/ 0 h 6355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31916" h="6355225">
                <a:moveTo>
                  <a:pt x="10707" y="0"/>
                </a:moveTo>
                <a:lnTo>
                  <a:pt x="454313" y="13076"/>
                </a:lnTo>
                <a:lnTo>
                  <a:pt x="2670482" y="15552"/>
                </a:lnTo>
                <a:lnTo>
                  <a:pt x="5831916" y="3189739"/>
                </a:lnTo>
                <a:lnTo>
                  <a:pt x="2713439" y="6341968"/>
                </a:lnTo>
                <a:lnTo>
                  <a:pt x="1239" y="6355225"/>
                </a:lnTo>
                <a:cubicBezTo>
                  <a:pt x="-5438" y="4286845"/>
                  <a:pt x="17384" y="2068380"/>
                  <a:pt x="10707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anchor="ctr">
            <a:normAutofit/>
          </a:bodyPr>
          <a:lstStyle>
            <a:lvl1pPr algn="ctr">
              <a:defRPr sz="1800" b="0" i="0">
                <a:solidFill>
                  <a:schemeClr val="tx2"/>
                </a:solidFill>
                <a:latin typeface="Lato" panose="020F0502020204030203" pitchFamily="34" charset="77"/>
                <a:ea typeface="Lato" panose="020F0502020204030203" pitchFamily="34" charset="77"/>
                <a:cs typeface="Lato" panose="020F0502020204030203" pitchFamily="34" charset="77"/>
              </a:defRPr>
            </a:lvl1pPr>
          </a:lstStyle>
          <a:p>
            <a:r>
              <a:rPr lang="en-US"/>
              <a:t>Click icon to add photo.</a:t>
            </a:r>
          </a:p>
          <a:p>
            <a:r>
              <a:rPr lang="en-US"/>
              <a:t>Or drag photo into this space.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D881CFD7-F064-E02A-3425-6461CEF7C4A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42151" y="1406129"/>
            <a:ext cx="6004100" cy="2305971"/>
          </a:xfrm>
          <a:prstGeom prst="rect">
            <a:avLst/>
          </a:prstGeom>
        </p:spPr>
        <p:txBody>
          <a:bodyPr anchor="b"/>
          <a:lstStyle>
            <a:lvl1pPr>
              <a:lnSpc>
                <a:spcPct val="90000"/>
              </a:lnSpc>
              <a:defRPr sz="3275" b="0" i="0" spc="-91">
                <a:solidFill>
                  <a:schemeClr val="bg2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lnSpc>
                <a:spcPts val="3639"/>
              </a:lnSpc>
              <a:defRPr sz="3275" spc="-91">
                <a:solidFill>
                  <a:schemeClr val="bg1"/>
                </a:solidFill>
              </a:defRPr>
            </a:lvl2pPr>
            <a:lvl3pPr>
              <a:lnSpc>
                <a:spcPts val="3639"/>
              </a:lnSpc>
              <a:defRPr sz="3275" spc="-91">
                <a:solidFill>
                  <a:schemeClr val="bg1"/>
                </a:solidFill>
              </a:defRPr>
            </a:lvl3pPr>
            <a:lvl4pPr>
              <a:lnSpc>
                <a:spcPts val="3639"/>
              </a:lnSpc>
              <a:defRPr sz="3275" spc="-91">
                <a:solidFill>
                  <a:schemeClr val="bg1"/>
                </a:solidFill>
              </a:defRPr>
            </a:lvl4pPr>
            <a:lvl5pPr>
              <a:lnSpc>
                <a:spcPts val="3639"/>
              </a:lnSpc>
              <a:defRPr sz="3275" spc="-91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Insert your quote or pull-out text to highlight a benefit or endorse our services with word emphasis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4F71E42F-EC7A-0F5C-6954-BDF0870151D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42151" y="3875880"/>
            <a:ext cx="6004100" cy="677713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971" b="0" i="0" cap="all" spc="181" baseline="0">
                <a:solidFill>
                  <a:schemeClr val="bg1"/>
                </a:solidFill>
                <a:latin typeface="Lato" panose="020F0502020204030203" pitchFamily="34" charset="77"/>
                <a:ea typeface="Lato" panose="020F0502020204030203" pitchFamily="34" charset="77"/>
                <a:cs typeface="Lato" panose="020F0502020204030203" pitchFamily="34" charset="77"/>
              </a:defRPr>
            </a:lvl1pPr>
            <a:lvl2pPr>
              <a:defRPr sz="971" b="0" i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 sz="971" b="0" i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 sz="971" b="0" i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 sz="971" b="0" i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Name</a:t>
            </a:r>
          </a:p>
          <a:p>
            <a:pPr lvl="0"/>
            <a:r>
              <a:rPr lang="en-US"/>
              <a:t>Company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BB6F630-6D2A-8A88-FD3D-8C9223EC2683}"/>
              </a:ext>
            </a:extLst>
          </p:cNvPr>
          <p:cNvSpPr txBox="1"/>
          <p:nvPr userDrawn="1"/>
        </p:nvSpPr>
        <p:spPr>
          <a:xfrm>
            <a:off x="11140496" y="3472776"/>
            <a:ext cx="451149" cy="9989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6670"/>
              </a:lnSpc>
            </a:pPr>
            <a:r>
              <a:rPr lang="en-US" sz="9600" b="0" i="0" spc="-181">
                <a:solidFill>
                  <a:schemeClr val="bg1"/>
                </a:solidFill>
                <a:latin typeface="Lato" panose="020F0502020204030203" pitchFamily="34" charset="77"/>
                <a:ea typeface="Lato" panose="020F0502020204030203" pitchFamily="34" charset="0"/>
                <a:cs typeface="Lato" panose="020F0502020204030203" pitchFamily="34" charset="0"/>
              </a:rPr>
              <a:t>”</a:t>
            </a:r>
            <a:endParaRPr lang="en-US" sz="7277" b="0" i="0" spc="-181">
              <a:solidFill>
                <a:schemeClr val="bg1"/>
              </a:solidFill>
              <a:latin typeface="Lato" panose="020F0502020204030203" pitchFamily="34" charset="77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6" name="Picture Placeholder 11">
            <a:extLst>
              <a:ext uri="{FF2B5EF4-FFF2-40B4-BE49-F238E27FC236}">
                <a16:creationId xmlns:a16="http://schemas.microsoft.com/office/drawing/2014/main" id="{0B6E0E83-4ED0-80D7-C281-6A657B21B46B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287172" y="482099"/>
            <a:ext cx="3159079" cy="87268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2000" b="0" i="0">
                <a:solidFill>
                  <a:schemeClr val="bg1"/>
                </a:solidFill>
                <a:latin typeface="Lato" panose="020F0502020204030203" pitchFamily="34" charset="77"/>
                <a:ea typeface="Lato" panose="020F0502020204030203" pitchFamily="34" charset="77"/>
                <a:cs typeface="Lato" panose="020F0502020204030203" pitchFamily="34" charset="77"/>
              </a:defRPr>
            </a:lvl1pPr>
          </a:lstStyle>
          <a:p>
            <a:r>
              <a:rPr lang="en-US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Insert company logo here</a:t>
            </a:r>
            <a:endParaRPr lang="en-US"/>
          </a:p>
        </p:txBody>
      </p:sp>
      <p:sp>
        <p:nvSpPr>
          <p:cNvPr id="23" name="Date Placeholder 22">
            <a:extLst>
              <a:ext uri="{FF2B5EF4-FFF2-40B4-BE49-F238E27FC236}">
                <a16:creationId xmlns:a16="http://schemas.microsoft.com/office/drawing/2014/main" id="{6643741B-A5F0-B914-A4A5-646EFF4C549F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4" name="Footer Placeholder 23">
            <a:extLst>
              <a:ext uri="{FF2B5EF4-FFF2-40B4-BE49-F238E27FC236}">
                <a16:creationId xmlns:a16="http://schemas.microsoft.com/office/drawing/2014/main" id="{7C26E305-F218-C375-A74A-525B46FC13AE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Copyright © 2026 Kinaxis. All Rights Reserved. Access limited to internal use only.</a:t>
            </a:r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90EE3F3B-1973-5450-2652-668B6662DAF2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F1488A8B-C121-C846-AEE5-0D98B869D111}" type="slidenum">
              <a:rPr lang="en-US" sz="800" smtClean="0">
                <a:cs typeface="Calibri" panose="020F0502020204030204" pitchFamily="34" charset="0"/>
              </a:rPr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1130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Quote_Dark_Teal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A19ABFE6-7FD5-F590-A496-FECC271CD42A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-3850" y="0"/>
            <a:ext cx="5046909" cy="6858000"/>
          </a:xfrm>
          <a:custGeom>
            <a:avLst/>
            <a:gdLst>
              <a:gd name="connsiteX0" fmla="*/ 9 w 8756650"/>
              <a:gd name="connsiteY0" fmla="*/ 3071565 h 8041482"/>
              <a:gd name="connsiteX1" fmla="*/ 4378325 w 8756650"/>
              <a:gd name="connsiteY1" fmla="*/ 0 h 8041482"/>
              <a:gd name="connsiteX2" fmla="*/ 8756641 w 8756650"/>
              <a:gd name="connsiteY2" fmla="*/ 3071565 h 8041482"/>
              <a:gd name="connsiteX3" fmla="*/ 7084273 w 8756650"/>
              <a:gd name="connsiteY3" fmla="*/ 8041462 h 8041482"/>
              <a:gd name="connsiteX4" fmla="*/ 1672377 w 8756650"/>
              <a:gd name="connsiteY4" fmla="*/ 8041462 h 8041482"/>
              <a:gd name="connsiteX5" fmla="*/ 9 w 8756650"/>
              <a:gd name="connsiteY5" fmla="*/ 3071565 h 8041482"/>
              <a:gd name="connsiteX0" fmla="*/ 0 w 8788716"/>
              <a:gd name="connsiteY0" fmla="*/ 3071565 h 8041462"/>
              <a:gd name="connsiteX1" fmla="*/ 4378316 w 8788716"/>
              <a:gd name="connsiteY1" fmla="*/ 0 h 8041462"/>
              <a:gd name="connsiteX2" fmla="*/ 8788716 w 8788716"/>
              <a:gd name="connsiteY2" fmla="*/ 4499313 h 8041462"/>
              <a:gd name="connsiteX3" fmla="*/ 7084264 w 8788716"/>
              <a:gd name="connsiteY3" fmla="*/ 8041462 h 8041462"/>
              <a:gd name="connsiteX4" fmla="*/ 1672368 w 8788716"/>
              <a:gd name="connsiteY4" fmla="*/ 8041462 h 8041462"/>
              <a:gd name="connsiteX5" fmla="*/ 0 w 8788716"/>
              <a:gd name="connsiteY5" fmla="*/ 3071565 h 8041462"/>
              <a:gd name="connsiteX0" fmla="*/ 0 w 8788716"/>
              <a:gd name="connsiteY0" fmla="*/ 2285502 h 7255399"/>
              <a:gd name="connsiteX1" fmla="*/ 5838148 w 8788716"/>
              <a:gd name="connsiteY1" fmla="*/ 0 h 7255399"/>
              <a:gd name="connsiteX2" fmla="*/ 8788716 w 8788716"/>
              <a:gd name="connsiteY2" fmla="*/ 3713250 h 7255399"/>
              <a:gd name="connsiteX3" fmla="*/ 7084264 w 8788716"/>
              <a:gd name="connsiteY3" fmla="*/ 7255399 h 7255399"/>
              <a:gd name="connsiteX4" fmla="*/ 1672368 w 8788716"/>
              <a:gd name="connsiteY4" fmla="*/ 7255399 h 7255399"/>
              <a:gd name="connsiteX5" fmla="*/ 0 w 8788716"/>
              <a:gd name="connsiteY5" fmla="*/ 2285502 h 7255399"/>
              <a:gd name="connsiteX0" fmla="*/ 0 w 8868926"/>
              <a:gd name="connsiteY0" fmla="*/ 0 h 7263918"/>
              <a:gd name="connsiteX1" fmla="*/ 5918358 w 8868926"/>
              <a:gd name="connsiteY1" fmla="*/ 8519 h 7263918"/>
              <a:gd name="connsiteX2" fmla="*/ 8868926 w 8868926"/>
              <a:gd name="connsiteY2" fmla="*/ 3721769 h 7263918"/>
              <a:gd name="connsiteX3" fmla="*/ 7164474 w 8868926"/>
              <a:gd name="connsiteY3" fmla="*/ 7263918 h 7263918"/>
              <a:gd name="connsiteX4" fmla="*/ 1752578 w 8868926"/>
              <a:gd name="connsiteY4" fmla="*/ 7263918 h 7263918"/>
              <a:gd name="connsiteX5" fmla="*/ 0 w 8868926"/>
              <a:gd name="connsiteY5" fmla="*/ 0 h 7263918"/>
              <a:gd name="connsiteX0" fmla="*/ 0 w 8868926"/>
              <a:gd name="connsiteY0" fmla="*/ 0 h 7312044"/>
              <a:gd name="connsiteX1" fmla="*/ 5918358 w 8868926"/>
              <a:gd name="connsiteY1" fmla="*/ 8519 h 7312044"/>
              <a:gd name="connsiteX2" fmla="*/ 8868926 w 8868926"/>
              <a:gd name="connsiteY2" fmla="*/ 3721769 h 7312044"/>
              <a:gd name="connsiteX3" fmla="*/ 5800895 w 8868926"/>
              <a:gd name="connsiteY3" fmla="*/ 7312044 h 7312044"/>
              <a:gd name="connsiteX4" fmla="*/ 1752578 w 8868926"/>
              <a:gd name="connsiteY4" fmla="*/ 7263918 h 7312044"/>
              <a:gd name="connsiteX5" fmla="*/ 0 w 8868926"/>
              <a:gd name="connsiteY5" fmla="*/ 0 h 7312044"/>
              <a:gd name="connsiteX0" fmla="*/ 0 w 8836842"/>
              <a:gd name="connsiteY0" fmla="*/ 0 h 7312044"/>
              <a:gd name="connsiteX1" fmla="*/ 5918358 w 8836842"/>
              <a:gd name="connsiteY1" fmla="*/ 8519 h 7312044"/>
              <a:gd name="connsiteX2" fmla="*/ 8836842 w 8836842"/>
              <a:gd name="connsiteY2" fmla="*/ 3625516 h 7312044"/>
              <a:gd name="connsiteX3" fmla="*/ 5800895 w 8836842"/>
              <a:gd name="connsiteY3" fmla="*/ 7312044 h 7312044"/>
              <a:gd name="connsiteX4" fmla="*/ 1752578 w 8836842"/>
              <a:gd name="connsiteY4" fmla="*/ 7263918 h 7312044"/>
              <a:gd name="connsiteX5" fmla="*/ 0 w 8836842"/>
              <a:gd name="connsiteY5" fmla="*/ 0 h 7312044"/>
              <a:gd name="connsiteX0" fmla="*/ 0 w 8836842"/>
              <a:gd name="connsiteY0" fmla="*/ 0 h 7312044"/>
              <a:gd name="connsiteX1" fmla="*/ 5918358 w 8836842"/>
              <a:gd name="connsiteY1" fmla="*/ 8519 h 7312044"/>
              <a:gd name="connsiteX2" fmla="*/ 8836842 w 8836842"/>
              <a:gd name="connsiteY2" fmla="*/ 3625516 h 7312044"/>
              <a:gd name="connsiteX3" fmla="*/ 5800895 w 8836842"/>
              <a:gd name="connsiteY3" fmla="*/ 7312044 h 7312044"/>
              <a:gd name="connsiteX4" fmla="*/ 20031 w 8836842"/>
              <a:gd name="connsiteY4" fmla="*/ 7296002 h 7312044"/>
              <a:gd name="connsiteX5" fmla="*/ 0 w 8836842"/>
              <a:gd name="connsiteY5" fmla="*/ 0 h 7312044"/>
              <a:gd name="connsiteX0" fmla="*/ 0 w 11836715"/>
              <a:gd name="connsiteY0" fmla="*/ 0 h 7344129"/>
              <a:gd name="connsiteX1" fmla="*/ 8918231 w 11836715"/>
              <a:gd name="connsiteY1" fmla="*/ 40604 h 7344129"/>
              <a:gd name="connsiteX2" fmla="*/ 11836715 w 11836715"/>
              <a:gd name="connsiteY2" fmla="*/ 3657601 h 7344129"/>
              <a:gd name="connsiteX3" fmla="*/ 8800768 w 11836715"/>
              <a:gd name="connsiteY3" fmla="*/ 7344129 h 7344129"/>
              <a:gd name="connsiteX4" fmla="*/ 3019904 w 11836715"/>
              <a:gd name="connsiteY4" fmla="*/ 7328087 h 7344129"/>
              <a:gd name="connsiteX5" fmla="*/ 0 w 11836715"/>
              <a:gd name="connsiteY5" fmla="*/ 0 h 7344129"/>
              <a:gd name="connsiteX0" fmla="*/ 12054 w 11848769"/>
              <a:gd name="connsiteY0" fmla="*/ 0 h 7344129"/>
              <a:gd name="connsiteX1" fmla="*/ 8930285 w 11848769"/>
              <a:gd name="connsiteY1" fmla="*/ 40604 h 7344129"/>
              <a:gd name="connsiteX2" fmla="*/ 11848769 w 11848769"/>
              <a:gd name="connsiteY2" fmla="*/ 3657601 h 7344129"/>
              <a:gd name="connsiteX3" fmla="*/ 8812822 w 11848769"/>
              <a:gd name="connsiteY3" fmla="*/ 7344129 h 7344129"/>
              <a:gd name="connsiteX4" fmla="*/ 0 w 11848769"/>
              <a:gd name="connsiteY4" fmla="*/ 6205140 h 7344129"/>
              <a:gd name="connsiteX5" fmla="*/ 12054 w 11848769"/>
              <a:gd name="connsiteY5" fmla="*/ 0 h 7344129"/>
              <a:gd name="connsiteX0" fmla="*/ 12054 w 11848769"/>
              <a:gd name="connsiteY0" fmla="*/ 0 h 6205140"/>
              <a:gd name="connsiteX1" fmla="*/ 8930285 w 11848769"/>
              <a:gd name="connsiteY1" fmla="*/ 40604 h 6205140"/>
              <a:gd name="connsiteX2" fmla="*/ 11848769 w 11848769"/>
              <a:gd name="connsiteY2" fmla="*/ 3657601 h 6205140"/>
              <a:gd name="connsiteX3" fmla="*/ 8909074 w 11848769"/>
              <a:gd name="connsiteY3" fmla="*/ 6205140 h 6205140"/>
              <a:gd name="connsiteX4" fmla="*/ 0 w 11848769"/>
              <a:gd name="connsiteY4" fmla="*/ 6205140 h 6205140"/>
              <a:gd name="connsiteX5" fmla="*/ 12054 w 11848769"/>
              <a:gd name="connsiteY5" fmla="*/ 0 h 6205140"/>
              <a:gd name="connsiteX0" fmla="*/ 12054 w 11479800"/>
              <a:gd name="connsiteY0" fmla="*/ 0 h 6205140"/>
              <a:gd name="connsiteX1" fmla="*/ 8930285 w 11479800"/>
              <a:gd name="connsiteY1" fmla="*/ 40604 h 6205140"/>
              <a:gd name="connsiteX2" fmla="*/ 11479800 w 11479800"/>
              <a:gd name="connsiteY2" fmla="*/ 3096128 h 6205140"/>
              <a:gd name="connsiteX3" fmla="*/ 8909074 w 11479800"/>
              <a:gd name="connsiteY3" fmla="*/ 6205140 h 6205140"/>
              <a:gd name="connsiteX4" fmla="*/ 0 w 11479800"/>
              <a:gd name="connsiteY4" fmla="*/ 6205140 h 6205140"/>
              <a:gd name="connsiteX5" fmla="*/ 12054 w 11479800"/>
              <a:gd name="connsiteY5" fmla="*/ 0 h 6205140"/>
              <a:gd name="connsiteX0" fmla="*/ 0 w 11467746"/>
              <a:gd name="connsiteY0" fmla="*/ 0 h 6205140"/>
              <a:gd name="connsiteX1" fmla="*/ 8918231 w 11467746"/>
              <a:gd name="connsiteY1" fmla="*/ 40604 h 6205140"/>
              <a:gd name="connsiteX2" fmla="*/ 11467746 w 11467746"/>
              <a:gd name="connsiteY2" fmla="*/ 3096128 h 6205140"/>
              <a:gd name="connsiteX3" fmla="*/ 8897020 w 11467746"/>
              <a:gd name="connsiteY3" fmla="*/ 6205140 h 6205140"/>
              <a:gd name="connsiteX4" fmla="*/ 20030 w 11467746"/>
              <a:gd name="connsiteY4" fmla="*/ 6205140 h 6205140"/>
              <a:gd name="connsiteX5" fmla="*/ 0 w 11467746"/>
              <a:gd name="connsiteY5" fmla="*/ 0 h 6205140"/>
              <a:gd name="connsiteX0" fmla="*/ 0 w 11467746"/>
              <a:gd name="connsiteY0" fmla="*/ 0 h 6205140"/>
              <a:gd name="connsiteX1" fmla="*/ 8918231 w 11467746"/>
              <a:gd name="connsiteY1" fmla="*/ 40604 h 6205140"/>
              <a:gd name="connsiteX2" fmla="*/ 11467746 w 11467746"/>
              <a:gd name="connsiteY2" fmla="*/ 3096128 h 6205140"/>
              <a:gd name="connsiteX3" fmla="*/ 8897020 w 11467746"/>
              <a:gd name="connsiteY3" fmla="*/ 6205140 h 6205140"/>
              <a:gd name="connsiteX4" fmla="*/ 20030 w 11467746"/>
              <a:gd name="connsiteY4" fmla="*/ 6205140 h 6205140"/>
              <a:gd name="connsiteX5" fmla="*/ 0 w 11467746"/>
              <a:gd name="connsiteY5" fmla="*/ 0 h 6205140"/>
              <a:gd name="connsiteX0" fmla="*/ 0 w 11467746"/>
              <a:gd name="connsiteY0" fmla="*/ 0 h 6205140"/>
              <a:gd name="connsiteX1" fmla="*/ 8918231 w 11467746"/>
              <a:gd name="connsiteY1" fmla="*/ 24562 h 6205140"/>
              <a:gd name="connsiteX2" fmla="*/ 11467746 w 11467746"/>
              <a:gd name="connsiteY2" fmla="*/ 3096128 h 6205140"/>
              <a:gd name="connsiteX3" fmla="*/ 8897020 w 11467746"/>
              <a:gd name="connsiteY3" fmla="*/ 6205140 h 6205140"/>
              <a:gd name="connsiteX4" fmla="*/ 20030 w 11467746"/>
              <a:gd name="connsiteY4" fmla="*/ 6205140 h 6205140"/>
              <a:gd name="connsiteX5" fmla="*/ 0 w 11467746"/>
              <a:gd name="connsiteY5" fmla="*/ 0 h 6205140"/>
              <a:gd name="connsiteX0" fmla="*/ 0 w 11467746"/>
              <a:gd name="connsiteY0" fmla="*/ 0 h 6205140"/>
              <a:gd name="connsiteX1" fmla="*/ 8918231 w 11467746"/>
              <a:gd name="connsiteY1" fmla="*/ 24562 h 6205140"/>
              <a:gd name="connsiteX2" fmla="*/ 11467746 w 11467746"/>
              <a:gd name="connsiteY2" fmla="*/ 3096128 h 6205140"/>
              <a:gd name="connsiteX3" fmla="*/ 8913062 w 11467746"/>
              <a:gd name="connsiteY3" fmla="*/ 6205140 h 6205140"/>
              <a:gd name="connsiteX4" fmla="*/ 20030 w 11467746"/>
              <a:gd name="connsiteY4" fmla="*/ 6205140 h 6205140"/>
              <a:gd name="connsiteX5" fmla="*/ 0 w 11467746"/>
              <a:gd name="connsiteY5" fmla="*/ 0 h 6205140"/>
              <a:gd name="connsiteX0" fmla="*/ 0 w 11467746"/>
              <a:gd name="connsiteY0" fmla="*/ 0 h 6205140"/>
              <a:gd name="connsiteX1" fmla="*/ 1876926 w 11467746"/>
              <a:gd name="connsiteY1" fmla="*/ 4538 h 6205140"/>
              <a:gd name="connsiteX2" fmla="*/ 8918231 w 11467746"/>
              <a:gd name="connsiteY2" fmla="*/ 24562 h 6205140"/>
              <a:gd name="connsiteX3" fmla="*/ 11467746 w 11467746"/>
              <a:gd name="connsiteY3" fmla="*/ 3096128 h 6205140"/>
              <a:gd name="connsiteX4" fmla="*/ 8913062 w 11467746"/>
              <a:gd name="connsiteY4" fmla="*/ 6205140 h 6205140"/>
              <a:gd name="connsiteX5" fmla="*/ 20030 w 11467746"/>
              <a:gd name="connsiteY5" fmla="*/ 6205140 h 6205140"/>
              <a:gd name="connsiteX6" fmla="*/ 0 w 11467746"/>
              <a:gd name="connsiteY6" fmla="*/ 0 h 6205140"/>
              <a:gd name="connsiteX0" fmla="*/ 0 w 11467746"/>
              <a:gd name="connsiteY0" fmla="*/ 15212 h 6220352"/>
              <a:gd name="connsiteX1" fmla="*/ 1876926 w 11467746"/>
              <a:gd name="connsiteY1" fmla="*/ 19750 h 6220352"/>
              <a:gd name="connsiteX2" fmla="*/ 3945178 w 11467746"/>
              <a:gd name="connsiteY2" fmla="*/ 0 h 6220352"/>
              <a:gd name="connsiteX3" fmla="*/ 11467746 w 11467746"/>
              <a:gd name="connsiteY3" fmla="*/ 3111340 h 6220352"/>
              <a:gd name="connsiteX4" fmla="*/ 8913062 w 11467746"/>
              <a:gd name="connsiteY4" fmla="*/ 6220352 h 6220352"/>
              <a:gd name="connsiteX5" fmla="*/ 20030 w 11467746"/>
              <a:gd name="connsiteY5" fmla="*/ 6220352 h 6220352"/>
              <a:gd name="connsiteX6" fmla="*/ 0 w 11467746"/>
              <a:gd name="connsiteY6" fmla="*/ 15212 h 6220352"/>
              <a:gd name="connsiteX0" fmla="*/ 0 w 8913062"/>
              <a:gd name="connsiteY0" fmla="*/ 15212 h 6220352"/>
              <a:gd name="connsiteX1" fmla="*/ 1876926 w 8913062"/>
              <a:gd name="connsiteY1" fmla="*/ 19750 h 6220352"/>
              <a:gd name="connsiteX2" fmla="*/ 3945178 w 8913062"/>
              <a:gd name="connsiteY2" fmla="*/ 0 h 6220352"/>
              <a:gd name="connsiteX3" fmla="*/ 7072209 w 8913062"/>
              <a:gd name="connsiteY3" fmla="*/ 3164372 h 6220352"/>
              <a:gd name="connsiteX4" fmla="*/ 8913062 w 8913062"/>
              <a:gd name="connsiteY4" fmla="*/ 6220352 h 6220352"/>
              <a:gd name="connsiteX5" fmla="*/ 20030 w 8913062"/>
              <a:gd name="connsiteY5" fmla="*/ 6220352 h 6220352"/>
              <a:gd name="connsiteX6" fmla="*/ 0 w 8913062"/>
              <a:gd name="connsiteY6" fmla="*/ 15212 h 6220352"/>
              <a:gd name="connsiteX0" fmla="*/ 0 w 7072209"/>
              <a:gd name="connsiteY0" fmla="*/ 15212 h 6326416"/>
              <a:gd name="connsiteX1" fmla="*/ 1876926 w 7072209"/>
              <a:gd name="connsiteY1" fmla="*/ 19750 h 6326416"/>
              <a:gd name="connsiteX2" fmla="*/ 3945178 w 7072209"/>
              <a:gd name="connsiteY2" fmla="*/ 0 h 6326416"/>
              <a:gd name="connsiteX3" fmla="*/ 7072209 w 7072209"/>
              <a:gd name="connsiteY3" fmla="*/ 3164372 h 6326416"/>
              <a:gd name="connsiteX4" fmla="*/ 3988135 w 7072209"/>
              <a:gd name="connsiteY4" fmla="*/ 6326416 h 6326416"/>
              <a:gd name="connsiteX5" fmla="*/ 20030 w 7072209"/>
              <a:gd name="connsiteY5" fmla="*/ 6220352 h 6326416"/>
              <a:gd name="connsiteX6" fmla="*/ 0 w 7072209"/>
              <a:gd name="connsiteY6" fmla="*/ 15212 h 6326416"/>
              <a:gd name="connsiteX0" fmla="*/ 28826 w 7101035"/>
              <a:gd name="connsiteY0" fmla="*/ 15212 h 6339673"/>
              <a:gd name="connsiteX1" fmla="*/ 1905752 w 7101035"/>
              <a:gd name="connsiteY1" fmla="*/ 19750 h 6339673"/>
              <a:gd name="connsiteX2" fmla="*/ 3974004 w 7101035"/>
              <a:gd name="connsiteY2" fmla="*/ 0 h 6339673"/>
              <a:gd name="connsiteX3" fmla="*/ 7101035 w 7101035"/>
              <a:gd name="connsiteY3" fmla="*/ 3164372 h 6339673"/>
              <a:gd name="connsiteX4" fmla="*/ 4016961 w 7101035"/>
              <a:gd name="connsiteY4" fmla="*/ 6326416 h 6339673"/>
              <a:gd name="connsiteX5" fmla="*/ 730 w 7101035"/>
              <a:gd name="connsiteY5" fmla="*/ 6339673 h 6339673"/>
              <a:gd name="connsiteX6" fmla="*/ 28826 w 7101035"/>
              <a:gd name="connsiteY6" fmla="*/ 15212 h 6339673"/>
              <a:gd name="connsiteX0" fmla="*/ 28826 w 7154823"/>
              <a:gd name="connsiteY0" fmla="*/ 15212 h 6339673"/>
              <a:gd name="connsiteX1" fmla="*/ 1905752 w 7154823"/>
              <a:gd name="connsiteY1" fmla="*/ 19750 h 6339673"/>
              <a:gd name="connsiteX2" fmla="*/ 3974004 w 7154823"/>
              <a:gd name="connsiteY2" fmla="*/ 0 h 6339673"/>
              <a:gd name="connsiteX3" fmla="*/ 7154823 w 7154823"/>
              <a:gd name="connsiteY3" fmla="*/ 3175486 h 6339673"/>
              <a:gd name="connsiteX4" fmla="*/ 4016961 w 7154823"/>
              <a:gd name="connsiteY4" fmla="*/ 6326416 h 6339673"/>
              <a:gd name="connsiteX5" fmla="*/ 730 w 7154823"/>
              <a:gd name="connsiteY5" fmla="*/ 6339673 h 6339673"/>
              <a:gd name="connsiteX6" fmla="*/ 28826 w 7154823"/>
              <a:gd name="connsiteY6" fmla="*/ 15212 h 6339673"/>
              <a:gd name="connsiteX0" fmla="*/ 28826 w 7141376"/>
              <a:gd name="connsiteY0" fmla="*/ 15212 h 6339673"/>
              <a:gd name="connsiteX1" fmla="*/ 1905752 w 7141376"/>
              <a:gd name="connsiteY1" fmla="*/ 19750 h 6339673"/>
              <a:gd name="connsiteX2" fmla="*/ 3974004 w 7141376"/>
              <a:gd name="connsiteY2" fmla="*/ 0 h 6339673"/>
              <a:gd name="connsiteX3" fmla="*/ 7141376 w 7141376"/>
              <a:gd name="connsiteY3" fmla="*/ 3164373 h 6339673"/>
              <a:gd name="connsiteX4" fmla="*/ 4016961 w 7141376"/>
              <a:gd name="connsiteY4" fmla="*/ 6326416 h 6339673"/>
              <a:gd name="connsiteX5" fmla="*/ 730 w 7141376"/>
              <a:gd name="connsiteY5" fmla="*/ 6339673 h 6339673"/>
              <a:gd name="connsiteX6" fmla="*/ 28826 w 7141376"/>
              <a:gd name="connsiteY6" fmla="*/ 15212 h 6339673"/>
              <a:gd name="connsiteX0" fmla="*/ 28826 w 7141376"/>
              <a:gd name="connsiteY0" fmla="*/ 15212 h 6339673"/>
              <a:gd name="connsiteX1" fmla="*/ 1771282 w 7141376"/>
              <a:gd name="connsiteY1" fmla="*/ 8637 h 6339673"/>
              <a:gd name="connsiteX2" fmla="*/ 3974004 w 7141376"/>
              <a:gd name="connsiteY2" fmla="*/ 0 h 6339673"/>
              <a:gd name="connsiteX3" fmla="*/ 7141376 w 7141376"/>
              <a:gd name="connsiteY3" fmla="*/ 3164373 h 6339673"/>
              <a:gd name="connsiteX4" fmla="*/ 4016961 w 7141376"/>
              <a:gd name="connsiteY4" fmla="*/ 6326416 h 6339673"/>
              <a:gd name="connsiteX5" fmla="*/ 730 w 7141376"/>
              <a:gd name="connsiteY5" fmla="*/ 6339673 h 6339673"/>
              <a:gd name="connsiteX6" fmla="*/ 28826 w 7141376"/>
              <a:gd name="connsiteY6" fmla="*/ 15212 h 6339673"/>
              <a:gd name="connsiteX0" fmla="*/ 15686 w 7141683"/>
              <a:gd name="connsiteY0" fmla="*/ 15212 h 6339673"/>
              <a:gd name="connsiteX1" fmla="*/ 1771589 w 7141683"/>
              <a:gd name="connsiteY1" fmla="*/ 8637 h 6339673"/>
              <a:gd name="connsiteX2" fmla="*/ 3974311 w 7141683"/>
              <a:gd name="connsiteY2" fmla="*/ 0 h 6339673"/>
              <a:gd name="connsiteX3" fmla="*/ 7141683 w 7141683"/>
              <a:gd name="connsiteY3" fmla="*/ 3164373 h 6339673"/>
              <a:gd name="connsiteX4" fmla="*/ 4017268 w 7141683"/>
              <a:gd name="connsiteY4" fmla="*/ 6326416 h 6339673"/>
              <a:gd name="connsiteX5" fmla="*/ 1037 w 7141683"/>
              <a:gd name="connsiteY5" fmla="*/ 6339673 h 6339673"/>
              <a:gd name="connsiteX6" fmla="*/ 15686 w 7141683"/>
              <a:gd name="connsiteY6" fmla="*/ 15212 h 6339673"/>
              <a:gd name="connsiteX0" fmla="*/ 15686 w 7141683"/>
              <a:gd name="connsiteY0" fmla="*/ 15212 h 6339673"/>
              <a:gd name="connsiteX1" fmla="*/ 1758142 w 7141683"/>
              <a:gd name="connsiteY1" fmla="*/ 8637 h 6339673"/>
              <a:gd name="connsiteX2" fmla="*/ 3974311 w 7141683"/>
              <a:gd name="connsiteY2" fmla="*/ 0 h 6339673"/>
              <a:gd name="connsiteX3" fmla="*/ 7141683 w 7141683"/>
              <a:gd name="connsiteY3" fmla="*/ 3164373 h 6339673"/>
              <a:gd name="connsiteX4" fmla="*/ 4017268 w 7141683"/>
              <a:gd name="connsiteY4" fmla="*/ 6326416 h 6339673"/>
              <a:gd name="connsiteX5" fmla="*/ 1037 w 7141683"/>
              <a:gd name="connsiteY5" fmla="*/ 6339673 h 6339673"/>
              <a:gd name="connsiteX6" fmla="*/ 15686 w 7141683"/>
              <a:gd name="connsiteY6" fmla="*/ 15212 h 6339673"/>
              <a:gd name="connsiteX0" fmla="*/ 15686 w 7141683"/>
              <a:gd name="connsiteY0" fmla="*/ 4099 h 6339673"/>
              <a:gd name="connsiteX1" fmla="*/ 1758142 w 7141683"/>
              <a:gd name="connsiteY1" fmla="*/ 8637 h 6339673"/>
              <a:gd name="connsiteX2" fmla="*/ 3974311 w 7141683"/>
              <a:gd name="connsiteY2" fmla="*/ 0 h 6339673"/>
              <a:gd name="connsiteX3" fmla="*/ 7141683 w 7141683"/>
              <a:gd name="connsiteY3" fmla="*/ 3164373 h 6339673"/>
              <a:gd name="connsiteX4" fmla="*/ 4017268 w 7141683"/>
              <a:gd name="connsiteY4" fmla="*/ 6326416 h 6339673"/>
              <a:gd name="connsiteX5" fmla="*/ 1037 w 7141683"/>
              <a:gd name="connsiteY5" fmla="*/ 6339673 h 6339673"/>
              <a:gd name="connsiteX6" fmla="*/ 15686 w 7141683"/>
              <a:gd name="connsiteY6" fmla="*/ 4099 h 6339673"/>
              <a:gd name="connsiteX0" fmla="*/ 15686 w 7141683"/>
              <a:gd name="connsiteY0" fmla="*/ 6575 h 6342149"/>
              <a:gd name="connsiteX1" fmla="*/ 1758142 w 7141683"/>
              <a:gd name="connsiteY1" fmla="*/ 0 h 6342149"/>
              <a:gd name="connsiteX2" fmla="*/ 3974311 w 7141683"/>
              <a:gd name="connsiteY2" fmla="*/ 2476 h 6342149"/>
              <a:gd name="connsiteX3" fmla="*/ 7141683 w 7141683"/>
              <a:gd name="connsiteY3" fmla="*/ 3166849 h 6342149"/>
              <a:gd name="connsiteX4" fmla="*/ 4017268 w 7141683"/>
              <a:gd name="connsiteY4" fmla="*/ 6328892 h 6342149"/>
              <a:gd name="connsiteX5" fmla="*/ 1037 w 7141683"/>
              <a:gd name="connsiteY5" fmla="*/ 6342149 h 6342149"/>
              <a:gd name="connsiteX6" fmla="*/ 15686 w 7141683"/>
              <a:gd name="connsiteY6" fmla="*/ 6575 h 6342149"/>
              <a:gd name="connsiteX0" fmla="*/ 15686 w 7141683"/>
              <a:gd name="connsiteY0" fmla="*/ 6575 h 6342149"/>
              <a:gd name="connsiteX1" fmla="*/ 1758142 w 7141683"/>
              <a:gd name="connsiteY1" fmla="*/ 0 h 6342149"/>
              <a:gd name="connsiteX2" fmla="*/ 3974311 w 7141683"/>
              <a:gd name="connsiteY2" fmla="*/ 2476 h 6342149"/>
              <a:gd name="connsiteX3" fmla="*/ 7141683 w 7141683"/>
              <a:gd name="connsiteY3" fmla="*/ 3166849 h 6342149"/>
              <a:gd name="connsiteX4" fmla="*/ 4017268 w 7141683"/>
              <a:gd name="connsiteY4" fmla="*/ 6328892 h 6342149"/>
              <a:gd name="connsiteX5" fmla="*/ 1037 w 7141683"/>
              <a:gd name="connsiteY5" fmla="*/ 6342149 h 6342149"/>
              <a:gd name="connsiteX6" fmla="*/ 15686 w 7141683"/>
              <a:gd name="connsiteY6" fmla="*/ 6575 h 6342149"/>
              <a:gd name="connsiteX0" fmla="*/ 15686 w 7141683"/>
              <a:gd name="connsiteY0" fmla="*/ 6575 h 6342149"/>
              <a:gd name="connsiteX1" fmla="*/ 1758142 w 7141683"/>
              <a:gd name="connsiteY1" fmla="*/ 0 h 6342149"/>
              <a:gd name="connsiteX2" fmla="*/ 3974311 w 7141683"/>
              <a:gd name="connsiteY2" fmla="*/ 2476 h 6342149"/>
              <a:gd name="connsiteX3" fmla="*/ 7141683 w 7141683"/>
              <a:gd name="connsiteY3" fmla="*/ 3166849 h 6342149"/>
              <a:gd name="connsiteX4" fmla="*/ 4017268 w 7141683"/>
              <a:gd name="connsiteY4" fmla="*/ 6328892 h 6342149"/>
              <a:gd name="connsiteX5" fmla="*/ 1037 w 7141683"/>
              <a:gd name="connsiteY5" fmla="*/ 6342149 h 6342149"/>
              <a:gd name="connsiteX6" fmla="*/ 15686 w 7141683"/>
              <a:gd name="connsiteY6" fmla="*/ 6575 h 6342149"/>
              <a:gd name="connsiteX0" fmla="*/ 15686 w 7141683"/>
              <a:gd name="connsiteY0" fmla="*/ 6575 h 6342149"/>
              <a:gd name="connsiteX1" fmla="*/ 1758142 w 7141683"/>
              <a:gd name="connsiteY1" fmla="*/ 0 h 6342149"/>
              <a:gd name="connsiteX2" fmla="*/ 3974311 w 7141683"/>
              <a:gd name="connsiteY2" fmla="*/ 2476 h 6342149"/>
              <a:gd name="connsiteX3" fmla="*/ 7141683 w 7141683"/>
              <a:gd name="connsiteY3" fmla="*/ 3166849 h 6342149"/>
              <a:gd name="connsiteX4" fmla="*/ 4017268 w 7141683"/>
              <a:gd name="connsiteY4" fmla="*/ 6328892 h 6342149"/>
              <a:gd name="connsiteX5" fmla="*/ 1037 w 7141683"/>
              <a:gd name="connsiteY5" fmla="*/ 6342149 h 6342149"/>
              <a:gd name="connsiteX6" fmla="*/ 15686 w 7141683"/>
              <a:gd name="connsiteY6" fmla="*/ 6575 h 6342149"/>
              <a:gd name="connsiteX0" fmla="*/ 0 w 7125997"/>
              <a:gd name="connsiteY0" fmla="*/ 6575 h 6342149"/>
              <a:gd name="connsiteX1" fmla="*/ 1742456 w 7125997"/>
              <a:gd name="connsiteY1" fmla="*/ 0 h 6342149"/>
              <a:gd name="connsiteX2" fmla="*/ 3958625 w 7125997"/>
              <a:gd name="connsiteY2" fmla="*/ 2476 h 6342149"/>
              <a:gd name="connsiteX3" fmla="*/ 7125997 w 7125997"/>
              <a:gd name="connsiteY3" fmla="*/ 3166849 h 6342149"/>
              <a:gd name="connsiteX4" fmla="*/ 4001582 w 7125997"/>
              <a:gd name="connsiteY4" fmla="*/ 6328892 h 6342149"/>
              <a:gd name="connsiteX5" fmla="*/ 15039 w 7125997"/>
              <a:gd name="connsiteY5" fmla="*/ 6342149 h 6342149"/>
              <a:gd name="connsiteX6" fmla="*/ 0 w 7125997"/>
              <a:gd name="connsiteY6" fmla="*/ 6575 h 6342149"/>
              <a:gd name="connsiteX0" fmla="*/ 0 w 7120059"/>
              <a:gd name="connsiteY0" fmla="*/ 6575 h 6342149"/>
              <a:gd name="connsiteX1" fmla="*/ 1742456 w 7120059"/>
              <a:gd name="connsiteY1" fmla="*/ 0 h 6342149"/>
              <a:gd name="connsiteX2" fmla="*/ 3958625 w 7120059"/>
              <a:gd name="connsiteY2" fmla="*/ 2476 h 6342149"/>
              <a:gd name="connsiteX3" fmla="*/ 7120059 w 7120059"/>
              <a:gd name="connsiteY3" fmla="*/ 3176663 h 6342149"/>
              <a:gd name="connsiteX4" fmla="*/ 4001582 w 7120059"/>
              <a:gd name="connsiteY4" fmla="*/ 6328892 h 6342149"/>
              <a:gd name="connsiteX5" fmla="*/ 15039 w 7120059"/>
              <a:gd name="connsiteY5" fmla="*/ 6342149 h 6342149"/>
              <a:gd name="connsiteX6" fmla="*/ 0 w 7120059"/>
              <a:gd name="connsiteY6" fmla="*/ 6575 h 6342149"/>
              <a:gd name="connsiteX0" fmla="*/ 1283837 w 7105046"/>
              <a:gd name="connsiteY0" fmla="*/ 0 h 6355225"/>
              <a:gd name="connsiteX1" fmla="*/ 1727443 w 7105046"/>
              <a:gd name="connsiteY1" fmla="*/ 13076 h 6355225"/>
              <a:gd name="connsiteX2" fmla="*/ 3943612 w 7105046"/>
              <a:gd name="connsiteY2" fmla="*/ 15552 h 6355225"/>
              <a:gd name="connsiteX3" fmla="*/ 7105046 w 7105046"/>
              <a:gd name="connsiteY3" fmla="*/ 3189739 h 6355225"/>
              <a:gd name="connsiteX4" fmla="*/ 3986569 w 7105046"/>
              <a:gd name="connsiteY4" fmla="*/ 6341968 h 6355225"/>
              <a:gd name="connsiteX5" fmla="*/ 26 w 7105046"/>
              <a:gd name="connsiteY5" fmla="*/ 6355225 h 6355225"/>
              <a:gd name="connsiteX6" fmla="*/ 1283837 w 7105046"/>
              <a:gd name="connsiteY6" fmla="*/ 0 h 6355225"/>
              <a:gd name="connsiteX0" fmla="*/ 10707 w 5831916"/>
              <a:gd name="connsiteY0" fmla="*/ 0 h 6355225"/>
              <a:gd name="connsiteX1" fmla="*/ 454313 w 5831916"/>
              <a:gd name="connsiteY1" fmla="*/ 13076 h 6355225"/>
              <a:gd name="connsiteX2" fmla="*/ 2670482 w 5831916"/>
              <a:gd name="connsiteY2" fmla="*/ 15552 h 6355225"/>
              <a:gd name="connsiteX3" fmla="*/ 5831916 w 5831916"/>
              <a:gd name="connsiteY3" fmla="*/ 3189739 h 6355225"/>
              <a:gd name="connsiteX4" fmla="*/ 2713439 w 5831916"/>
              <a:gd name="connsiteY4" fmla="*/ 6341968 h 6355225"/>
              <a:gd name="connsiteX5" fmla="*/ 1239 w 5831916"/>
              <a:gd name="connsiteY5" fmla="*/ 6355225 h 6355225"/>
              <a:gd name="connsiteX6" fmla="*/ 10707 w 5831916"/>
              <a:gd name="connsiteY6" fmla="*/ 0 h 6355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31916" h="6355225">
                <a:moveTo>
                  <a:pt x="10707" y="0"/>
                </a:moveTo>
                <a:lnTo>
                  <a:pt x="454313" y="13076"/>
                </a:lnTo>
                <a:lnTo>
                  <a:pt x="2670482" y="15552"/>
                </a:lnTo>
                <a:lnTo>
                  <a:pt x="5831916" y="3189739"/>
                </a:lnTo>
                <a:lnTo>
                  <a:pt x="2713439" y="6341968"/>
                </a:lnTo>
                <a:lnTo>
                  <a:pt x="1239" y="6355225"/>
                </a:lnTo>
                <a:cubicBezTo>
                  <a:pt x="-5438" y="4286845"/>
                  <a:pt x="17384" y="2068380"/>
                  <a:pt x="10707" y="0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anchor="ctr">
            <a:normAutofit/>
          </a:bodyPr>
          <a:lstStyle>
            <a:lvl1pPr algn="ctr">
              <a:defRPr sz="1200" b="0" i="0">
                <a:solidFill>
                  <a:schemeClr val="bg1"/>
                </a:solidFill>
                <a:latin typeface="Lato" panose="020F0502020204030203" pitchFamily="34" charset="77"/>
                <a:ea typeface="Lato" panose="020F0502020204030203" pitchFamily="34" charset="77"/>
                <a:cs typeface="Lato" panose="020F0502020204030203" pitchFamily="34" charset="77"/>
              </a:defRPr>
            </a:lvl1pPr>
          </a:lstStyle>
          <a:p>
            <a:r>
              <a:rPr lang="en-US"/>
              <a:t>Click icon to add photo.</a:t>
            </a:r>
          </a:p>
          <a:p>
            <a:r>
              <a:rPr lang="en-US"/>
              <a:t>Or drag photo into this space.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001AC183-295A-C48C-EA0B-E6B7C7A70F8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42151" y="1406129"/>
            <a:ext cx="6004100" cy="2305971"/>
          </a:xfrm>
          <a:prstGeom prst="rect">
            <a:avLst/>
          </a:prstGeom>
        </p:spPr>
        <p:txBody>
          <a:bodyPr anchor="b"/>
          <a:lstStyle>
            <a:lvl1pPr>
              <a:lnSpc>
                <a:spcPct val="90000"/>
              </a:lnSpc>
              <a:defRPr sz="3275" b="0" i="0" spc="-91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lnSpc>
                <a:spcPts val="3639"/>
              </a:lnSpc>
              <a:defRPr sz="3275" spc="-91">
                <a:solidFill>
                  <a:schemeClr val="bg1"/>
                </a:solidFill>
              </a:defRPr>
            </a:lvl2pPr>
            <a:lvl3pPr>
              <a:lnSpc>
                <a:spcPts val="3639"/>
              </a:lnSpc>
              <a:defRPr sz="3275" spc="-91">
                <a:solidFill>
                  <a:schemeClr val="bg1"/>
                </a:solidFill>
              </a:defRPr>
            </a:lvl3pPr>
            <a:lvl4pPr>
              <a:lnSpc>
                <a:spcPts val="3639"/>
              </a:lnSpc>
              <a:defRPr sz="3275" spc="-91">
                <a:solidFill>
                  <a:schemeClr val="bg1"/>
                </a:solidFill>
              </a:defRPr>
            </a:lvl4pPr>
            <a:lvl5pPr>
              <a:lnSpc>
                <a:spcPts val="3639"/>
              </a:lnSpc>
              <a:defRPr sz="3275" spc="-91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Insert your quote or pull-out text to highlight a benefit or endorse our services with word emphasis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0E106B24-EAB4-12CD-6FCC-B6B14957040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42151" y="3875880"/>
            <a:ext cx="6004100" cy="677713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971" b="0" i="0" cap="all" spc="181" baseline="0">
                <a:solidFill>
                  <a:schemeClr val="tx2"/>
                </a:solidFill>
                <a:latin typeface="Lato" panose="020F0502020204030203" pitchFamily="34" charset="77"/>
                <a:ea typeface="Lato" panose="020F0502020204030203" pitchFamily="34" charset="77"/>
                <a:cs typeface="Lato" panose="020F0502020204030203" pitchFamily="34" charset="77"/>
              </a:defRPr>
            </a:lvl1pPr>
            <a:lvl2pPr>
              <a:defRPr sz="971" b="0" i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 sz="971" b="0" i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 sz="971" b="0" i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 sz="971" b="0" i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Name</a:t>
            </a:r>
          </a:p>
          <a:p>
            <a:pPr lvl="0"/>
            <a:r>
              <a:rPr lang="en-US"/>
              <a:t>Company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546771F-C744-73B6-DB52-38AB37B86DB9}"/>
              </a:ext>
            </a:extLst>
          </p:cNvPr>
          <p:cNvSpPr txBox="1"/>
          <p:nvPr userDrawn="1"/>
        </p:nvSpPr>
        <p:spPr>
          <a:xfrm>
            <a:off x="11140496" y="3472776"/>
            <a:ext cx="451149" cy="9989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6670"/>
              </a:lnSpc>
            </a:pPr>
            <a:r>
              <a:rPr lang="en-US" sz="9600" b="0" i="0" spc="-181">
                <a:solidFill>
                  <a:schemeClr val="tx1"/>
                </a:solidFill>
                <a:latin typeface="Lato" panose="020F0502020204030203" pitchFamily="34" charset="77"/>
                <a:ea typeface="Lato" panose="020F0502020204030203" pitchFamily="34" charset="0"/>
                <a:cs typeface="Lato" panose="020F0502020204030203" pitchFamily="34" charset="0"/>
              </a:rPr>
              <a:t>”</a:t>
            </a:r>
            <a:endParaRPr lang="en-US" sz="7277" b="0" i="0" spc="-181">
              <a:solidFill>
                <a:schemeClr val="tx1"/>
              </a:solidFill>
              <a:latin typeface="Lato" panose="020F0502020204030203" pitchFamily="34" charset="77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AA10644C-9CFB-7754-D76B-E60BC3E0F02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287172" y="482099"/>
            <a:ext cx="3159079" cy="87268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2000" b="0" i="0">
                <a:solidFill>
                  <a:schemeClr val="tx1"/>
                </a:solidFill>
                <a:latin typeface="Lato" panose="020F0502020204030203" pitchFamily="34" charset="77"/>
                <a:ea typeface="Lato" panose="020F0502020204030203" pitchFamily="34" charset="77"/>
                <a:cs typeface="Lato" panose="020F0502020204030203" pitchFamily="34" charset="77"/>
              </a:defRPr>
            </a:lvl1pPr>
          </a:lstStyle>
          <a:p>
            <a:r>
              <a:rPr lang="en-US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Insert company logo here</a:t>
            </a:r>
            <a:endParaRPr lang="en-US"/>
          </a:p>
        </p:txBody>
      </p:sp>
      <p:sp>
        <p:nvSpPr>
          <p:cNvPr id="31" name="Date Placeholder 30">
            <a:extLst>
              <a:ext uri="{FF2B5EF4-FFF2-40B4-BE49-F238E27FC236}">
                <a16:creationId xmlns:a16="http://schemas.microsoft.com/office/drawing/2014/main" id="{B86E1863-25A6-C4AB-2E92-8E59A96A5AC5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2" name="Footer Placeholder 31">
            <a:extLst>
              <a:ext uri="{FF2B5EF4-FFF2-40B4-BE49-F238E27FC236}">
                <a16:creationId xmlns:a16="http://schemas.microsoft.com/office/drawing/2014/main" id="{569845D2-3B23-0187-B6F2-5B775767E583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Copyright © 2026 Kinaxis. All Rights Reserved. Access limited to internal use only.</a:t>
            </a:r>
          </a:p>
        </p:txBody>
      </p:sp>
      <p:sp>
        <p:nvSpPr>
          <p:cNvPr id="33" name="Slide Number Placeholder 32">
            <a:extLst>
              <a:ext uri="{FF2B5EF4-FFF2-40B4-BE49-F238E27FC236}">
                <a16:creationId xmlns:a16="http://schemas.microsoft.com/office/drawing/2014/main" id="{0285CAC2-E641-7C78-DDEA-013A35099749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F1488A8B-C121-C846-AEE5-0D98B869D111}" type="slidenum">
              <a:rPr lang="en-US" sz="800" smtClean="0">
                <a:cs typeface="Calibri" panose="020F0502020204030204" pitchFamily="34" charset="0"/>
              </a:rPr>
              <a:pPr/>
              <a:t>‹#›</a:t>
            </a:fld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6FB3AE0-E575-C38D-EC24-C706AED5B741}"/>
              </a:ext>
            </a:extLst>
          </p:cNvPr>
          <p:cNvSpPr txBox="1"/>
          <p:nvPr userDrawn="1"/>
        </p:nvSpPr>
        <p:spPr>
          <a:xfrm>
            <a:off x="458724" y="6323087"/>
            <a:ext cx="1074330" cy="295686"/>
          </a:xfrm>
          <a:prstGeom prst="roundRect">
            <a:avLst>
              <a:gd name="adj" fmla="val 8077"/>
            </a:avLst>
          </a:prstGeom>
          <a:solidFill>
            <a:schemeClr val="accent4"/>
          </a:solidFill>
        </p:spPr>
        <p:txBody>
          <a:bodyPr wrap="square" tIns="49118" bIns="49118" rtlCol="0">
            <a:spAutoFit/>
          </a:bodyPr>
          <a:lstStyle/>
          <a:p>
            <a:pPr algn="ctr"/>
            <a:r>
              <a:rPr lang="en-GB" sz="1092">
                <a:solidFill>
                  <a:schemeClr val="tx1"/>
                </a:solidFill>
                <a:latin typeface="WordVisi_MSFontService"/>
              </a:rPr>
              <a:t>INTERNAL</a:t>
            </a:r>
            <a:endParaRPr lang="en-GB" sz="1046">
              <a:solidFill>
                <a:schemeClr val="tx1"/>
              </a:solidFill>
              <a:latin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308771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Quote_Teal_with headin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3">
            <a:extLst>
              <a:ext uri="{FF2B5EF4-FFF2-40B4-BE49-F238E27FC236}">
                <a16:creationId xmlns:a16="http://schemas.microsoft.com/office/drawing/2014/main" id="{F88C79BD-393C-F858-D5D6-1ABB6D070BAA}"/>
              </a:ext>
            </a:extLst>
          </p:cNvPr>
          <p:cNvSpPr/>
          <p:nvPr userDrawn="1"/>
        </p:nvSpPr>
        <p:spPr>
          <a:xfrm>
            <a:off x="-3851" y="1505738"/>
            <a:ext cx="12192040" cy="4567061"/>
          </a:xfrm>
          <a:custGeom>
            <a:avLst/>
            <a:gdLst/>
            <a:ahLst/>
            <a:cxnLst/>
            <a:rect l="l" t="t" r="r" b="b"/>
            <a:pathLst>
              <a:path w="17257395" h="7665084">
                <a:moveTo>
                  <a:pt x="17257327" y="0"/>
                </a:moveTo>
                <a:lnTo>
                  <a:pt x="0" y="0"/>
                </a:lnTo>
                <a:lnTo>
                  <a:pt x="0" y="7664698"/>
                </a:lnTo>
                <a:lnTo>
                  <a:pt x="17257327" y="7664698"/>
                </a:lnTo>
                <a:lnTo>
                  <a:pt x="17257327" y="0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0" tIns="0" rIns="0" bIns="0" rtlCol="0"/>
          <a:lstStyle/>
          <a:p>
            <a:endParaRPr sz="971"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9AA624CA-9634-D043-D52B-B0F96927759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3610" y="365124"/>
            <a:ext cx="5545319" cy="206963"/>
          </a:xfrm>
          <a:prstGeom prst="rect">
            <a:avLst/>
          </a:prstGeom>
        </p:spPr>
        <p:txBody>
          <a:bodyPr/>
          <a:lstStyle>
            <a:lvl1pPr>
              <a:defRPr sz="971" b="0" i="0" cap="all" spc="364" baseline="0">
                <a:solidFill>
                  <a:schemeClr val="tx2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GB"/>
              <a:t>EYEBROW TITLE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D31A7FDD-4753-EDCB-AF3A-CF7252D91FC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15695" y="2085551"/>
            <a:ext cx="5167587" cy="2305971"/>
          </a:xfrm>
          <a:prstGeom prst="rect">
            <a:avLst/>
          </a:prstGeom>
        </p:spPr>
        <p:txBody>
          <a:bodyPr anchor="b"/>
          <a:lstStyle>
            <a:lvl1pPr>
              <a:lnSpc>
                <a:spcPct val="90000"/>
              </a:lnSpc>
              <a:defRPr sz="3275" b="0" i="0" spc="-91">
                <a:solidFill>
                  <a:schemeClr val="bg2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lnSpc>
                <a:spcPts val="3639"/>
              </a:lnSpc>
              <a:defRPr sz="3275" spc="-91">
                <a:solidFill>
                  <a:schemeClr val="bg1"/>
                </a:solidFill>
              </a:defRPr>
            </a:lvl2pPr>
            <a:lvl3pPr>
              <a:lnSpc>
                <a:spcPts val="3639"/>
              </a:lnSpc>
              <a:defRPr sz="3275" spc="-91">
                <a:solidFill>
                  <a:schemeClr val="bg1"/>
                </a:solidFill>
              </a:defRPr>
            </a:lvl3pPr>
            <a:lvl4pPr>
              <a:lnSpc>
                <a:spcPts val="3639"/>
              </a:lnSpc>
              <a:defRPr sz="3275" spc="-91">
                <a:solidFill>
                  <a:schemeClr val="bg1"/>
                </a:solidFill>
              </a:defRPr>
            </a:lvl4pPr>
            <a:lvl5pPr>
              <a:lnSpc>
                <a:spcPts val="3639"/>
              </a:lnSpc>
              <a:defRPr sz="3275" spc="-91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Insert your quote or pull-out text to highlight a benefit or endorse our services with word emphasis</a:t>
            </a:r>
          </a:p>
        </p:txBody>
      </p:sp>
      <p:sp>
        <p:nvSpPr>
          <p:cNvPr id="20" name="Picture Placeholder 9">
            <a:extLst>
              <a:ext uri="{FF2B5EF4-FFF2-40B4-BE49-F238E27FC236}">
                <a16:creationId xmlns:a16="http://schemas.microsoft.com/office/drawing/2014/main" id="{7EFD9178-BFCC-7E63-5F8E-C194A8CC8B6D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-7661" y="1509189"/>
            <a:ext cx="6467863" cy="4563611"/>
          </a:xfrm>
          <a:custGeom>
            <a:avLst/>
            <a:gdLst>
              <a:gd name="connsiteX0" fmla="*/ 9 w 8756650"/>
              <a:gd name="connsiteY0" fmla="*/ 3071565 h 8041482"/>
              <a:gd name="connsiteX1" fmla="*/ 4378325 w 8756650"/>
              <a:gd name="connsiteY1" fmla="*/ 0 h 8041482"/>
              <a:gd name="connsiteX2" fmla="*/ 8756641 w 8756650"/>
              <a:gd name="connsiteY2" fmla="*/ 3071565 h 8041482"/>
              <a:gd name="connsiteX3" fmla="*/ 7084273 w 8756650"/>
              <a:gd name="connsiteY3" fmla="*/ 8041462 h 8041482"/>
              <a:gd name="connsiteX4" fmla="*/ 1672377 w 8756650"/>
              <a:gd name="connsiteY4" fmla="*/ 8041462 h 8041482"/>
              <a:gd name="connsiteX5" fmla="*/ 9 w 8756650"/>
              <a:gd name="connsiteY5" fmla="*/ 3071565 h 8041482"/>
              <a:gd name="connsiteX0" fmla="*/ 0 w 8788716"/>
              <a:gd name="connsiteY0" fmla="*/ 3071565 h 8041462"/>
              <a:gd name="connsiteX1" fmla="*/ 4378316 w 8788716"/>
              <a:gd name="connsiteY1" fmla="*/ 0 h 8041462"/>
              <a:gd name="connsiteX2" fmla="*/ 8788716 w 8788716"/>
              <a:gd name="connsiteY2" fmla="*/ 4499313 h 8041462"/>
              <a:gd name="connsiteX3" fmla="*/ 7084264 w 8788716"/>
              <a:gd name="connsiteY3" fmla="*/ 8041462 h 8041462"/>
              <a:gd name="connsiteX4" fmla="*/ 1672368 w 8788716"/>
              <a:gd name="connsiteY4" fmla="*/ 8041462 h 8041462"/>
              <a:gd name="connsiteX5" fmla="*/ 0 w 8788716"/>
              <a:gd name="connsiteY5" fmla="*/ 3071565 h 8041462"/>
              <a:gd name="connsiteX0" fmla="*/ 0 w 8788716"/>
              <a:gd name="connsiteY0" fmla="*/ 2285502 h 7255399"/>
              <a:gd name="connsiteX1" fmla="*/ 5838148 w 8788716"/>
              <a:gd name="connsiteY1" fmla="*/ 0 h 7255399"/>
              <a:gd name="connsiteX2" fmla="*/ 8788716 w 8788716"/>
              <a:gd name="connsiteY2" fmla="*/ 3713250 h 7255399"/>
              <a:gd name="connsiteX3" fmla="*/ 7084264 w 8788716"/>
              <a:gd name="connsiteY3" fmla="*/ 7255399 h 7255399"/>
              <a:gd name="connsiteX4" fmla="*/ 1672368 w 8788716"/>
              <a:gd name="connsiteY4" fmla="*/ 7255399 h 7255399"/>
              <a:gd name="connsiteX5" fmla="*/ 0 w 8788716"/>
              <a:gd name="connsiteY5" fmla="*/ 2285502 h 7255399"/>
              <a:gd name="connsiteX0" fmla="*/ 0 w 8868926"/>
              <a:gd name="connsiteY0" fmla="*/ 0 h 7263918"/>
              <a:gd name="connsiteX1" fmla="*/ 5918358 w 8868926"/>
              <a:gd name="connsiteY1" fmla="*/ 8519 h 7263918"/>
              <a:gd name="connsiteX2" fmla="*/ 8868926 w 8868926"/>
              <a:gd name="connsiteY2" fmla="*/ 3721769 h 7263918"/>
              <a:gd name="connsiteX3" fmla="*/ 7164474 w 8868926"/>
              <a:gd name="connsiteY3" fmla="*/ 7263918 h 7263918"/>
              <a:gd name="connsiteX4" fmla="*/ 1752578 w 8868926"/>
              <a:gd name="connsiteY4" fmla="*/ 7263918 h 7263918"/>
              <a:gd name="connsiteX5" fmla="*/ 0 w 8868926"/>
              <a:gd name="connsiteY5" fmla="*/ 0 h 7263918"/>
              <a:gd name="connsiteX0" fmla="*/ 0 w 8868926"/>
              <a:gd name="connsiteY0" fmla="*/ 0 h 7312044"/>
              <a:gd name="connsiteX1" fmla="*/ 5918358 w 8868926"/>
              <a:gd name="connsiteY1" fmla="*/ 8519 h 7312044"/>
              <a:gd name="connsiteX2" fmla="*/ 8868926 w 8868926"/>
              <a:gd name="connsiteY2" fmla="*/ 3721769 h 7312044"/>
              <a:gd name="connsiteX3" fmla="*/ 5800895 w 8868926"/>
              <a:gd name="connsiteY3" fmla="*/ 7312044 h 7312044"/>
              <a:gd name="connsiteX4" fmla="*/ 1752578 w 8868926"/>
              <a:gd name="connsiteY4" fmla="*/ 7263918 h 7312044"/>
              <a:gd name="connsiteX5" fmla="*/ 0 w 8868926"/>
              <a:gd name="connsiteY5" fmla="*/ 0 h 7312044"/>
              <a:gd name="connsiteX0" fmla="*/ 0 w 8836842"/>
              <a:gd name="connsiteY0" fmla="*/ 0 h 7312044"/>
              <a:gd name="connsiteX1" fmla="*/ 5918358 w 8836842"/>
              <a:gd name="connsiteY1" fmla="*/ 8519 h 7312044"/>
              <a:gd name="connsiteX2" fmla="*/ 8836842 w 8836842"/>
              <a:gd name="connsiteY2" fmla="*/ 3625516 h 7312044"/>
              <a:gd name="connsiteX3" fmla="*/ 5800895 w 8836842"/>
              <a:gd name="connsiteY3" fmla="*/ 7312044 h 7312044"/>
              <a:gd name="connsiteX4" fmla="*/ 1752578 w 8836842"/>
              <a:gd name="connsiteY4" fmla="*/ 7263918 h 7312044"/>
              <a:gd name="connsiteX5" fmla="*/ 0 w 8836842"/>
              <a:gd name="connsiteY5" fmla="*/ 0 h 7312044"/>
              <a:gd name="connsiteX0" fmla="*/ 0 w 8836842"/>
              <a:gd name="connsiteY0" fmla="*/ 0 h 7312044"/>
              <a:gd name="connsiteX1" fmla="*/ 5918358 w 8836842"/>
              <a:gd name="connsiteY1" fmla="*/ 8519 h 7312044"/>
              <a:gd name="connsiteX2" fmla="*/ 8836842 w 8836842"/>
              <a:gd name="connsiteY2" fmla="*/ 3625516 h 7312044"/>
              <a:gd name="connsiteX3" fmla="*/ 5800895 w 8836842"/>
              <a:gd name="connsiteY3" fmla="*/ 7312044 h 7312044"/>
              <a:gd name="connsiteX4" fmla="*/ 20031 w 8836842"/>
              <a:gd name="connsiteY4" fmla="*/ 7296002 h 7312044"/>
              <a:gd name="connsiteX5" fmla="*/ 0 w 8836842"/>
              <a:gd name="connsiteY5" fmla="*/ 0 h 7312044"/>
              <a:gd name="connsiteX0" fmla="*/ 0 w 11836715"/>
              <a:gd name="connsiteY0" fmla="*/ 0 h 7344129"/>
              <a:gd name="connsiteX1" fmla="*/ 8918231 w 11836715"/>
              <a:gd name="connsiteY1" fmla="*/ 40604 h 7344129"/>
              <a:gd name="connsiteX2" fmla="*/ 11836715 w 11836715"/>
              <a:gd name="connsiteY2" fmla="*/ 3657601 h 7344129"/>
              <a:gd name="connsiteX3" fmla="*/ 8800768 w 11836715"/>
              <a:gd name="connsiteY3" fmla="*/ 7344129 h 7344129"/>
              <a:gd name="connsiteX4" fmla="*/ 3019904 w 11836715"/>
              <a:gd name="connsiteY4" fmla="*/ 7328087 h 7344129"/>
              <a:gd name="connsiteX5" fmla="*/ 0 w 11836715"/>
              <a:gd name="connsiteY5" fmla="*/ 0 h 7344129"/>
              <a:gd name="connsiteX0" fmla="*/ 12054 w 11848769"/>
              <a:gd name="connsiteY0" fmla="*/ 0 h 7344129"/>
              <a:gd name="connsiteX1" fmla="*/ 8930285 w 11848769"/>
              <a:gd name="connsiteY1" fmla="*/ 40604 h 7344129"/>
              <a:gd name="connsiteX2" fmla="*/ 11848769 w 11848769"/>
              <a:gd name="connsiteY2" fmla="*/ 3657601 h 7344129"/>
              <a:gd name="connsiteX3" fmla="*/ 8812822 w 11848769"/>
              <a:gd name="connsiteY3" fmla="*/ 7344129 h 7344129"/>
              <a:gd name="connsiteX4" fmla="*/ 0 w 11848769"/>
              <a:gd name="connsiteY4" fmla="*/ 6205140 h 7344129"/>
              <a:gd name="connsiteX5" fmla="*/ 12054 w 11848769"/>
              <a:gd name="connsiteY5" fmla="*/ 0 h 7344129"/>
              <a:gd name="connsiteX0" fmla="*/ 12054 w 11848769"/>
              <a:gd name="connsiteY0" fmla="*/ 0 h 6205140"/>
              <a:gd name="connsiteX1" fmla="*/ 8930285 w 11848769"/>
              <a:gd name="connsiteY1" fmla="*/ 40604 h 6205140"/>
              <a:gd name="connsiteX2" fmla="*/ 11848769 w 11848769"/>
              <a:gd name="connsiteY2" fmla="*/ 3657601 h 6205140"/>
              <a:gd name="connsiteX3" fmla="*/ 8909074 w 11848769"/>
              <a:gd name="connsiteY3" fmla="*/ 6205140 h 6205140"/>
              <a:gd name="connsiteX4" fmla="*/ 0 w 11848769"/>
              <a:gd name="connsiteY4" fmla="*/ 6205140 h 6205140"/>
              <a:gd name="connsiteX5" fmla="*/ 12054 w 11848769"/>
              <a:gd name="connsiteY5" fmla="*/ 0 h 6205140"/>
              <a:gd name="connsiteX0" fmla="*/ 12054 w 11479800"/>
              <a:gd name="connsiteY0" fmla="*/ 0 h 6205140"/>
              <a:gd name="connsiteX1" fmla="*/ 8930285 w 11479800"/>
              <a:gd name="connsiteY1" fmla="*/ 40604 h 6205140"/>
              <a:gd name="connsiteX2" fmla="*/ 11479800 w 11479800"/>
              <a:gd name="connsiteY2" fmla="*/ 3096128 h 6205140"/>
              <a:gd name="connsiteX3" fmla="*/ 8909074 w 11479800"/>
              <a:gd name="connsiteY3" fmla="*/ 6205140 h 6205140"/>
              <a:gd name="connsiteX4" fmla="*/ 0 w 11479800"/>
              <a:gd name="connsiteY4" fmla="*/ 6205140 h 6205140"/>
              <a:gd name="connsiteX5" fmla="*/ 12054 w 11479800"/>
              <a:gd name="connsiteY5" fmla="*/ 0 h 6205140"/>
              <a:gd name="connsiteX0" fmla="*/ 0 w 11467746"/>
              <a:gd name="connsiteY0" fmla="*/ 0 h 6205140"/>
              <a:gd name="connsiteX1" fmla="*/ 8918231 w 11467746"/>
              <a:gd name="connsiteY1" fmla="*/ 40604 h 6205140"/>
              <a:gd name="connsiteX2" fmla="*/ 11467746 w 11467746"/>
              <a:gd name="connsiteY2" fmla="*/ 3096128 h 6205140"/>
              <a:gd name="connsiteX3" fmla="*/ 8897020 w 11467746"/>
              <a:gd name="connsiteY3" fmla="*/ 6205140 h 6205140"/>
              <a:gd name="connsiteX4" fmla="*/ 20030 w 11467746"/>
              <a:gd name="connsiteY4" fmla="*/ 6205140 h 6205140"/>
              <a:gd name="connsiteX5" fmla="*/ 0 w 11467746"/>
              <a:gd name="connsiteY5" fmla="*/ 0 h 6205140"/>
              <a:gd name="connsiteX0" fmla="*/ 0 w 11467746"/>
              <a:gd name="connsiteY0" fmla="*/ 0 h 6205140"/>
              <a:gd name="connsiteX1" fmla="*/ 8918231 w 11467746"/>
              <a:gd name="connsiteY1" fmla="*/ 40604 h 6205140"/>
              <a:gd name="connsiteX2" fmla="*/ 11467746 w 11467746"/>
              <a:gd name="connsiteY2" fmla="*/ 3096128 h 6205140"/>
              <a:gd name="connsiteX3" fmla="*/ 8897020 w 11467746"/>
              <a:gd name="connsiteY3" fmla="*/ 6205140 h 6205140"/>
              <a:gd name="connsiteX4" fmla="*/ 20030 w 11467746"/>
              <a:gd name="connsiteY4" fmla="*/ 6205140 h 6205140"/>
              <a:gd name="connsiteX5" fmla="*/ 0 w 11467746"/>
              <a:gd name="connsiteY5" fmla="*/ 0 h 6205140"/>
              <a:gd name="connsiteX0" fmla="*/ 0 w 11467746"/>
              <a:gd name="connsiteY0" fmla="*/ 0 h 6205140"/>
              <a:gd name="connsiteX1" fmla="*/ 8918231 w 11467746"/>
              <a:gd name="connsiteY1" fmla="*/ 24562 h 6205140"/>
              <a:gd name="connsiteX2" fmla="*/ 11467746 w 11467746"/>
              <a:gd name="connsiteY2" fmla="*/ 3096128 h 6205140"/>
              <a:gd name="connsiteX3" fmla="*/ 8897020 w 11467746"/>
              <a:gd name="connsiteY3" fmla="*/ 6205140 h 6205140"/>
              <a:gd name="connsiteX4" fmla="*/ 20030 w 11467746"/>
              <a:gd name="connsiteY4" fmla="*/ 6205140 h 6205140"/>
              <a:gd name="connsiteX5" fmla="*/ 0 w 11467746"/>
              <a:gd name="connsiteY5" fmla="*/ 0 h 6205140"/>
              <a:gd name="connsiteX0" fmla="*/ 0 w 11467746"/>
              <a:gd name="connsiteY0" fmla="*/ 0 h 6205140"/>
              <a:gd name="connsiteX1" fmla="*/ 8918231 w 11467746"/>
              <a:gd name="connsiteY1" fmla="*/ 24562 h 6205140"/>
              <a:gd name="connsiteX2" fmla="*/ 11467746 w 11467746"/>
              <a:gd name="connsiteY2" fmla="*/ 3096128 h 6205140"/>
              <a:gd name="connsiteX3" fmla="*/ 8913062 w 11467746"/>
              <a:gd name="connsiteY3" fmla="*/ 6205140 h 6205140"/>
              <a:gd name="connsiteX4" fmla="*/ 20030 w 11467746"/>
              <a:gd name="connsiteY4" fmla="*/ 6205140 h 6205140"/>
              <a:gd name="connsiteX5" fmla="*/ 0 w 11467746"/>
              <a:gd name="connsiteY5" fmla="*/ 0 h 6205140"/>
              <a:gd name="connsiteX0" fmla="*/ 0 w 11467746"/>
              <a:gd name="connsiteY0" fmla="*/ 0 h 6205140"/>
              <a:gd name="connsiteX1" fmla="*/ 1876926 w 11467746"/>
              <a:gd name="connsiteY1" fmla="*/ 4538 h 6205140"/>
              <a:gd name="connsiteX2" fmla="*/ 8918231 w 11467746"/>
              <a:gd name="connsiteY2" fmla="*/ 24562 h 6205140"/>
              <a:gd name="connsiteX3" fmla="*/ 11467746 w 11467746"/>
              <a:gd name="connsiteY3" fmla="*/ 3096128 h 6205140"/>
              <a:gd name="connsiteX4" fmla="*/ 8913062 w 11467746"/>
              <a:gd name="connsiteY4" fmla="*/ 6205140 h 6205140"/>
              <a:gd name="connsiteX5" fmla="*/ 20030 w 11467746"/>
              <a:gd name="connsiteY5" fmla="*/ 6205140 h 6205140"/>
              <a:gd name="connsiteX6" fmla="*/ 0 w 11467746"/>
              <a:gd name="connsiteY6" fmla="*/ 0 h 6205140"/>
              <a:gd name="connsiteX0" fmla="*/ 0 w 11467746"/>
              <a:gd name="connsiteY0" fmla="*/ 15212 h 6220352"/>
              <a:gd name="connsiteX1" fmla="*/ 1876926 w 11467746"/>
              <a:gd name="connsiteY1" fmla="*/ 19750 h 6220352"/>
              <a:gd name="connsiteX2" fmla="*/ 3945178 w 11467746"/>
              <a:gd name="connsiteY2" fmla="*/ 0 h 6220352"/>
              <a:gd name="connsiteX3" fmla="*/ 11467746 w 11467746"/>
              <a:gd name="connsiteY3" fmla="*/ 3111340 h 6220352"/>
              <a:gd name="connsiteX4" fmla="*/ 8913062 w 11467746"/>
              <a:gd name="connsiteY4" fmla="*/ 6220352 h 6220352"/>
              <a:gd name="connsiteX5" fmla="*/ 20030 w 11467746"/>
              <a:gd name="connsiteY5" fmla="*/ 6220352 h 6220352"/>
              <a:gd name="connsiteX6" fmla="*/ 0 w 11467746"/>
              <a:gd name="connsiteY6" fmla="*/ 15212 h 6220352"/>
              <a:gd name="connsiteX0" fmla="*/ 0 w 8913062"/>
              <a:gd name="connsiteY0" fmla="*/ 15212 h 6220352"/>
              <a:gd name="connsiteX1" fmla="*/ 1876926 w 8913062"/>
              <a:gd name="connsiteY1" fmla="*/ 19750 h 6220352"/>
              <a:gd name="connsiteX2" fmla="*/ 3945178 w 8913062"/>
              <a:gd name="connsiteY2" fmla="*/ 0 h 6220352"/>
              <a:gd name="connsiteX3" fmla="*/ 7072209 w 8913062"/>
              <a:gd name="connsiteY3" fmla="*/ 3164372 h 6220352"/>
              <a:gd name="connsiteX4" fmla="*/ 8913062 w 8913062"/>
              <a:gd name="connsiteY4" fmla="*/ 6220352 h 6220352"/>
              <a:gd name="connsiteX5" fmla="*/ 20030 w 8913062"/>
              <a:gd name="connsiteY5" fmla="*/ 6220352 h 6220352"/>
              <a:gd name="connsiteX6" fmla="*/ 0 w 8913062"/>
              <a:gd name="connsiteY6" fmla="*/ 15212 h 6220352"/>
              <a:gd name="connsiteX0" fmla="*/ 0 w 7072209"/>
              <a:gd name="connsiteY0" fmla="*/ 15212 h 6326416"/>
              <a:gd name="connsiteX1" fmla="*/ 1876926 w 7072209"/>
              <a:gd name="connsiteY1" fmla="*/ 19750 h 6326416"/>
              <a:gd name="connsiteX2" fmla="*/ 3945178 w 7072209"/>
              <a:gd name="connsiteY2" fmla="*/ 0 h 6326416"/>
              <a:gd name="connsiteX3" fmla="*/ 7072209 w 7072209"/>
              <a:gd name="connsiteY3" fmla="*/ 3164372 h 6326416"/>
              <a:gd name="connsiteX4" fmla="*/ 3988135 w 7072209"/>
              <a:gd name="connsiteY4" fmla="*/ 6326416 h 6326416"/>
              <a:gd name="connsiteX5" fmla="*/ 20030 w 7072209"/>
              <a:gd name="connsiteY5" fmla="*/ 6220352 h 6326416"/>
              <a:gd name="connsiteX6" fmla="*/ 0 w 7072209"/>
              <a:gd name="connsiteY6" fmla="*/ 15212 h 6326416"/>
              <a:gd name="connsiteX0" fmla="*/ 28826 w 7101035"/>
              <a:gd name="connsiteY0" fmla="*/ 15212 h 6339673"/>
              <a:gd name="connsiteX1" fmla="*/ 1905752 w 7101035"/>
              <a:gd name="connsiteY1" fmla="*/ 19750 h 6339673"/>
              <a:gd name="connsiteX2" fmla="*/ 3974004 w 7101035"/>
              <a:gd name="connsiteY2" fmla="*/ 0 h 6339673"/>
              <a:gd name="connsiteX3" fmla="*/ 7101035 w 7101035"/>
              <a:gd name="connsiteY3" fmla="*/ 3164372 h 6339673"/>
              <a:gd name="connsiteX4" fmla="*/ 4016961 w 7101035"/>
              <a:gd name="connsiteY4" fmla="*/ 6326416 h 6339673"/>
              <a:gd name="connsiteX5" fmla="*/ 730 w 7101035"/>
              <a:gd name="connsiteY5" fmla="*/ 6339673 h 6339673"/>
              <a:gd name="connsiteX6" fmla="*/ 28826 w 7101035"/>
              <a:gd name="connsiteY6" fmla="*/ 15212 h 6339673"/>
              <a:gd name="connsiteX0" fmla="*/ 28826 w 7154823"/>
              <a:gd name="connsiteY0" fmla="*/ 15212 h 6339673"/>
              <a:gd name="connsiteX1" fmla="*/ 1905752 w 7154823"/>
              <a:gd name="connsiteY1" fmla="*/ 19750 h 6339673"/>
              <a:gd name="connsiteX2" fmla="*/ 3974004 w 7154823"/>
              <a:gd name="connsiteY2" fmla="*/ 0 h 6339673"/>
              <a:gd name="connsiteX3" fmla="*/ 7154823 w 7154823"/>
              <a:gd name="connsiteY3" fmla="*/ 3175486 h 6339673"/>
              <a:gd name="connsiteX4" fmla="*/ 4016961 w 7154823"/>
              <a:gd name="connsiteY4" fmla="*/ 6326416 h 6339673"/>
              <a:gd name="connsiteX5" fmla="*/ 730 w 7154823"/>
              <a:gd name="connsiteY5" fmla="*/ 6339673 h 6339673"/>
              <a:gd name="connsiteX6" fmla="*/ 28826 w 7154823"/>
              <a:gd name="connsiteY6" fmla="*/ 15212 h 6339673"/>
              <a:gd name="connsiteX0" fmla="*/ 28826 w 7141376"/>
              <a:gd name="connsiteY0" fmla="*/ 15212 h 6339673"/>
              <a:gd name="connsiteX1" fmla="*/ 1905752 w 7141376"/>
              <a:gd name="connsiteY1" fmla="*/ 19750 h 6339673"/>
              <a:gd name="connsiteX2" fmla="*/ 3974004 w 7141376"/>
              <a:gd name="connsiteY2" fmla="*/ 0 h 6339673"/>
              <a:gd name="connsiteX3" fmla="*/ 7141376 w 7141376"/>
              <a:gd name="connsiteY3" fmla="*/ 3164373 h 6339673"/>
              <a:gd name="connsiteX4" fmla="*/ 4016961 w 7141376"/>
              <a:gd name="connsiteY4" fmla="*/ 6326416 h 6339673"/>
              <a:gd name="connsiteX5" fmla="*/ 730 w 7141376"/>
              <a:gd name="connsiteY5" fmla="*/ 6339673 h 6339673"/>
              <a:gd name="connsiteX6" fmla="*/ 28826 w 7141376"/>
              <a:gd name="connsiteY6" fmla="*/ 15212 h 6339673"/>
              <a:gd name="connsiteX0" fmla="*/ 28826 w 7141376"/>
              <a:gd name="connsiteY0" fmla="*/ 15212 h 6339673"/>
              <a:gd name="connsiteX1" fmla="*/ 1771282 w 7141376"/>
              <a:gd name="connsiteY1" fmla="*/ 8637 h 6339673"/>
              <a:gd name="connsiteX2" fmla="*/ 3974004 w 7141376"/>
              <a:gd name="connsiteY2" fmla="*/ 0 h 6339673"/>
              <a:gd name="connsiteX3" fmla="*/ 7141376 w 7141376"/>
              <a:gd name="connsiteY3" fmla="*/ 3164373 h 6339673"/>
              <a:gd name="connsiteX4" fmla="*/ 4016961 w 7141376"/>
              <a:gd name="connsiteY4" fmla="*/ 6326416 h 6339673"/>
              <a:gd name="connsiteX5" fmla="*/ 730 w 7141376"/>
              <a:gd name="connsiteY5" fmla="*/ 6339673 h 6339673"/>
              <a:gd name="connsiteX6" fmla="*/ 28826 w 7141376"/>
              <a:gd name="connsiteY6" fmla="*/ 15212 h 6339673"/>
              <a:gd name="connsiteX0" fmla="*/ 15686 w 7141683"/>
              <a:gd name="connsiteY0" fmla="*/ 15212 h 6339673"/>
              <a:gd name="connsiteX1" fmla="*/ 1771589 w 7141683"/>
              <a:gd name="connsiteY1" fmla="*/ 8637 h 6339673"/>
              <a:gd name="connsiteX2" fmla="*/ 3974311 w 7141683"/>
              <a:gd name="connsiteY2" fmla="*/ 0 h 6339673"/>
              <a:gd name="connsiteX3" fmla="*/ 7141683 w 7141683"/>
              <a:gd name="connsiteY3" fmla="*/ 3164373 h 6339673"/>
              <a:gd name="connsiteX4" fmla="*/ 4017268 w 7141683"/>
              <a:gd name="connsiteY4" fmla="*/ 6326416 h 6339673"/>
              <a:gd name="connsiteX5" fmla="*/ 1037 w 7141683"/>
              <a:gd name="connsiteY5" fmla="*/ 6339673 h 6339673"/>
              <a:gd name="connsiteX6" fmla="*/ 15686 w 7141683"/>
              <a:gd name="connsiteY6" fmla="*/ 15212 h 6339673"/>
              <a:gd name="connsiteX0" fmla="*/ 15686 w 7141683"/>
              <a:gd name="connsiteY0" fmla="*/ 15212 h 6339673"/>
              <a:gd name="connsiteX1" fmla="*/ 1758142 w 7141683"/>
              <a:gd name="connsiteY1" fmla="*/ 8637 h 6339673"/>
              <a:gd name="connsiteX2" fmla="*/ 3974311 w 7141683"/>
              <a:gd name="connsiteY2" fmla="*/ 0 h 6339673"/>
              <a:gd name="connsiteX3" fmla="*/ 7141683 w 7141683"/>
              <a:gd name="connsiteY3" fmla="*/ 3164373 h 6339673"/>
              <a:gd name="connsiteX4" fmla="*/ 4017268 w 7141683"/>
              <a:gd name="connsiteY4" fmla="*/ 6326416 h 6339673"/>
              <a:gd name="connsiteX5" fmla="*/ 1037 w 7141683"/>
              <a:gd name="connsiteY5" fmla="*/ 6339673 h 6339673"/>
              <a:gd name="connsiteX6" fmla="*/ 15686 w 7141683"/>
              <a:gd name="connsiteY6" fmla="*/ 15212 h 6339673"/>
              <a:gd name="connsiteX0" fmla="*/ 15686 w 7141683"/>
              <a:gd name="connsiteY0" fmla="*/ 4099 h 6339673"/>
              <a:gd name="connsiteX1" fmla="*/ 1758142 w 7141683"/>
              <a:gd name="connsiteY1" fmla="*/ 8637 h 6339673"/>
              <a:gd name="connsiteX2" fmla="*/ 3974311 w 7141683"/>
              <a:gd name="connsiteY2" fmla="*/ 0 h 6339673"/>
              <a:gd name="connsiteX3" fmla="*/ 7141683 w 7141683"/>
              <a:gd name="connsiteY3" fmla="*/ 3164373 h 6339673"/>
              <a:gd name="connsiteX4" fmla="*/ 4017268 w 7141683"/>
              <a:gd name="connsiteY4" fmla="*/ 6326416 h 6339673"/>
              <a:gd name="connsiteX5" fmla="*/ 1037 w 7141683"/>
              <a:gd name="connsiteY5" fmla="*/ 6339673 h 6339673"/>
              <a:gd name="connsiteX6" fmla="*/ 15686 w 7141683"/>
              <a:gd name="connsiteY6" fmla="*/ 4099 h 6339673"/>
              <a:gd name="connsiteX0" fmla="*/ 15686 w 7141683"/>
              <a:gd name="connsiteY0" fmla="*/ 6575 h 6342149"/>
              <a:gd name="connsiteX1" fmla="*/ 1758142 w 7141683"/>
              <a:gd name="connsiteY1" fmla="*/ 0 h 6342149"/>
              <a:gd name="connsiteX2" fmla="*/ 3974311 w 7141683"/>
              <a:gd name="connsiteY2" fmla="*/ 2476 h 6342149"/>
              <a:gd name="connsiteX3" fmla="*/ 7141683 w 7141683"/>
              <a:gd name="connsiteY3" fmla="*/ 3166849 h 6342149"/>
              <a:gd name="connsiteX4" fmla="*/ 4017268 w 7141683"/>
              <a:gd name="connsiteY4" fmla="*/ 6328892 h 6342149"/>
              <a:gd name="connsiteX5" fmla="*/ 1037 w 7141683"/>
              <a:gd name="connsiteY5" fmla="*/ 6342149 h 6342149"/>
              <a:gd name="connsiteX6" fmla="*/ 15686 w 7141683"/>
              <a:gd name="connsiteY6" fmla="*/ 6575 h 6342149"/>
              <a:gd name="connsiteX0" fmla="*/ 15686 w 7141683"/>
              <a:gd name="connsiteY0" fmla="*/ 6575 h 6342149"/>
              <a:gd name="connsiteX1" fmla="*/ 1758142 w 7141683"/>
              <a:gd name="connsiteY1" fmla="*/ 0 h 6342149"/>
              <a:gd name="connsiteX2" fmla="*/ 3974311 w 7141683"/>
              <a:gd name="connsiteY2" fmla="*/ 2476 h 6342149"/>
              <a:gd name="connsiteX3" fmla="*/ 7141683 w 7141683"/>
              <a:gd name="connsiteY3" fmla="*/ 3166849 h 6342149"/>
              <a:gd name="connsiteX4" fmla="*/ 4017268 w 7141683"/>
              <a:gd name="connsiteY4" fmla="*/ 6328892 h 6342149"/>
              <a:gd name="connsiteX5" fmla="*/ 1037 w 7141683"/>
              <a:gd name="connsiteY5" fmla="*/ 6342149 h 6342149"/>
              <a:gd name="connsiteX6" fmla="*/ 15686 w 7141683"/>
              <a:gd name="connsiteY6" fmla="*/ 6575 h 6342149"/>
              <a:gd name="connsiteX0" fmla="*/ 15686 w 7141683"/>
              <a:gd name="connsiteY0" fmla="*/ 6575 h 6342149"/>
              <a:gd name="connsiteX1" fmla="*/ 1758142 w 7141683"/>
              <a:gd name="connsiteY1" fmla="*/ 0 h 6342149"/>
              <a:gd name="connsiteX2" fmla="*/ 3974311 w 7141683"/>
              <a:gd name="connsiteY2" fmla="*/ 2476 h 6342149"/>
              <a:gd name="connsiteX3" fmla="*/ 7141683 w 7141683"/>
              <a:gd name="connsiteY3" fmla="*/ 3166849 h 6342149"/>
              <a:gd name="connsiteX4" fmla="*/ 4017268 w 7141683"/>
              <a:gd name="connsiteY4" fmla="*/ 6328892 h 6342149"/>
              <a:gd name="connsiteX5" fmla="*/ 1037 w 7141683"/>
              <a:gd name="connsiteY5" fmla="*/ 6342149 h 6342149"/>
              <a:gd name="connsiteX6" fmla="*/ 15686 w 7141683"/>
              <a:gd name="connsiteY6" fmla="*/ 6575 h 6342149"/>
              <a:gd name="connsiteX0" fmla="*/ 15686 w 7141683"/>
              <a:gd name="connsiteY0" fmla="*/ 6575 h 6342149"/>
              <a:gd name="connsiteX1" fmla="*/ 1758142 w 7141683"/>
              <a:gd name="connsiteY1" fmla="*/ 0 h 6342149"/>
              <a:gd name="connsiteX2" fmla="*/ 3974311 w 7141683"/>
              <a:gd name="connsiteY2" fmla="*/ 2476 h 6342149"/>
              <a:gd name="connsiteX3" fmla="*/ 7141683 w 7141683"/>
              <a:gd name="connsiteY3" fmla="*/ 3166849 h 6342149"/>
              <a:gd name="connsiteX4" fmla="*/ 4017268 w 7141683"/>
              <a:gd name="connsiteY4" fmla="*/ 6328892 h 6342149"/>
              <a:gd name="connsiteX5" fmla="*/ 1037 w 7141683"/>
              <a:gd name="connsiteY5" fmla="*/ 6342149 h 6342149"/>
              <a:gd name="connsiteX6" fmla="*/ 15686 w 7141683"/>
              <a:gd name="connsiteY6" fmla="*/ 6575 h 6342149"/>
              <a:gd name="connsiteX0" fmla="*/ 0 w 7125997"/>
              <a:gd name="connsiteY0" fmla="*/ 6575 h 6342149"/>
              <a:gd name="connsiteX1" fmla="*/ 1742456 w 7125997"/>
              <a:gd name="connsiteY1" fmla="*/ 0 h 6342149"/>
              <a:gd name="connsiteX2" fmla="*/ 3958625 w 7125997"/>
              <a:gd name="connsiteY2" fmla="*/ 2476 h 6342149"/>
              <a:gd name="connsiteX3" fmla="*/ 7125997 w 7125997"/>
              <a:gd name="connsiteY3" fmla="*/ 3166849 h 6342149"/>
              <a:gd name="connsiteX4" fmla="*/ 4001582 w 7125997"/>
              <a:gd name="connsiteY4" fmla="*/ 6328892 h 6342149"/>
              <a:gd name="connsiteX5" fmla="*/ 15039 w 7125997"/>
              <a:gd name="connsiteY5" fmla="*/ 6342149 h 6342149"/>
              <a:gd name="connsiteX6" fmla="*/ 0 w 7125997"/>
              <a:gd name="connsiteY6" fmla="*/ 6575 h 6342149"/>
              <a:gd name="connsiteX0" fmla="*/ 0 w 7120059"/>
              <a:gd name="connsiteY0" fmla="*/ 6575 h 6342149"/>
              <a:gd name="connsiteX1" fmla="*/ 1742456 w 7120059"/>
              <a:gd name="connsiteY1" fmla="*/ 0 h 6342149"/>
              <a:gd name="connsiteX2" fmla="*/ 3958625 w 7120059"/>
              <a:gd name="connsiteY2" fmla="*/ 2476 h 6342149"/>
              <a:gd name="connsiteX3" fmla="*/ 7120059 w 7120059"/>
              <a:gd name="connsiteY3" fmla="*/ 3176663 h 6342149"/>
              <a:gd name="connsiteX4" fmla="*/ 4001582 w 7120059"/>
              <a:gd name="connsiteY4" fmla="*/ 6328892 h 6342149"/>
              <a:gd name="connsiteX5" fmla="*/ 15039 w 7120059"/>
              <a:gd name="connsiteY5" fmla="*/ 6342149 h 6342149"/>
              <a:gd name="connsiteX6" fmla="*/ 0 w 7120059"/>
              <a:gd name="connsiteY6" fmla="*/ 6575 h 6342149"/>
              <a:gd name="connsiteX0" fmla="*/ 0 w 8432595"/>
              <a:gd name="connsiteY0" fmla="*/ 6575 h 6342149"/>
              <a:gd name="connsiteX1" fmla="*/ 1742456 w 8432595"/>
              <a:gd name="connsiteY1" fmla="*/ 0 h 6342149"/>
              <a:gd name="connsiteX2" fmla="*/ 3958625 w 8432595"/>
              <a:gd name="connsiteY2" fmla="*/ 2476 h 6342149"/>
              <a:gd name="connsiteX3" fmla="*/ 8432595 w 8432595"/>
              <a:gd name="connsiteY3" fmla="*/ 2964537 h 6342149"/>
              <a:gd name="connsiteX4" fmla="*/ 4001582 w 8432595"/>
              <a:gd name="connsiteY4" fmla="*/ 6328892 h 6342149"/>
              <a:gd name="connsiteX5" fmla="*/ 15039 w 8432595"/>
              <a:gd name="connsiteY5" fmla="*/ 6342149 h 6342149"/>
              <a:gd name="connsiteX6" fmla="*/ 0 w 8432595"/>
              <a:gd name="connsiteY6" fmla="*/ 6575 h 6342149"/>
              <a:gd name="connsiteX0" fmla="*/ 0 w 8432595"/>
              <a:gd name="connsiteY0" fmla="*/ 17357 h 6352931"/>
              <a:gd name="connsiteX1" fmla="*/ 1742456 w 8432595"/>
              <a:gd name="connsiteY1" fmla="*/ 10782 h 6352931"/>
              <a:gd name="connsiteX2" fmla="*/ 5947316 w 8432595"/>
              <a:gd name="connsiteY2" fmla="*/ 0 h 6352931"/>
              <a:gd name="connsiteX3" fmla="*/ 8432595 w 8432595"/>
              <a:gd name="connsiteY3" fmla="*/ 2975319 h 6352931"/>
              <a:gd name="connsiteX4" fmla="*/ 4001582 w 8432595"/>
              <a:gd name="connsiteY4" fmla="*/ 6339674 h 6352931"/>
              <a:gd name="connsiteX5" fmla="*/ 15039 w 8432595"/>
              <a:gd name="connsiteY5" fmla="*/ 6352931 h 6352931"/>
              <a:gd name="connsiteX6" fmla="*/ 0 w 8432595"/>
              <a:gd name="connsiteY6" fmla="*/ 17357 h 6352931"/>
              <a:gd name="connsiteX0" fmla="*/ 0 w 8432595"/>
              <a:gd name="connsiteY0" fmla="*/ 17357 h 6352931"/>
              <a:gd name="connsiteX1" fmla="*/ 1742456 w 8432595"/>
              <a:gd name="connsiteY1" fmla="*/ 10782 h 6352931"/>
              <a:gd name="connsiteX2" fmla="*/ 5947316 w 8432595"/>
              <a:gd name="connsiteY2" fmla="*/ 0 h 6352931"/>
              <a:gd name="connsiteX3" fmla="*/ 8432595 w 8432595"/>
              <a:gd name="connsiteY3" fmla="*/ 2975319 h 6352931"/>
              <a:gd name="connsiteX4" fmla="*/ 5990272 w 8432595"/>
              <a:gd name="connsiteY4" fmla="*/ 5928677 h 6352931"/>
              <a:gd name="connsiteX5" fmla="*/ 15039 w 8432595"/>
              <a:gd name="connsiteY5" fmla="*/ 6352931 h 6352931"/>
              <a:gd name="connsiteX6" fmla="*/ 0 w 8432595"/>
              <a:gd name="connsiteY6" fmla="*/ 17357 h 6352931"/>
              <a:gd name="connsiteX0" fmla="*/ 12628 w 8445223"/>
              <a:gd name="connsiteY0" fmla="*/ 17357 h 5941934"/>
              <a:gd name="connsiteX1" fmla="*/ 1755084 w 8445223"/>
              <a:gd name="connsiteY1" fmla="*/ 10782 h 5941934"/>
              <a:gd name="connsiteX2" fmla="*/ 5959944 w 8445223"/>
              <a:gd name="connsiteY2" fmla="*/ 0 h 5941934"/>
              <a:gd name="connsiteX3" fmla="*/ 8445223 w 8445223"/>
              <a:gd name="connsiteY3" fmla="*/ 2975319 h 5941934"/>
              <a:gd name="connsiteX4" fmla="*/ 6002900 w 8445223"/>
              <a:gd name="connsiteY4" fmla="*/ 5928677 h 5941934"/>
              <a:gd name="connsiteX5" fmla="*/ 1151 w 8445223"/>
              <a:gd name="connsiteY5" fmla="*/ 5941934 h 5941934"/>
              <a:gd name="connsiteX6" fmla="*/ 12628 w 8445223"/>
              <a:gd name="connsiteY6" fmla="*/ 17357 h 5941934"/>
              <a:gd name="connsiteX0" fmla="*/ 12628 w 8405449"/>
              <a:gd name="connsiteY0" fmla="*/ 17357 h 5941934"/>
              <a:gd name="connsiteX1" fmla="*/ 1755084 w 8405449"/>
              <a:gd name="connsiteY1" fmla="*/ 10782 h 5941934"/>
              <a:gd name="connsiteX2" fmla="*/ 5959944 w 8405449"/>
              <a:gd name="connsiteY2" fmla="*/ 0 h 5941934"/>
              <a:gd name="connsiteX3" fmla="*/ 8405449 w 8405449"/>
              <a:gd name="connsiteY3" fmla="*/ 2988577 h 5941934"/>
              <a:gd name="connsiteX4" fmla="*/ 6002900 w 8405449"/>
              <a:gd name="connsiteY4" fmla="*/ 5928677 h 5941934"/>
              <a:gd name="connsiteX5" fmla="*/ 1151 w 8405449"/>
              <a:gd name="connsiteY5" fmla="*/ 5941934 h 5941934"/>
              <a:gd name="connsiteX6" fmla="*/ 12628 w 8405449"/>
              <a:gd name="connsiteY6" fmla="*/ 17357 h 5941934"/>
              <a:gd name="connsiteX0" fmla="*/ 12628 w 8405449"/>
              <a:gd name="connsiteY0" fmla="*/ 6575 h 5931152"/>
              <a:gd name="connsiteX1" fmla="*/ 1755084 w 8405449"/>
              <a:gd name="connsiteY1" fmla="*/ 0 h 5931152"/>
              <a:gd name="connsiteX2" fmla="*/ 5986460 w 8405449"/>
              <a:gd name="connsiteY2" fmla="*/ 2476 h 5931152"/>
              <a:gd name="connsiteX3" fmla="*/ 8405449 w 8405449"/>
              <a:gd name="connsiteY3" fmla="*/ 2977795 h 5931152"/>
              <a:gd name="connsiteX4" fmla="*/ 6002900 w 8405449"/>
              <a:gd name="connsiteY4" fmla="*/ 5917895 h 5931152"/>
              <a:gd name="connsiteX5" fmla="*/ 1151 w 8405449"/>
              <a:gd name="connsiteY5" fmla="*/ 5931152 h 5931152"/>
              <a:gd name="connsiteX6" fmla="*/ 12628 w 8405449"/>
              <a:gd name="connsiteY6" fmla="*/ 6575 h 5931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405449" h="5931152">
                <a:moveTo>
                  <a:pt x="12628" y="6575"/>
                </a:moveTo>
                <a:lnTo>
                  <a:pt x="1755084" y="0"/>
                </a:lnTo>
                <a:lnTo>
                  <a:pt x="5986460" y="2476"/>
                </a:lnTo>
                <a:lnTo>
                  <a:pt x="8405449" y="2977795"/>
                </a:lnTo>
                <a:lnTo>
                  <a:pt x="6002900" y="5917895"/>
                </a:lnTo>
                <a:lnTo>
                  <a:pt x="1151" y="5931152"/>
                </a:lnTo>
                <a:cubicBezTo>
                  <a:pt x="-5526" y="3862772"/>
                  <a:pt x="19305" y="2074955"/>
                  <a:pt x="12628" y="6575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anchor="ctr">
            <a:normAutofit/>
          </a:bodyPr>
          <a:lstStyle>
            <a:lvl1pPr algn="ctr">
              <a:defRPr sz="1100" b="0" i="0">
                <a:solidFill>
                  <a:schemeClr val="tx1"/>
                </a:solidFill>
                <a:latin typeface="Lato" panose="020F0502020204030203" pitchFamily="34" charset="77"/>
                <a:ea typeface="Lato" panose="020F0502020204030203" pitchFamily="34" charset="77"/>
                <a:cs typeface="Lato" panose="020F0502020204030203" pitchFamily="34" charset="77"/>
              </a:defRPr>
            </a:lvl1pPr>
          </a:lstStyle>
          <a:p>
            <a:r>
              <a:rPr lang="en-US"/>
              <a:t>Click icon to add photo.</a:t>
            </a:r>
          </a:p>
          <a:p>
            <a:r>
              <a:rPr lang="en-US"/>
              <a:t>Or drag photo into this space.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8B475713-0B6B-C0A9-71F3-66CFA0B2FFE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15695" y="4554448"/>
            <a:ext cx="5167587" cy="677713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971" b="0" i="0" cap="all" spc="181" baseline="0">
                <a:solidFill>
                  <a:schemeClr val="bg1"/>
                </a:solidFill>
                <a:latin typeface="Lato" panose="020F0502020204030203" pitchFamily="34" charset="77"/>
                <a:ea typeface="Lato" panose="020F0502020204030203" pitchFamily="34" charset="77"/>
                <a:cs typeface="Lato" panose="020F0502020204030203" pitchFamily="34" charset="77"/>
              </a:defRPr>
            </a:lvl1pPr>
            <a:lvl2pPr>
              <a:defRPr sz="971" b="0" i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 sz="971" b="0" i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 sz="971" b="0" i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 sz="971" b="0" i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Name</a:t>
            </a:r>
          </a:p>
          <a:p>
            <a:pPr lvl="0"/>
            <a:r>
              <a:rPr lang="en-US"/>
              <a:t>Company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D411E7-5531-2123-508C-68B3A3ACB8C6}"/>
              </a:ext>
            </a:extLst>
          </p:cNvPr>
          <p:cNvSpPr txBox="1"/>
          <p:nvPr userDrawn="1"/>
        </p:nvSpPr>
        <p:spPr>
          <a:xfrm>
            <a:off x="11282127" y="4233233"/>
            <a:ext cx="451149" cy="9989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6670"/>
              </a:lnSpc>
            </a:pPr>
            <a:r>
              <a:rPr lang="en-US" sz="9600" b="0" i="0" spc="-181">
                <a:solidFill>
                  <a:schemeClr val="bg2"/>
                </a:solidFill>
                <a:latin typeface="Lato" panose="020F0502020204030203" pitchFamily="34" charset="77"/>
                <a:ea typeface="Lato" panose="020F0502020204030203" pitchFamily="34" charset="0"/>
                <a:cs typeface="Lato" panose="020F0502020204030203" pitchFamily="34" charset="0"/>
              </a:rPr>
              <a:t>”</a:t>
            </a: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6D7DACEA-3CED-02EE-2F7B-4E39E056E3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 i="0">
                <a:latin typeface="Lato" panose="020F0502020204030203" pitchFamily="34" charset="77"/>
              </a:defRPr>
            </a:lvl1pPr>
          </a:lstStyle>
          <a:p>
            <a:r>
              <a:rPr lang="en-US"/>
              <a:t>Create your headline with </a:t>
            </a:r>
            <a:r>
              <a:rPr lang="en-US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word emphasis</a:t>
            </a:r>
            <a:endParaRPr lang="en-US"/>
          </a:p>
        </p:txBody>
      </p:sp>
      <p:sp>
        <p:nvSpPr>
          <p:cNvPr id="24" name="Date Placeholder 23">
            <a:extLst>
              <a:ext uri="{FF2B5EF4-FFF2-40B4-BE49-F238E27FC236}">
                <a16:creationId xmlns:a16="http://schemas.microsoft.com/office/drawing/2014/main" id="{49B8CEF6-8176-7426-B1AD-B9FE9F3E42C3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5" name="Footer Placeholder 24">
            <a:extLst>
              <a:ext uri="{FF2B5EF4-FFF2-40B4-BE49-F238E27FC236}">
                <a16:creationId xmlns:a16="http://schemas.microsoft.com/office/drawing/2014/main" id="{4CDC56B1-517E-7A67-1B42-F5B3F4000632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US"/>
              <a:t>Copyright © 2026 Kinaxis. All Rights Reserved. Access limited to internal use only.</a:t>
            </a:r>
          </a:p>
        </p:txBody>
      </p:sp>
      <p:sp>
        <p:nvSpPr>
          <p:cNvPr id="26" name="Slide Number Placeholder 25">
            <a:extLst>
              <a:ext uri="{FF2B5EF4-FFF2-40B4-BE49-F238E27FC236}">
                <a16:creationId xmlns:a16="http://schemas.microsoft.com/office/drawing/2014/main" id="{0B3717D5-E9D8-1838-3B3B-2DD4BC3CA1A6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F1488A8B-C121-C846-AEE5-0D98B869D111}" type="slidenum">
              <a:rPr lang="en-US" sz="800" smtClean="0">
                <a:cs typeface="Calibri" panose="020F0502020204030204" pitchFamily="34" charset="0"/>
              </a:rPr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8414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Card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bject 2">
            <a:extLst>
              <a:ext uri="{FF2B5EF4-FFF2-40B4-BE49-F238E27FC236}">
                <a16:creationId xmlns:a16="http://schemas.microsoft.com/office/drawing/2014/main" id="{911AD04F-F596-D6A2-5CB3-F3290A829F79}"/>
              </a:ext>
            </a:extLst>
          </p:cNvPr>
          <p:cNvSpPr/>
          <p:nvPr userDrawn="1"/>
        </p:nvSpPr>
        <p:spPr>
          <a:xfrm>
            <a:off x="0" y="1526153"/>
            <a:ext cx="12192000" cy="4546645"/>
          </a:xfrm>
          <a:custGeom>
            <a:avLst/>
            <a:gdLst/>
            <a:ahLst/>
            <a:cxnLst/>
            <a:rect l="l" t="t" r="r" b="b"/>
            <a:pathLst>
              <a:path w="20104100" h="7183120">
                <a:moveTo>
                  <a:pt x="20104099" y="0"/>
                </a:moveTo>
                <a:lnTo>
                  <a:pt x="0" y="0"/>
                </a:lnTo>
                <a:lnTo>
                  <a:pt x="0" y="7183027"/>
                </a:lnTo>
                <a:lnTo>
                  <a:pt x="20104099" y="7183027"/>
                </a:lnTo>
                <a:lnTo>
                  <a:pt x="20104099" y="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Vertical Text Placeholder 22">
            <a:extLst>
              <a:ext uri="{FF2B5EF4-FFF2-40B4-BE49-F238E27FC236}">
                <a16:creationId xmlns:a16="http://schemas.microsoft.com/office/drawing/2014/main" id="{AD4B79BE-783C-48AC-E7FC-EAEF61E0CF38}"/>
              </a:ext>
            </a:extLst>
          </p:cNvPr>
          <p:cNvSpPr>
            <a:spLocks noGrp="1"/>
          </p:cNvSpPr>
          <p:nvPr>
            <p:ph type="body" orient="vert" sz="quarter" idx="66" hasCustomPrompt="1"/>
          </p:nvPr>
        </p:nvSpPr>
        <p:spPr>
          <a:xfrm>
            <a:off x="7590545" y="1940157"/>
            <a:ext cx="2278639" cy="3704351"/>
          </a:xfrm>
          <a:custGeom>
            <a:avLst/>
            <a:gdLst>
              <a:gd name="connsiteX0" fmla="*/ 204004 w 3757380"/>
              <a:gd name="connsiteY0" fmla="*/ 0 h 6108749"/>
              <a:gd name="connsiteX1" fmla="*/ 262215 w 3757380"/>
              <a:gd name="connsiteY1" fmla="*/ 0 h 6108749"/>
              <a:gd name="connsiteX2" fmla="*/ 491598 w 3757380"/>
              <a:gd name="connsiteY2" fmla="*/ 0 h 6108749"/>
              <a:gd name="connsiteX3" fmla="*/ 631872 w 3757380"/>
              <a:gd name="connsiteY3" fmla="*/ 0 h 6108749"/>
              <a:gd name="connsiteX4" fmla="*/ 1038131 w 3757380"/>
              <a:gd name="connsiteY4" fmla="*/ 0 h 6108749"/>
              <a:gd name="connsiteX5" fmla="*/ 1318997 w 3757380"/>
              <a:gd name="connsiteY5" fmla="*/ 0 h 6108749"/>
              <a:gd name="connsiteX6" fmla="*/ 1325725 w 3757380"/>
              <a:gd name="connsiteY6" fmla="*/ 0 h 6108749"/>
              <a:gd name="connsiteX7" fmla="*/ 1599142 w 3757380"/>
              <a:gd name="connsiteY7" fmla="*/ 0 h 6108749"/>
              <a:gd name="connsiteX8" fmla="*/ 1695362 w 3757380"/>
              <a:gd name="connsiteY8" fmla="*/ 0 h 6108749"/>
              <a:gd name="connsiteX9" fmla="*/ 2055445 w 3757380"/>
              <a:gd name="connsiteY9" fmla="*/ 0 h 6108749"/>
              <a:gd name="connsiteX10" fmla="*/ 2153124 w 3757380"/>
              <a:gd name="connsiteY10" fmla="*/ 0 h 6108749"/>
              <a:gd name="connsiteX11" fmla="*/ 2433269 w 3757380"/>
              <a:gd name="connsiteY11" fmla="*/ 0 h 6108749"/>
              <a:gd name="connsiteX12" fmla="*/ 2434098 w 3757380"/>
              <a:gd name="connsiteY12" fmla="*/ 0 h 6108749"/>
              <a:gd name="connsiteX13" fmla="*/ 2714135 w 3757380"/>
              <a:gd name="connsiteY13" fmla="*/ 0 h 6108749"/>
              <a:gd name="connsiteX14" fmla="*/ 3128649 w 3757380"/>
              <a:gd name="connsiteY14" fmla="*/ 0 h 6108749"/>
              <a:gd name="connsiteX15" fmla="*/ 3268225 w 3757380"/>
              <a:gd name="connsiteY15" fmla="*/ 0 h 6108749"/>
              <a:gd name="connsiteX16" fmla="*/ 3488592 w 3757380"/>
              <a:gd name="connsiteY16" fmla="*/ 0 h 6108749"/>
              <a:gd name="connsiteX17" fmla="*/ 3548262 w 3757380"/>
              <a:gd name="connsiteY17" fmla="*/ 0 h 6108749"/>
              <a:gd name="connsiteX18" fmla="*/ 3752266 w 3757380"/>
              <a:gd name="connsiteY18" fmla="*/ 204004 h 6108749"/>
              <a:gd name="connsiteX19" fmla="*/ 3752266 w 3757380"/>
              <a:gd name="connsiteY19" fmla="*/ 469787 h 6108749"/>
              <a:gd name="connsiteX20" fmla="*/ 3753864 w 3757380"/>
              <a:gd name="connsiteY20" fmla="*/ 485639 h 6108749"/>
              <a:gd name="connsiteX21" fmla="*/ 3753864 w 3757380"/>
              <a:gd name="connsiteY21" fmla="*/ 2465070 h 6108749"/>
              <a:gd name="connsiteX22" fmla="*/ 3753864 w 3757380"/>
              <a:gd name="connsiteY22" fmla="*/ 3074444 h 6108749"/>
              <a:gd name="connsiteX23" fmla="*/ 3757380 w 3757380"/>
              <a:gd name="connsiteY23" fmla="*/ 3109322 h 6108749"/>
              <a:gd name="connsiteX24" fmla="*/ 3757380 w 3757380"/>
              <a:gd name="connsiteY24" fmla="*/ 3925314 h 6108749"/>
              <a:gd name="connsiteX25" fmla="*/ 3753864 w 3757380"/>
              <a:gd name="connsiteY25" fmla="*/ 3960192 h 6108749"/>
              <a:gd name="connsiteX26" fmla="*/ 3753864 w 3757380"/>
              <a:gd name="connsiteY26" fmla="*/ 4553485 h 6108749"/>
              <a:gd name="connsiteX27" fmla="*/ 3757380 w 3757380"/>
              <a:gd name="connsiteY27" fmla="*/ 4593575 h 6108749"/>
              <a:gd name="connsiteX28" fmla="*/ 3757380 w 3757380"/>
              <a:gd name="connsiteY28" fmla="*/ 5088753 h 6108749"/>
              <a:gd name="connsiteX29" fmla="*/ 3757380 w 3757380"/>
              <a:gd name="connsiteY29" fmla="*/ 5799086 h 6108749"/>
              <a:gd name="connsiteX30" fmla="*/ 3757380 w 3757380"/>
              <a:gd name="connsiteY30" fmla="*/ 5904745 h 6108749"/>
              <a:gd name="connsiteX31" fmla="*/ 3553376 w 3757380"/>
              <a:gd name="connsiteY31" fmla="*/ 6108749 h 6108749"/>
              <a:gd name="connsiteX32" fmla="*/ 3268225 w 3757380"/>
              <a:gd name="connsiteY32" fmla="*/ 6108749 h 6108749"/>
              <a:gd name="connsiteX33" fmla="*/ 2719250 w 3757380"/>
              <a:gd name="connsiteY33" fmla="*/ 6108749 h 6108749"/>
              <a:gd name="connsiteX34" fmla="*/ 2438383 w 3757380"/>
              <a:gd name="connsiteY34" fmla="*/ 6108749 h 6108749"/>
              <a:gd name="connsiteX35" fmla="*/ 2434099 w 3757380"/>
              <a:gd name="connsiteY35" fmla="*/ 6108749 h 6108749"/>
              <a:gd name="connsiteX36" fmla="*/ 2158238 w 3757380"/>
              <a:gd name="connsiteY36" fmla="*/ 6108749 h 6108749"/>
              <a:gd name="connsiteX37" fmla="*/ 1604257 w 3757380"/>
              <a:gd name="connsiteY37" fmla="*/ 6108749 h 6108749"/>
              <a:gd name="connsiteX38" fmla="*/ 1325725 w 3757380"/>
              <a:gd name="connsiteY38" fmla="*/ 6108749 h 6108749"/>
              <a:gd name="connsiteX39" fmla="*/ 1324112 w 3757380"/>
              <a:gd name="connsiteY39" fmla="*/ 6108749 h 6108749"/>
              <a:gd name="connsiteX40" fmla="*/ 1043245 w 3757380"/>
              <a:gd name="connsiteY40" fmla="*/ 6108749 h 6108749"/>
              <a:gd name="connsiteX41" fmla="*/ 491599 w 3757380"/>
              <a:gd name="connsiteY41" fmla="*/ 6108749 h 6108749"/>
              <a:gd name="connsiteX42" fmla="*/ 209119 w 3757380"/>
              <a:gd name="connsiteY42" fmla="*/ 6108749 h 6108749"/>
              <a:gd name="connsiteX43" fmla="*/ 5115 w 3757380"/>
              <a:gd name="connsiteY43" fmla="*/ 5904745 h 6108749"/>
              <a:gd name="connsiteX44" fmla="*/ 5115 w 3757380"/>
              <a:gd name="connsiteY44" fmla="*/ 5088753 h 6108749"/>
              <a:gd name="connsiteX45" fmla="*/ 5960 w 3757380"/>
              <a:gd name="connsiteY45" fmla="*/ 5080371 h 6108749"/>
              <a:gd name="connsiteX46" fmla="*/ 5960 w 3757380"/>
              <a:gd name="connsiteY46" fmla="*/ 3933706 h 6108749"/>
              <a:gd name="connsiteX47" fmla="*/ 5114 w 3757380"/>
              <a:gd name="connsiteY47" fmla="*/ 3925314 h 6108749"/>
              <a:gd name="connsiteX48" fmla="*/ 5114 w 3757380"/>
              <a:gd name="connsiteY48" fmla="*/ 3109322 h 6108749"/>
              <a:gd name="connsiteX49" fmla="*/ 5959 w 3757380"/>
              <a:gd name="connsiteY49" fmla="*/ 3100940 h 6108749"/>
              <a:gd name="connsiteX50" fmla="*/ 5959 w 3757380"/>
              <a:gd name="connsiteY50" fmla="*/ 3046383 h 6108749"/>
              <a:gd name="connsiteX51" fmla="*/ 4146 w 3757380"/>
              <a:gd name="connsiteY51" fmla="*/ 3040541 h 6108749"/>
              <a:gd name="connsiteX52" fmla="*/ 1 w 3757380"/>
              <a:gd name="connsiteY52" fmla="*/ 2999427 h 6108749"/>
              <a:gd name="connsiteX53" fmla="*/ 1 w 3757380"/>
              <a:gd name="connsiteY53" fmla="*/ 2183435 h 6108749"/>
              <a:gd name="connsiteX54" fmla="*/ 4146 w 3757380"/>
              <a:gd name="connsiteY54" fmla="*/ 2142322 h 6108749"/>
              <a:gd name="connsiteX55" fmla="*/ 5959 w 3757380"/>
              <a:gd name="connsiteY55" fmla="*/ 2136481 h 6108749"/>
              <a:gd name="connsiteX56" fmla="*/ 5959 w 3757380"/>
              <a:gd name="connsiteY56" fmla="*/ 1569975 h 6108749"/>
              <a:gd name="connsiteX57" fmla="*/ 5328 w 3757380"/>
              <a:gd name="connsiteY57" fmla="*/ 1567637 h 6108749"/>
              <a:gd name="connsiteX58" fmla="*/ 0 w 3757380"/>
              <a:gd name="connsiteY58" fmla="*/ 1506897 h 6108749"/>
              <a:gd name="connsiteX59" fmla="*/ 0 w 3757380"/>
              <a:gd name="connsiteY59" fmla="*/ 1019996 h 6108749"/>
              <a:gd name="connsiteX60" fmla="*/ 0 w 3757380"/>
              <a:gd name="connsiteY60" fmla="*/ 301386 h 6108749"/>
              <a:gd name="connsiteX61" fmla="*/ 0 w 3757380"/>
              <a:gd name="connsiteY61" fmla="*/ 204004 h 6108749"/>
              <a:gd name="connsiteX62" fmla="*/ 204004 w 3757380"/>
              <a:gd name="connsiteY62" fmla="*/ 0 h 61087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</a:cxnLst>
            <a:rect l="l" t="t" r="r" b="b"/>
            <a:pathLst>
              <a:path w="3757380" h="6108749">
                <a:moveTo>
                  <a:pt x="204004" y="0"/>
                </a:moveTo>
                <a:lnTo>
                  <a:pt x="262215" y="0"/>
                </a:lnTo>
                <a:lnTo>
                  <a:pt x="491598" y="0"/>
                </a:lnTo>
                <a:lnTo>
                  <a:pt x="631872" y="0"/>
                </a:lnTo>
                <a:lnTo>
                  <a:pt x="1038131" y="0"/>
                </a:lnTo>
                <a:lnTo>
                  <a:pt x="1318997" y="0"/>
                </a:lnTo>
                <a:lnTo>
                  <a:pt x="1325725" y="0"/>
                </a:lnTo>
                <a:lnTo>
                  <a:pt x="1599142" y="0"/>
                </a:lnTo>
                <a:lnTo>
                  <a:pt x="1695362" y="0"/>
                </a:lnTo>
                <a:lnTo>
                  <a:pt x="2055445" y="0"/>
                </a:lnTo>
                <a:lnTo>
                  <a:pt x="2153124" y="0"/>
                </a:lnTo>
                <a:lnTo>
                  <a:pt x="2433269" y="0"/>
                </a:lnTo>
                <a:lnTo>
                  <a:pt x="2434098" y="0"/>
                </a:lnTo>
                <a:lnTo>
                  <a:pt x="2714135" y="0"/>
                </a:lnTo>
                <a:lnTo>
                  <a:pt x="3128649" y="0"/>
                </a:lnTo>
                <a:lnTo>
                  <a:pt x="3268225" y="0"/>
                </a:lnTo>
                <a:lnTo>
                  <a:pt x="3488592" y="0"/>
                </a:lnTo>
                <a:lnTo>
                  <a:pt x="3548262" y="0"/>
                </a:lnTo>
                <a:cubicBezTo>
                  <a:pt x="3660930" y="0"/>
                  <a:pt x="3752266" y="91336"/>
                  <a:pt x="3752266" y="204004"/>
                </a:cubicBezTo>
                <a:lnTo>
                  <a:pt x="3752266" y="469787"/>
                </a:lnTo>
                <a:lnTo>
                  <a:pt x="3753864" y="485639"/>
                </a:lnTo>
                <a:lnTo>
                  <a:pt x="3753864" y="2465070"/>
                </a:lnTo>
                <a:lnTo>
                  <a:pt x="3753864" y="3074444"/>
                </a:lnTo>
                <a:lnTo>
                  <a:pt x="3757380" y="3109322"/>
                </a:lnTo>
                <a:lnTo>
                  <a:pt x="3757380" y="3925314"/>
                </a:lnTo>
                <a:lnTo>
                  <a:pt x="3753864" y="3960192"/>
                </a:lnTo>
                <a:lnTo>
                  <a:pt x="3753864" y="4553485"/>
                </a:lnTo>
                <a:lnTo>
                  <a:pt x="3757380" y="4593575"/>
                </a:lnTo>
                <a:lnTo>
                  <a:pt x="3757380" y="5088753"/>
                </a:lnTo>
                <a:lnTo>
                  <a:pt x="3757380" y="5799086"/>
                </a:lnTo>
                <a:lnTo>
                  <a:pt x="3757380" y="5904745"/>
                </a:lnTo>
                <a:cubicBezTo>
                  <a:pt x="3757380" y="6017413"/>
                  <a:pt x="3666044" y="6108749"/>
                  <a:pt x="3553376" y="6108749"/>
                </a:cubicBezTo>
                <a:lnTo>
                  <a:pt x="3268225" y="6108749"/>
                </a:lnTo>
                <a:lnTo>
                  <a:pt x="2719250" y="6108749"/>
                </a:lnTo>
                <a:lnTo>
                  <a:pt x="2438383" y="6108749"/>
                </a:lnTo>
                <a:lnTo>
                  <a:pt x="2434099" y="6108749"/>
                </a:lnTo>
                <a:lnTo>
                  <a:pt x="2158238" y="6108749"/>
                </a:lnTo>
                <a:lnTo>
                  <a:pt x="1604257" y="6108749"/>
                </a:lnTo>
                <a:lnTo>
                  <a:pt x="1325725" y="6108749"/>
                </a:lnTo>
                <a:lnTo>
                  <a:pt x="1324112" y="6108749"/>
                </a:lnTo>
                <a:lnTo>
                  <a:pt x="1043245" y="6108749"/>
                </a:lnTo>
                <a:lnTo>
                  <a:pt x="491599" y="6108749"/>
                </a:lnTo>
                <a:lnTo>
                  <a:pt x="209119" y="6108749"/>
                </a:lnTo>
                <a:cubicBezTo>
                  <a:pt x="96451" y="6108749"/>
                  <a:pt x="5115" y="6017413"/>
                  <a:pt x="5115" y="5904745"/>
                </a:cubicBezTo>
                <a:lnTo>
                  <a:pt x="5115" y="5088753"/>
                </a:lnTo>
                <a:lnTo>
                  <a:pt x="5960" y="5080371"/>
                </a:lnTo>
                <a:lnTo>
                  <a:pt x="5960" y="3933706"/>
                </a:lnTo>
                <a:lnTo>
                  <a:pt x="5114" y="3925314"/>
                </a:lnTo>
                <a:lnTo>
                  <a:pt x="5114" y="3109322"/>
                </a:lnTo>
                <a:lnTo>
                  <a:pt x="5959" y="3100940"/>
                </a:lnTo>
                <a:lnTo>
                  <a:pt x="5959" y="3046383"/>
                </a:lnTo>
                <a:lnTo>
                  <a:pt x="4146" y="3040541"/>
                </a:lnTo>
                <a:cubicBezTo>
                  <a:pt x="1428" y="3027260"/>
                  <a:pt x="1" y="3013510"/>
                  <a:pt x="1" y="2999427"/>
                </a:cubicBezTo>
                <a:lnTo>
                  <a:pt x="1" y="2183435"/>
                </a:lnTo>
                <a:cubicBezTo>
                  <a:pt x="1" y="2169352"/>
                  <a:pt x="1428" y="2155602"/>
                  <a:pt x="4146" y="2142322"/>
                </a:cubicBezTo>
                <a:lnTo>
                  <a:pt x="5959" y="2136481"/>
                </a:lnTo>
                <a:lnTo>
                  <a:pt x="5959" y="1569975"/>
                </a:lnTo>
                <a:lnTo>
                  <a:pt x="5328" y="1567637"/>
                </a:lnTo>
                <a:cubicBezTo>
                  <a:pt x="1834" y="1548016"/>
                  <a:pt x="0" y="1527702"/>
                  <a:pt x="0" y="1506897"/>
                </a:cubicBezTo>
                <a:lnTo>
                  <a:pt x="0" y="1019996"/>
                </a:lnTo>
                <a:lnTo>
                  <a:pt x="0" y="301386"/>
                </a:lnTo>
                <a:lnTo>
                  <a:pt x="0" y="204004"/>
                </a:lnTo>
                <a:cubicBezTo>
                  <a:pt x="0" y="91336"/>
                  <a:pt x="91336" y="0"/>
                  <a:pt x="204004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vert="eaVert" wrap="square">
            <a:noAutofit/>
          </a:bodyPr>
          <a:lstStyle>
            <a:lvl1pPr>
              <a:defRPr b="0" i="0">
                <a:solidFill>
                  <a:srgbClr val="010233"/>
                </a:solidFill>
                <a:latin typeface="Lato" panose="020F0502020204030203" pitchFamily="34" charset="77"/>
              </a:defRPr>
            </a:lvl1pPr>
          </a:lstStyle>
          <a:p>
            <a:pPr marL="0" marR="0" lvl="0" indent="0" defTabSz="55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 </a:t>
            </a:r>
          </a:p>
        </p:txBody>
      </p:sp>
      <p:sp>
        <p:nvSpPr>
          <p:cNvPr id="22" name="Vertical Text Placeholder 21">
            <a:extLst>
              <a:ext uri="{FF2B5EF4-FFF2-40B4-BE49-F238E27FC236}">
                <a16:creationId xmlns:a16="http://schemas.microsoft.com/office/drawing/2014/main" id="{B42E96D4-D604-4F1A-6A69-0F520538EB8F}"/>
              </a:ext>
            </a:extLst>
          </p:cNvPr>
          <p:cNvSpPr>
            <a:spLocks noGrp="1"/>
          </p:cNvSpPr>
          <p:nvPr>
            <p:ph type="body" orient="vert" sz="quarter" idx="65" hasCustomPrompt="1"/>
          </p:nvPr>
        </p:nvSpPr>
        <p:spPr>
          <a:xfrm>
            <a:off x="4956682" y="1950420"/>
            <a:ext cx="2278639" cy="3704351"/>
          </a:xfrm>
          <a:custGeom>
            <a:avLst/>
            <a:gdLst>
              <a:gd name="connsiteX0" fmla="*/ 204004 w 3757380"/>
              <a:gd name="connsiteY0" fmla="*/ 0 h 6108749"/>
              <a:gd name="connsiteX1" fmla="*/ 262215 w 3757380"/>
              <a:gd name="connsiteY1" fmla="*/ 0 h 6108749"/>
              <a:gd name="connsiteX2" fmla="*/ 491598 w 3757380"/>
              <a:gd name="connsiteY2" fmla="*/ 0 h 6108749"/>
              <a:gd name="connsiteX3" fmla="*/ 631872 w 3757380"/>
              <a:gd name="connsiteY3" fmla="*/ 0 h 6108749"/>
              <a:gd name="connsiteX4" fmla="*/ 1038131 w 3757380"/>
              <a:gd name="connsiteY4" fmla="*/ 0 h 6108749"/>
              <a:gd name="connsiteX5" fmla="*/ 1318997 w 3757380"/>
              <a:gd name="connsiteY5" fmla="*/ 0 h 6108749"/>
              <a:gd name="connsiteX6" fmla="*/ 1325725 w 3757380"/>
              <a:gd name="connsiteY6" fmla="*/ 0 h 6108749"/>
              <a:gd name="connsiteX7" fmla="*/ 1599142 w 3757380"/>
              <a:gd name="connsiteY7" fmla="*/ 0 h 6108749"/>
              <a:gd name="connsiteX8" fmla="*/ 1695362 w 3757380"/>
              <a:gd name="connsiteY8" fmla="*/ 0 h 6108749"/>
              <a:gd name="connsiteX9" fmla="*/ 2055445 w 3757380"/>
              <a:gd name="connsiteY9" fmla="*/ 0 h 6108749"/>
              <a:gd name="connsiteX10" fmla="*/ 2153124 w 3757380"/>
              <a:gd name="connsiteY10" fmla="*/ 0 h 6108749"/>
              <a:gd name="connsiteX11" fmla="*/ 2433269 w 3757380"/>
              <a:gd name="connsiteY11" fmla="*/ 0 h 6108749"/>
              <a:gd name="connsiteX12" fmla="*/ 2434098 w 3757380"/>
              <a:gd name="connsiteY12" fmla="*/ 0 h 6108749"/>
              <a:gd name="connsiteX13" fmla="*/ 2714135 w 3757380"/>
              <a:gd name="connsiteY13" fmla="*/ 0 h 6108749"/>
              <a:gd name="connsiteX14" fmla="*/ 3128649 w 3757380"/>
              <a:gd name="connsiteY14" fmla="*/ 0 h 6108749"/>
              <a:gd name="connsiteX15" fmla="*/ 3268225 w 3757380"/>
              <a:gd name="connsiteY15" fmla="*/ 0 h 6108749"/>
              <a:gd name="connsiteX16" fmla="*/ 3488592 w 3757380"/>
              <a:gd name="connsiteY16" fmla="*/ 0 h 6108749"/>
              <a:gd name="connsiteX17" fmla="*/ 3548262 w 3757380"/>
              <a:gd name="connsiteY17" fmla="*/ 0 h 6108749"/>
              <a:gd name="connsiteX18" fmla="*/ 3752266 w 3757380"/>
              <a:gd name="connsiteY18" fmla="*/ 204004 h 6108749"/>
              <a:gd name="connsiteX19" fmla="*/ 3752266 w 3757380"/>
              <a:gd name="connsiteY19" fmla="*/ 469787 h 6108749"/>
              <a:gd name="connsiteX20" fmla="*/ 3753864 w 3757380"/>
              <a:gd name="connsiteY20" fmla="*/ 485639 h 6108749"/>
              <a:gd name="connsiteX21" fmla="*/ 3753864 w 3757380"/>
              <a:gd name="connsiteY21" fmla="*/ 2465070 h 6108749"/>
              <a:gd name="connsiteX22" fmla="*/ 3753864 w 3757380"/>
              <a:gd name="connsiteY22" fmla="*/ 3074444 h 6108749"/>
              <a:gd name="connsiteX23" fmla="*/ 3757380 w 3757380"/>
              <a:gd name="connsiteY23" fmla="*/ 3109322 h 6108749"/>
              <a:gd name="connsiteX24" fmla="*/ 3757380 w 3757380"/>
              <a:gd name="connsiteY24" fmla="*/ 3925314 h 6108749"/>
              <a:gd name="connsiteX25" fmla="*/ 3753864 w 3757380"/>
              <a:gd name="connsiteY25" fmla="*/ 3960192 h 6108749"/>
              <a:gd name="connsiteX26" fmla="*/ 3753864 w 3757380"/>
              <a:gd name="connsiteY26" fmla="*/ 4553485 h 6108749"/>
              <a:gd name="connsiteX27" fmla="*/ 3757380 w 3757380"/>
              <a:gd name="connsiteY27" fmla="*/ 4593575 h 6108749"/>
              <a:gd name="connsiteX28" fmla="*/ 3757380 w 3757380"/>
              <a:gd name="connsiteY28" fmla="*/ 5088753 h 6108749"/>
              <a:gd name="connsiteX29" fmla="*/ 3757380 w 3757380"/>
              <a:gd name="connsiteY29" fmla="*/ 5799086 h 6108749"/>
              <a:gd name="connsiteX30" fmla="*/ 3757380 w 3757380"/>
              <a:gd name="connsiteY30" fmla="*/ 5904745 h 6108749"/>
              <a:gd name="connsiteX31" fmla="*/ 3553376 w 3757380"/>
              <a:gd name="connsiteY31" fmla="*/ 6108749 h 6108749"/>
              <a:gd name="connsiteX32" fmla="*/ 3268225 w 3757380"/>
              <a:gd name="connsiteY32" fmla="*/ 6108749 h 6108749"/>
              <a:gd name="connsiteX33" fmla="*/ 2719250 w 3757380"/>
              <a:gd name="connsiteY33" fmla="*/ 6108749 h 6108749"/>
              <a:gd name="connsiteX34" fmla="*/ 2438383 w 3757380"/>
              <a:gd name="connsiteY34" fmla="*/ 6108749 h 6108749"/>
              <a:gd name="connsiteX35" fmla="*/ 2434099 w 3757380"/>
              <a:gd name="connsiteY35" fmla="*/ 6108749 h 6108749"/>
              <a:gd name="connsiteX36" fmla="*/ 2158238 w 3757380"/>
              <a:gd name="connsiteY36" fmla="*/ 6108749 h 6108749"/>
              <a:gd name="connsiteX37" fmla="*/ 1604257 w 3757380"/>
              <a:gd name="connsiteY37" fmla="*/ 6108749 h 6108749"/>
              <a:gd name="connsiteX38" fmla="*/ 1325725 w 3757380"/>
              <a:gd name="connsiteY38" fmla="*/ 6108749 h 6108749"/>
              <a:gd name="connsiteX39" fmla="*/ 1324112 w 3757380"/>
              <a:gd name="connsiteY39" fmla="*/ 6108749 h 6108749"/>
              <a:gd name="connsiteX40" fmla="*/ 1043245 w 3757380"/>
              <a:gd name="connsiteY40" fmla="*/ 6108749 h 6108749"/>
              <a:gd name="connsiteX41" fmla="*/ 491599 w 3757380"/>
              <a:gd name="connsiteY41" fmla="*/ 6108749 h 6108749"/>
              <a:gd name="connsiteX42" fmla="*/ 209119 w 3757380"/>
              <a:gd name="connsiteY42" fmla="*/ 6108749 h 6108749"/>
              <a:gd name="connsiteX43" fmla="*/ 5115 w 3757380"/>
              <a:gd name="connsiteY43" fmla="*/ 5904745 h 6108749"/>
              <a:gd name="connsiteX44" fmla="*/ 5115 w 3757380"/>
              <a:gd name="connsiteY44" fmla="*/ 5088753 h 6108749"/>
              <a:gd name="connsiteX45" fmla="*/ 5960 w 3757380"/>
              <a:gd name="connsiteY45" fmla="*/ 5080371 h 6108749"/>
              <a:gd name="connsiteX46" fmla="*/ 5960 w 3757380"/>
              <a:gd name="connsiteY46" fmla="*/ 3933706 h 6108749"/>
              <a:gd name="connsiteX47" fmla="*/ 5114 w 3757380"/>
              <a:gd name="connsiteY47" fmla="*/ 3925314 h 6108749"/>
              <a:gd name="connsiteX48" fmla="*/ 5114 w 3757380"/>
              <a:gd name="connsiteY48" fmla="*/ 3109322 h 6108749"/>
              <a:gd name="connsiteX49" fmla="*/ 5959 w 3757380"/>
              <a:gd name="connsiteY49" fmla="*/ 3100940 h 6108749"/>
              <a:gd name="connsiteX50" fmla="*/ 5959 w 3757380"/>
              <a:gd name="connsiteY50" fmla="*/ 3046383 h 6108749"/>
              <a:gd name="connsiteX51" fmla="*/ 4146 w 3757380"/>
              <a:gd name="connsiteY51" fmla="*/ 3040541 h 6108749"/>
              <a:gd name="connsiteX52" fmla="*/ 1 w 3757380"/>
              <a:gd name="connsiteY52" fmla="*/ 2999427 h 6108749"/>
              <a:gd name="connsiteX53" fmla="*/ 1 w 3757380"/>
              <a:gd name="connsiteY53" fmla="*/ 2183435 h 6108749"/>
              <a:gd name="connsiteX54" fmla="*/ 4146 w 3757380"/>
              <a:gd name="connsiteY54" fmla="*/ 2142322 h 6108749"/>
              <a:gd name="connsiteX55" fmla="*/ 5959 w 3757380"/>
              <a:gd name="connsiteY55" fmla="*/ 2136481 h 6108749"/>
              <a:gd name="connsiteX56" fmla="*/ 5959 w 3757380"/>
              <a:gd name="connsiteY56" fmla="*/ 1569975 h 6108749"/>
              <a:gd name="connsiteX57" fmla="*/ 5328 w 3757380"/>
              <a:gd name="connsiteY57" fmla="*/ 1567637 h 6108749"/>
              <a:gd name="connsiteX58" fmla="*/ 0 w 3757380"/>
              <a:gd name="connsiteY58" fmla="*/ 1506897 h 6108749"/>
              <a:gd name="connsiteX59" fmla="*/ 0 w 3757380"/>
              <a:gd name="connsiteY59" fmla="*/ 1019996 h 6108749"/>
              <a:gd name="connsiteX60" fmla="*/ 0 w 3757380"/>
              <a:gd name="connsiteY60" fmla="*/ 301386 h 6108749"/>
              <a:gd name="connsiteX61" fmla="*/ 0 w 3757380"/>
              <a:gd name="connsiteY61" fmla="*/ 204004 h 6108749"/>
              <a:gd name="connsiteX62" fmla="*/ 204004 w 3757380"/>
              <a:gd name="connsiteY62" fmla="*/ 0 h 61087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</a:cxnLst>
            <a:rect l="l" t="t" r="r" b="b"/>
            <a:pathLst>
              <a:path w="3757380" h="6108749">
                <a:moveTo>
                  <a:pt x="204004" y="0"/>
                </a:moveTo>
                <a:lnTo>
                  <a:pt x="262215" y="0"/>
                </a:lnTo>
                <a:lnTo>
                  <a:pt x="491598" y="0"/>
                </a:lnTo>
                <a:lnTo>
                  <a:pt x="631872" y="0"/>
                </a:lnTo>
                <a:lnTo>
                  <a:pt x="1038131" y="0"/>
                </a:lnTo>
                <a:lnTo>
                  <a:pt x="1318997" y="0"/>
                </a:lnTo>
                <a:lnTo>
                  <a:pt x="1325725" y="0"/>
                </a:lnTo>
                <a:lnTo>
                  <a:pt x="1599142" y="0"/>
                </a:lnTo>
                <a:lnTo>
                  <a:pt x="1695362" y="0"/>
                </a:lnTo>
                <a:lnTo>
                  <a:pt x="2055445" y="0"/>
                </a:lnTo>
                <a:lnTo>
                  <a:pt x="2153124" y="0"/>
                </a:lnTo>
                <a:lnTo>
                  <a:pt x="2433269" y="0"/>
                </a:lnTo>
                <a:lnTo>
                  <a:pt x="2434098" y="0"/>
                </a:lnTo>
                <a:lnTo>
                  <a:pt x="2714135" y="0"/>
                </a:lnTo>
                <a:lnTo>
                  <a:pt x="3128649" y="0"/>
                </a:lnTo>
                <a:lnTo>
                  <a:pt x="3268225" y="0"/>
                </a:lnTo>
                <a:lnTo>
                  <a:pt x="3488592" y="0"/>
                </a:lnTo>
                <a:lnTo>
                  <a:pt x="3548262" y="0"/>
                </a:lnTo>
                <a:cubicBezTo>
                  <a:pt x="3660930" y="0"/>
                  <a:pt x="3752266" y="91336"/>
                  <a:pt x="3752266" y="204004"/>
                </a:cubicBezTo>
                <a:lnTo>
                  <a:pt x="3752266" y="469787"/>
                </a:lnTo>
                <a:lnTo>
                  <a:pt x="3753864" y="485639"/>
                </a:lnTo>
                <a:lnTo>
                  <a:pt x="3753864" y="2465070"/>
                </a:lnTo>
                <a:lnTo>
                  <a:pt x="3753864" y="3074444"/>
                </a:lnTo>
                <a:lnTo>
                  <a:pt x="3757380" y="3109322"/>
                </a:lnTo>
                <a:lnTo>
                  <a:pt x="3757380" y="3925314"/>
                </a:lnTo>
                <a:lnTo>
                  <a:pt x="3753864" y="3960192"/>
                </a:lnTo>
                <a:lnTo>
                  <a:pt x="3753864" y="4553485"/>
                </a:lnTo>
                <a:lnTo>
                  <a:pt x="3757380" y="4593575"/>
                </a:lnTo>
                <a:lnTo>
                  <a:pt x="3757380" y="5088753"/>
                </a:lnTo>
                <a:lnTo>
                  <a:pt x="3757380" y="5799086"/>
                </a:lnTo>
                <a:lnTo>
                  <a:pt x="3757380" y="5904745"/>
                </a:lnTo>
                <a:cubicBezTo>
                  <a:pt x="3757380" y="6017413"/>
                  <a:pt x="3666044" y="6108749"/>
                  <a:pt x="3553376" y="6108749"/>
                </a:cubicBezTo>
                <a:lnTo>
                  <a:pt x="3268225" y="6108749"/>
                </a:lnTo>
                <a:lnTo>
                  <a:pt x="2719250" y="6108749"/>
                </a:lnTo>
                <a:lnTo>
                  <a:pt x="2438383" y="6108749"/>
                </a:lnTo>
                <a:lnTo>
                  <a:pt x="2434099" y="6108749"/>
                </a:lnTo>
                <a:lnTo>
                  <a:pt x="2158238" y="6108749"/>
                </a:lnTo>
                <a:lnTo>
                  <a:pt x="1604257" y="6108749"/>
                </a:lnTo>
                <a:lnTo>
                  <a:pt x="1325725" y="6108749"/>
                </a:lnTo>
                <a:lnTo>
                  <a:pt x="1324112" y="6108749"/>
                </a:lnTo>
                <a:lnTo>
                  <a:pt x="1043245" y="6108749"/>
                </a:lnTo>
                <a:lnTo>
                  <a:pt x="491599" y="6108749"/>
                </a:lnTo>
                <a:lnTo>
                  <a:pt x="209119" y="6108749"/>
                </a:lnTo>
                <a:cubicBezTo>
                  <a:pt x="96451" y="6108749"/>
                  <a:pt x="5115" y="6017413"/>
                  <a:pt x="5115" y="5904745"/>
                </a:cubicBezTo>
                <a:lnTo>
                  <a:pt x="5115" y="5088753"/>
                </a:lnTo>
                <a:lnTo>
                  <a:pt x="5960" y="5080371"/>
                </a:lnTo>
                <a:lnTo>
                  <a:pt x="5960" y="3933706"/>
                </a:lnTo>
                <a:lnTo>
                  <a:pt x="5114" y="3925314"/>
                </a:lnTo>
                <a:lnTo>
                  <a:pt x="5114" y="3109322"/>
                </a:lnTo>
                <a:lnTo>
                  <a:pt x="5959" y="3100940"/>
                </a:lnTo>
                <a:lnTo>
                  <a:pt x="5959" y="3046383"/>
                </a:lnTo>
                <a:lnTo>
                  <a:pt x="4146" y="3040541"/>
                </a:lnTo>
                <a:cubicBezTo>
                  <a:pt x="1428" y="3027260"/>
                  <a:pt x="1" y="3013510"/>
                  <a:pt x="1" y="2999427"/>
                </a:cubicBezTo>
                <a:lnTo>
                  <a:pt x="1" y="2183435"/>
                </a:lnTo>
                <a:cubicBezTo>
                  <a:pt x="1" y="2169352"/>
                  <a:pt x="1428" y="2155602"/>
                  <a:pt x="4146" y="2142322"/>
                </a:cubicBezTo>
                <a:lnTo>
                  <a:pt x="5959" y="2136481"/>
                </a:lnTo>
                <a:lnTo>
                  <a:pt x="5959" y="1569975"/>
                </a:lnTo>
                <a:lnTo>
                  <a:pt x="5328" y="1567637"/>
                </a:lnTo>
                <a:cubicBezTo>
                  <a:pt x="1834" y="1548016"/>
                  <a:pt x="0" y="1527702"/>
                  <a:pt x="0" y="1506897"/>
                </a:cubicBezTo>
                <a:lnTo>
                  <a:pt x="0" y="1019996"/>
                </a:lnTo>
                <a:lnTo>
                  <a:pt x="0" y="301386"/>
                </a:lnTo>
                <a:lnTo>
                  <a:pt x="0" y="204004"/>
                </a:lnTo>
                <a:cubicBezTo>
                  <a:pt x="0" y="91336"/>
                  <a:pt x="91336" y="0"/>
                  <a:pt x="204004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vert="eaVert" wrap="square">
            <a:noAutofit/>
          </a:bodyPr>
          <a:lstStyle>
            <a:lvl1pPr>
              <a:defRPr b="0" i="0">
                <a:solidFill>
                  <a:srgbClr val="010233"/>
                </a:solidFill>
                <a:latin typeface="Lato" panose="020F0502020204030203" pitchFamily="34" charset="77"/>
              </a:defRPr>
            </a:lvl1pPr>
          </a:lstStyle>
          <a:p>
            <a:pPr marL="0" marR="0" lvl="0" indent="0" defTabSz="55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 </a:t>
            </a:r>
          </a:p>
        </p:txBody>
      </p:sp>
      <p:sp>
        <p:nvSpPr>
          <p:cNvPr id="6" name="Picture Placeholder 23">
            <a:extLst>
              <a:ext uri="{FF2B5EF4-FFF2-40B4-BE49-F238E27FC236}">
                <a16:creationId xmlns:a16="http://schemas.microsoft.com/office/drawing/2014/main" id="{8440DBEC-B216-1A52-0C36-195D4EA4B167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3068069" y="2140184"/>
            <a:ext cx="788136" cy="742235"/>
          </a:xfrm>
          <a:prstGeom prst="rect">
            <a:avLst/>
          </a:prstGeom>
        </p:spPr>
        <p:txBody>
          <a:bodyPr lIns="90000"/>
          <a:lstStyle>
            <a:lvl1pPr>
              <a:defRPr b="0" i="0"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C922052C-42D6-7237-AB80-F8B6DF65492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2402971" y="3450550"/>
            <a:ext cx="2112503" cy="623004"/>
          </a:xfrm>
          <a:prstGeom prst="rect">
            <a:avLst/>
          </a:prstGeom>
        </p:spPr>
        <p:txBody>
          <a:bodyPr/>
          <a:lstStyle>
            <a:lvl1pPr marL="16933" marR="177796" algn="ctr">
              <a:lnSpc>
                <a:spcPct val="122200"/>
              </a:lnSpc>
              <a:spcBef>
                <a:spcPts val="127"/>
              </a:spcBef>
              <a:defRPr sz="1092" b="0" i="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marL="12700" marR="133350">
              <a:lnSpc>
                <a:spcPct val="122200"/>
              </a:lnSpc>
              <a:spcBef>
                <a:spcPts val="95"/>
              </a:spcBef>
            </a:pPr>
            <a:r>
              <a:rPr lang="en-GB" sz="1092" b="1">
                <a:solidFill>
                  <a:srgbClr val="0102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Lorem ipsum </a:t>
            </a:r>
            <a:br>
              <a:rPr lang="en-GB" sz="1092" b="1">
                <a:solidFill>
                  <a:srgbClr val="0102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GB" sz="1092" b="1" err="1">
                <a:solidFill>
                  <a:srgbClr val="0102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dolor</a:t>
            </a:r>
            <a:r>
              <a:rPr lang="en-GB" sz="1092" b="1">
                <a:solidFill>
                  <a:srgbClr val="0102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sit </a:t>
            </a:r>
            <a:r>
              <a:rPr lang="en-GB" sz="1092" b="1" err="1">
                <a:solidFill>
                  <a:srgbClr val="0102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amet</a:t>
            </a:r>
            <a:r>
              <a:rPr lang="en-GB" sz="1092" b="1">
                <a:solidFill>
                  <a:srgbClr val="0102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ad minim</a:t>
            </a:r>
          </a:p>
          <a:p>
            <a:pPr marL="12700" marR="133350">
              <a:lnSpc>
                <a:spcPct val="122200"/>
              </a:lnSpc>
              <a:spcBef>
                <a:spcPts val="95"/>
              </a:spcBef>
            </a:pPr>
            <a:r>
              <a:rPr lang="en-GB" sz="1092" b="1">
                <a:solidFill>
                  <a:srgbClr val="0102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Lorem ipsum</a:t>
            </a:r>
          </a:p>
        </p:txBody>
      </p:sp>
      <p:sp>
        <p:nvSpPr>
          <p:cNvPr id="37" name="Picture Placeholder 23">
            <a:extLst>
              <a:ext uri="{FF2B5EF4-FFF2-40B4-BE49-F238E27FC236}">
                <a16:creationId xmlns:a16="http://schemas.microsoft.com/office/drawing/2014/main" id="{B9057432-2C42-8235-3179-E9D5F17A223B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5701932" y="2140184"/>
            <a:ext cx="788136" cy="742235"/>
          </a:xfrm>
          <a:prstGeom prst="rect">
            <a:avLst/>
          </a:prstGeom>
        </p:spPr>
        <p:txBody>
          <a:bodyPr lIns="90000" anchor="ctr">
            <a:normAutofit/>
          </a:bodyPr>
          <a:lstStyle>
            <a:lvl1pPr algn="ctr">
              <a:defRPr sz="1400" b="0" i="0"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42" name="Picture Placeholder 23">
            <a:extLst>
              <a:ext uri="{FF2B5EF4-FFF2-40B4-BE49-F238E27FC236}">
                <a16:creationId xmlns:a16="http://schemas.microsoft.com/office/drawing/2014/main" id="{3D42CB92-0E9D-1473-CDD1-84D1DB30DB2D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8335795" y="2140184"/>
            <a:ext cx="788136" cy="742235"/>
          </a:xfrm>
          <a:prstGeom prst="rect">
            <a:avLst/>
          </a:prstGeom>
        </p:spPr>
        <p:txBody>
          <a:bodyPr lIns="90000" anchor="ctr">
            <a:normAutofit/>
          </a:bodyPr>
          <a:lstStyle>
            <a:lvl1pPr algn="ctr">
              <a:defRPr sz="1400" b="0" i="0"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15" name="Vertical Text Placeholder 14">
            <a:extLst>
              <a:ext uri="{FF2B5EF4-FFF2-40B4-BE49-F238E27FC236}">
                <a16:creationId xmlns:a16="http://schemas.microsoft.com/office/drawing/2014/main" id="{EB6F6058-233B-D58B-365D-7077272E5871}"/>
              </a:ext>
            </a:extLst>
          </p:cNvPr>
          <p:cNvSpPr>
            <a:spLocks noGrp="1"/>
          </p:cNvSpPr>
          <p:nvPr>
            <p:ph type="body" orient="vert" sz="quarter" idx="60" hasCustomPrompt="1"/>
          </p:nvPr>
        </p:nvSpPr>
        <p:spPr>
          <a:xfrm>
            <a:off x="2319902" y="1940157"/>
            <a:ext cx="2278639" cy="3704351"/>
          </a:xfrm>
          <a:custGeom>
            <a:avLst/>
            <a:gdLst>
              <a:gd name="connsiteX0" fmla="*/ 204004 w 3757380"/>
              <a:gd name="connsiteY0" fmla="*/ 0 h 6108749"/>
              <a:gd name="connsiteX1" fmla="*/ 262215 w 3757380"/>
              <a:gd name="connsiteY1" fmla="*/ 0 h 6108749"/>
              <a:gd name="connsiteX2" fmla="*/ 491598 w 3757380"/>
              <a:gd name="connsiteY2" fmla="*/ 0 h 6108749"/>
              <a:gd name="connsiteX3" fmla="*/ 631872 w 3757380"/>
              <a:gd name="connsiteY3" fmla="*/ 0 h 6108749"/>
              <a:gd name="connsiteX4" fmla="*/ 1038131 w 3757380"/>
              <a:gd name="connsiteY4" fmla="*/ 0 h 6108749"/>
              <a:gd name="connsiteX5" fmla="*/ 1318997 w 3757380"/>
              <a:gd name="connsiteY5" fmla="*/ 0 h 6108749"/>
              <a:gd name="connsiteX6" fmla="*/ 1325725 w 3757380"/>
              <a:gd name="connsiteY6" fmla="*/ 0 h 6108749"/>
              <a:gd name="connsiteX7" fmla="*/ 1599142 w 3757380"/>
              <a:gd name="connsiteY7" fmla="*/ 0 h 6108749"/>
              <a:gd name="connsiteX8" fmla="*/ 1695362 w 3757380"/>
              <a:gd name="connsiteY8" fmla="*/ 0 h 6108749"/>
              <a:gd name="connsiteX9" fmla="*/ 2055445 w 3757380"/>
              <a:gd name="connsiteY9" fmla="*/ 0 h 6108749"/>
              <a:gd name="connsiteX10" fmla="*/ 2153124 w 3757380"/>
              <a:gd name="connsiteY10" fmla="*/ 0 h 6108749"/>
              <a:gd name="connsiteX11" fmla="*/ 2433269 w 3757380"/>
              <a:gd name="connsiteY11" fmla="*/ 0 h 6108749"/>
              <a:gd name="connsiteX12" fmla="*/ 2434098 w 3757380"/>
              <a:gd name="connsiteY12" fmla="*/ 0 h 6108749"/>
              <a:gd name="connsiteX13" fmla="*/ 2714135 w 3757380"/>
              <a:gd name="connsiteY13" fmla="*/ 0 h 6108749"/>
              <a:gd name="connsiteX14" fmla="*/ 3128649 w 3757380"/>
              <a:gd name="connsiteY14" fmla="*/ 0 h 6108749"/>
              <a:gd name="connsiteX15" fmla="*/ 3268225 w 3757380"/>
              <a:gd name="connsiteY15" fmla="*/ 0 h 6108749"/>
              <a:gd name="connsiteX16" fmla="*/ 3488592 w 3757380"/>
              <a:gd name="connsiteY16" fmla="*/ 0 h 6108749"/>
              <a:gd name="connsiteX17" fmla="*/ 3548262 w 3757380"/>
              <a:gd name="connsiteY17" fmla="*/ 0 h 6108749"/>
              <a:gd name="connsiteX18" fmla="*/ 3752266 w 3757380"/>
              <a:gd name="connsiteY18" fmla="*/ 204004 h 6108749"/>
              <a:gd name="connsiteX19" fmla="*/ 3752266 w 3757380"/>
              <a:gd name="connsiteY19" fmla="*/ 469787 h 6108749"/>
              <a:gd name="connsiteX20" fmla="*/ 3753864 w 3757380"/>
              <a:gd name="connsiteY20" fmla="*/ 485639 h 6108749"/>
              <a:gd name="connsiteX21" fmla="*/ 3753864 w 3757380"/>
              <a:gd name="connsiteY21" fmla="*/ 2465070 h 6108749"/>
              <a:gd name="connsiteX22" fmla="*/ 3753864 w 3757380"/>
              <a:gd name="connsiteY22" fmla="*/ 3074444 h 6108749"/>
              <a:gd name="connsiteX23" fmla="*/ 3757380 w 3757380"/>
              <a:gd name="connsiteY23" fmla="*/ 3109322 h 6108749"/>
              <a:gd name="connsiteX24" fmla="*/ 3757380 w 3757380"/>
              <a:gd name="connsiteY24" fmla="*/ 3925314 h 6108749"/>
              <a:gd name="connsiteX25" fmla="*/ 3753864 w 3757380"/>
              <a:gd name="connsiteY25" fmla="*/ 3960192 h 6108749"/>
              <a:gd name="connsiteX26" fmla="*/ 3753864 w 3757380"/>
              <a:gd name="connsiteY26" fmla="*/ 4553485 h 6108749"/>
              <a:gd name="connsiteX27" fmla="*/ 3757380 w 3757380"/>
              <a:gd name="connsiteY27" fmla="*/ 4593575 h 6108749"/>
              <a:gd name="connsiteX28" fmla="*/ 3757380 w 3757380"/>
              <a:gd name="connsiteY28" fmla="*/ 5088753 h 6108749"/>
              <a:gd name="connsiteX29" fmla="*/ 3757380 w 3757380"/>
              <a:gd name="connsiteY29" fmla="*/ 5799086 h 6108749"/>
              <a:gd name="connsiteX30" fmla="*/ 3757380 w 3757380"/>
              <a:gd name="connsiteY30" fmla="*/ 5904745 h 6108749"/>
              <a:gd name="connsiteX31" fmla="*/ 3553376 w 3757380"/>
              <a:gd name="connsiteY31" fmla="*/ 6108749 h 6108749"/>
              <a:gd name="connsiteX32" fmla="*/ 3268225 w 3757380"/>
              <a:gd name="connsiteY32" fmla="*/ 6108749 h 6108749"/>
              <a:gd name="connsiteX33" fmla="*/ 2719250 w 3757380"/>
              <a:gd name="connsiteY33" fmla="*/ 6108749 h 6108749"/>
              <a:gd name="connsiteX34" fmla="*/ 2438383 w 3757380"/>
              <a:gd name="connsiteY34" fmla="*/ 6108749 h 6108749"/>
              <a:gd name="connsiteX35" fmla="*/ 2434099 w 3757380"/>
              <a:gd name="connsiteY35" fmla="*/ 6108749 h 6108749"/>
              <a:gd name="connsiteX36" fmla="*/ 2158238 w 3757380"/>
              <a:gd name="connsiteY36" fmla="*/ 6108749 h 6108749"/>
              <a:gd name="connsiteX37" fmla="*/ 1604257 w 3757380"/>
              <a:gd name="connsiteY37" fmla="*/ 6108749 h 6108749"/>
              <a:gd name="connsiteX38" fmla="*/ 1325725 w 3757380"/>
              <a:gd name="connsiteY38" fmla="*/ 6108749 h 6108749"/>
              <a:gd name="connsiteX39" fmla="*/ 1324112 w 3757380"/>
              <a:gd name="connsiteY39" fmla="*/ 6108749 h 6108749"/>
              <a:gd name="connsiteX40" fmla="*/ 1043245 w 3757380"/>
              <a:gd name="connsiteY40" fmla="*/ 6108749 h 6108749"/>
              <a:gd name="connsiteX41" fmla="*/ 491599 w 3757380"/>
              <a:gd name="connsiteY41" fmla="*/ 6108749 h 6108749"/>
              <a:gd name="connsiteX42" fmla="*/ 209119 w 3757380"/>
              <a:gd name="connsiteY42" fmla="*/ 6108749 h 6108749"/>
              <a:gd name="connsiteX43" fmla="*/ 5115 w 3757380"/>
              <a:gd name="connsiteY43" fmla="*/ 5904745 h 6108749"/>
              <a:gd name="connsiteX44" fmla="*/ 5115 w 3757380"/>
              <a:gd name="connsiteY44" fmla="*/ 5088753 h 6108749"/>
              <a:gd name="connsiteX45" fmla="*/ 5960 w 3757380"/>
              <a:gd name="connsiteY45" fmla="*/ 5080371 h 6108749"/>
              <a:gd name="connsiteX46" fmla="*/ 5960 w 3757380"/>
              <a:gd name="connsiteY46" fmla="*/ 3933706 h 6108749"/>
              <a:gd name="connsiteX47" fmla="*/ 5114 w 3757380"/>
              <a:gd name="connsiteY47" fmla="*/ 3925314 h 6108749"/>
              <a:gd name="connsiteX48" fmla="*/ 5114 w 3757380"/>
              <a:gd name="connsiteY48" fmla="*/ 3109322 h 6108749"/>
              <a:gd name="connsiteX49" fmla="*/ 5959 w 3757380"/>
              <a:gd name="connsiteY49" fmla="*/ 3100940 h 6108749"/>
              <a:gd name="connsiteX50" fmla="*/ 5959 w 3757380"/>
              <a:gd name="connsiteY50" fmla="*/ 3046383 h 6108749"/>
              <a:gd name="connsiteX51" fmla="*/ 4146 w 3757380"/>
              <a:gd name="connsiteY51" fmla="*/ 3040541 h 6108749"/>
              <a:gd name="connsiteX52" fmla="*/ 1 w 3757380"/>
              <a:gd name="connsiteY52" fmla="*/ 2999427 h 6108749"/>
              <a:gd name="connsiteX53" fmla="*/ 1 w 3757380"/>
              <a:gd name="connsiteY53" fmla="*/ 2183435 h 6108749"/>
              <a:gd name="connsiteX54" fmla="*/ 4146 w 3757380"/>
              <a:gd name="connsiteY54" fmla="*/ 2142322 h 6108749"/>
              <a:gd name="connsiteX55" fmla="*/ 5959 w 3757380"/>
              <a:gd name="connsiteY55" fmla="*/ 2136481 h 6108749"/>
              <a:gd name="connsiteX56" fmla="*/ 5959 w 3757380"/>
              <a:gd name="connsiteY56" fmla="*/ 1569975 h 6108749"/>
              <a:gd name="connsiteX57" fmla="*/ 5328 w 3757380"/>
              <a:gd name="connsiteY57" fmla="*/ 1567637 h 6108749"/>
              <a:gd name="connsiteX58" fmla="*/ 0 w 3757380"/>
              <a:gd name="connsiteY58" fmla="*/ 1506897 h 6108749"/>
              <a:gd name="connsiteX59" fmla="*/ 0 w 3757380"/>
              <a:gd name="connsiteY59" fmla="*/ 1019996 h 6108749"/>
              <a:gd name="connsiteX60" fmla="*/ 0 w 3757380"/>
              <a:gd name="connsiteY60" fmla="*/ 301386 h 6108749"/>
              <a:gd name="connsiteX61" fmla="*/ 0 w 3757380"/>
              <a:gd name="connsiteY61" fmla="*/ 204004 h 6108749"/>
              <a:gd name="connsiteX62" fmla="*/ 204004 w 3757380"/>
              <a:gd name="connsiteY62" fmla="*/ 0 h 61087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</a:cxnLst>
            <a:rect l="l" t="t" r="r" b="b"/>
            <a:pathLst>
              <a:path w="3757380" h="6108749">
                <a:moveTo>
                  <a:pt x="204004" y="0"/>
                </a:moveTo>
                <a:lnTo>
                  <a:pt x="262215" y="0"/>
                </a:lnTo>
                <a:lnTo>
                  <a:pt x="491598" y="0"/>
                </a:lnTo>
                <a:lnTo>
                  <a:pt x="631872" y="0"/>
                </a:lnTo>
                <a:lnTo>
                  <a:pt x="1038131" y="0"/>
                </a:lnTo>
                <a:lnTo>
                  <a:pt x="1318997" y="0"/>
                </a:lnTo>
                <a:lnTo>
                  <a:pt x="1325725" y="0"/>
                </a:lnTo>
                <a:lnTo>
                  <a:pt x="1599142" y="0"/>
                </a:lnTo>
                <a:lnTo>
                  <a:pt x="1695362" y="0"/>
                </a:lnTo>
                <a:lnTo>
                  <a:pt x="2055445" y="0"/>
                </a:lnTo>
                <a:lnTo>
                  <a:pt x="2153124" y="0"/>
                </a:lnTo>
                <a:lnTo>
                  <a:pt x="2433269" y="0"/>
                </a:lnTo>
                <a:lnTo>
                  <a:pt x="2434098" y="0"/>
                </a:lnTo>
                <a:lnTo>
                  <a:pt x="2714135" y="0"/>
                </a:lnTo>
                <a:lnTo>
                  <a:pt x="3128649" y="0"/>
                </a:lnTo>
                <a:lnTo>
                  <a:pt x="3268225" y="0"/>
                </a:lnTo>
                <a:lnTo>
                  <a:pt x="3488592" y="0"/>
                </a:lnTo>
                <a:lnTo>
                  <a:pt x="3548262" y="0"/>
                </a:lnTo>
                <a:cubicBezTo>
                  <a:pt x="3660930" y="0"/>
                  <a:pt x="3752266" y="91336"/>
                  <a:pt x="3752266" y="204004"/>
                </a:cubicBezTo>
                <a:lnTo>
                  <a:pt x="3752266" y="469787"/>
                </a:lnTo>
                <a:lnTo>
                  <a:pt x="3753864" y="485639"/>
                </a:lnTo>
                <a:lnTo>
                  <a:pt x="3753864" y="2465070"/>
                </a:lnTo>
                <a:lnTo>
                  <a:pt x="3753864" y="3074444"/>
                </a:lnTo>
                <a:lnTo>
                  <a:pt x="3757380" y="3109322"/>
                </a:lnTo>
                <a:lnTo>
                  <a:pt x="3757380" y="3925314"/>
                </a:lnTo>
                <a:lnTo>
                  <a:pt x="3753864" y="3960192"/>
                </a:lnTo>
                <a:lnTo>
                  <a:pt x="3753864" y="4553485"/>
                </a:lnTo>
                <a:lnTo>
                  <a:pt x="3757380" y="4593575"/>
                </a:lnTo>
                <a:lnTo>
                  <a:pt x="3757380" y="5088753"/>
                </a:lnTo>
                <a:lnTo>
                  <a:pt x="3757380" y="5799086"/>
                </a:lnTo>
                <a:lnTo>
                  <a:pt x="3757380" y="5904745"/>
                </a:lnTo>
                <a:cubicBezTo>
                  <a:pt x="3757380" y="6017413"/>
                  <a:pt x="3666044" y="6108749"/>
                  <a:pt x="3553376" y="6108749"/>
                </a:cubicBezTo>
                <a:lnTo>
                  <a:pt x="3268225" y="6108749"/>
                </a:lnTo>
                <a:lnTo>
                  <a:pt x="2719250" y="6108749"/>
                </a:lnTo>
                <a:lnTo>
                  <a:pt x="2438383" y="6108749"/>
                </a:lnTo>
                <a:lnTo>
                  <a:pt x="2434099" y="6108749"/>
                </a:lnTo>
                <a:lnTo>
                  <a:pt x="2158238" y="6108749"/>
                </a:lnTo>
                <a:lnTo>
                  <a:pt x="1604257" y="6108749"/>
                </a:lnTo>
                <a:lnTo>
                  <a:pt x="1325725" y="6108749"/>
                </a:lnTo>
                <a:lnTo>
                  <a:pt x="1324112" y="6108749"/>
                </a:lnTo>
                <a:lnTo>
                  <a:pt x="1043245" y="6108749"/>
                </a:lnTo>
                <a:lnTo>
                  <a:pt x="491599" y="6108749"/>
                </a:lnTo>
                <a:lnTo>
                  <a:pt x="209119" y="6108749"/>
                </a:lnTo>
                <a:cubicBezTo>
                  <a:pt x="96451" y="6108749"/>
                  <a:pt x="5115" y="6017413"/>
                  <a:pt x="5115" y="5904745"/>
                </a:cubicBezTo>
                <a:lnTo>
                  <a:pt x="5115" y="5088753"/>
                </a:lnTo>
                <a:lnTo>
                  <a:pt x="5960" y="5080371"/>
                </a:lnTo>
                <a:lnTo>
                  <a:pt x="5960" y="3933706"/>
                </a:lnTo>
                <a:lnTo>
                  <a:pt x="5114" y="3925314"/>
                </a:lnTo>
                <a:lnTo>
                  <a:pt x="5114" y="3109322"/>
                </a:lnTo>
                <a:lnTo>
                  <a:pt x="5959" y="3100940"/>
                </a:lnTo>
                <a:lnTo>
                  <a:pt x="5959" y="3046383"/>
                </a:lnTo>
                <a:lnTo>
                  <a:pt x="4146" y="3040541"/>
                </a:lnTo>
                <a:cubicBezTo>
                  <a:pt x="1428" y="3027260"/>
                  <a:pt x="1" y="3013510"/>
                  <a:pt x="1" y="2999427"/>
                </a:cubicBezTo>
                <a:lnTo>
                  <a:pt x="1" y="2183435"/>
                </a:lnTo>
                <a:cubicBezTo>
                  <a:pt x="1" y="2169352"/>
                  <a:pt x="1428" y="2155602"/>
                  <a:pt x="4146" y="2142322"/>
                </a:cubicBezTo>
                <a:lnTo>
                  <a:pt x="5959" y="2136481"/>
                </a:lnTo>
                <a:lnTo>
                  <a:pt x="5959" y="1569975"/>
                </a:lnTo>
                <a:lnTo>
                  <a:pt x="5328" y="1567637"/>
                </a:lnTo>
                <a:cubicBezTo>
                  <a:pt x="1834" y="1548016"/>
                  <a:pt x="0" y="1527702"/>
                  <a:pt x="0" y="1506897"/>
                </a:cubicBezTo>
                <a:lnTo>
                  <a:pt x="0" y="1019996"/>
                </a:lnTo>
                <a:lnTo>
                  <a:pt x="0" y="301386"/>
                </a:lnTo>
                <a:lnTo>
                  <a:pt x="0" y="204004"/>
                </a:lnTo>
                <a:cubicBezTo>
                  <a:pt x="0" y="91336"/>
                  <a:pt x="91336" y="0"/>
                  <a:pt x="204004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vert="eaVert" wrap="square">
            <a:noAutofit/>
          </a:bodyPr>
          <a:lstStyle>
            <a:lvl1pPr>
              <a:defRPr b="0" i="0">
                <a:solidFill>
                  <a:srgbClr val="010233"/>
                </a:solidFill>
                <a:latin typeface="Lato" panose="020F0502020204030203" pitchFamily="34" charset="77"/>
              </a:defRPr>
            </a:lvl1pPr>
          </a:lstStyle>
          <a:p>
            <a:pPr marL="0" marR="0" lvl="0" indent="0" defTabSz="55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 </a:t>
            </a:r>
          </a:p>
        </p:txBody>
      </p:sp>
      <p:sp>
        <p:nvSpPr>
          <p:cNvPr id="16" name="Picture Placeholder 23">
            <a:extLst>
              <a:ext uri="{FF2B5EF4-FFF2-40B4-BE49-F238E27FC236}">
                <a16:creationId xmlns:a16="http://schemas.microsoft.com/office/drawing/2014/main" id="{BD9BE9B3-BC4F-2B39-0537-869ABB567A33}"/>
              </a:ext>
            </a:extLst>
          </p:cNvPr>
          <p:cNvSpPr>
            <a:spLocks noGrp="1"/>
          </p:cNvSpPr>
          <p:nvPr>
            <p:ph type="pic" sz="quarter" idx="61"/>
          </p:nvPr>
        </p:nvSpPr>
        <p:spPr>
          <a:xfrm>
            <a:off x="3065155" y="2140184"/>
            <a:ext cx="788136" cy="742235"/>
          </a:xfrm>
          <a:prstGeom prst="rect">
            <a:avLst/>
          </a:prstGeom>
        </p:spPr>
        <p:txBody>
          <a:bodyPr lIns="90000" anchor="ctr">
            <a:normAutofit/>
          </a:bodyPr>
          <a:lstStyle>
            <a:lvl1pPr algn="ctr">
              <a:defRPr sz="1400" b="0" i="0"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964704FD-6866-A72E-51B5-9D79F06A09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402971" y="3025746"/>
            <a:ext cx="2112503" cy="42480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lnSpc>
                <a:spcPct val="90000"/>
              </a:lnSpc>
              <a:spcBef>
                <a:spcPts val="121"/>
              </a:spcBef>
              <a:spcAft>
                <a:spcPts val="909"/>
              </a:spcAft>
              <a:buClr>
                <a:schemeClr val="accent6"/>
              </a:buClr>
              <a:defRPr sz="1600" b="1" i="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2pPr marL="174638" indent="-174638">
              <a:lnSpc>
                <a:spcPct val="100000"/>
              </a:lnSpc>
              <a:spcBef>
                <a:spcPts val="121"/>
              </a:spcBef>
              <a:spcAft>
                <a:spcPts val="607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•"/>
              <a:defRPr sz="1213" b="0" i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349278" indent="-152810">
              <a:lnSpc>
                <a:spcPct val="100000"/>
              </a:lnSpc>
              <a:spcBef>
                <a:spcPts val="121"/>
              </a:spcBef>
              <a:spcAft>
                <a:spcPts val="303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 sz="1213" b="0" i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085" indent="-228584">
              <a:lnSpc>
                <a:spcPct val="130000"/>
              </a:lnSpc>
              <a:buClr>
                <a:schemeClr val="accent6"/>
              </a:buClr>
              <a:buFont typeface="System Font Regular"/>
              <a:buChar char="-"/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30000"/>
              </a:lnSpc>
              <a:buClr>
                <a:schemeClr val="accent6"/>
              </a:buClr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/>
              <a:t>Lorem ipsum </a:t>
            </a:r>
            <a:br>
              <a:rPr lang="en-US"/>
            </a:br>
            <a:r>
              <a:rPr lang="en-US"/>
              <a:t>Dolor sit </a:t>
            </a:r>
            <a:r>
              <a:rPr lang="en-US" err="1"/>
              <a:t>amet</a:t>
            </a:r>
            <a:endParaRPr lang="en-US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28A2BBBA-3A3E-0482-C120-FD140ECA9DD4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2402971" y="3467957"/>
            <a:ext cx="2112503" cy="578419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lnSpc>
                <a:spcPct val="100000"/>
              </a:lnSpc>
              <a:spcBef>
                <a:spcPts val="121"/>
              </a:spcBef>
              <a:spcAft>
                <a:spcPts val="909"/>
              </a:spcAft>
              <a:buClr>
                <a:schemeClr val="accent6"/>
              </a:buClr>
              <a:defRPr sz="1092" b="0" i="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2pPr marL="174638" indent="-174638">
              <a:lnSpc>
                <a:spcPct val="100000"/>
              </a:lnSpc>
              <a:spcBef>
                <a:spcPts val="121"/>
              </a:spcBef>
              <a:spcAft>
                <a:spcPts val="607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•"/>
              <a:defRPr sz="1213" b="0" i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349278" indent="-152810">
              <a:lnSpc>
                <a:spcPct val="100000"/>
              </a:lnSpc>
              <a:spcBef>
                <a:spcPts val="121"/>
              </a:spcBef>
              <a:spcAft>
                <a:spcPts val="303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 sz="1213" b="0" i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085" indent="-228584">
              <a:lnSpc>
                <a:spcPct val="130000"/>
              </a:lnSpc>
              <a:buClr>
                <a:schemeClr val="accent6"/>
              </a:buClr>
              <a:buFont typeface="System Font Regular"/>
              <a:buChar char="-"/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30000"/>
              </a:lnSpc>
              <a:buClr>
                <a:schemeClr val="accent6"/>
              </a:buClr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br>
              <a:rPr lang="en-US"/>
            </a:b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C5DEEE29-670B-320D-9F5E-DA0D88A14F66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5039750" y="3032222"/>
            <a:ext cx="2112503" cy="42480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lnSpc>
                <a:spcPct val="90000"/>
              </a:lnSpc>
              <a:spcBef>
                <a:spcPts val="121"/>
              </a:spcBef>
              <a:spcAft>
                <a:spcPts val="909"/>
              </a:spcAft>
              <a:buClr>
                <a:schemeClr val="accent6"/>
              </a:buClr>
              <a:defRPr sz="1600" b="1" i="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2pPr marL="174638" indent="-174638">
              <a:lnSpc>
                <a:spcPct val="100000"/>
              </a:lnSpc>
              <a:spcBef>
                <a:spcPts val="121"/>
              </a:spcBef>
              <a:spcAft>
                <a:spcPts val="607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•"/>
              <a:defRPr sz="1213" b="0" i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349278" indent="-152810">
              <a:lnSpc>
                <a:spcPct val="100000"/>
              </a:lnSpc>
              <a:spcBef>
                <a:spcPts val="121"/>
              </a:spcBef>
              <a:spcAft>
                <a:spcPts val="303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 sz="1213" b="0" i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085" indent="-228584">
              <a:lnSpc>
                <a:spcPct val="130000"/>
              </a:lnSpc>
              <a:buClr>
                <a:schemeClr val="accent6"/>
              </a:buClr>
              <a:buFont typeface="System Font Regular"/>
              <a:buChar char="-"/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30000"/>
              </a:lnSpc>
              <a:buClr>
                <a:schemeClr val="accent6"/>
              </a:buClr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/>
              <a:t>Lorem ipsum </a:t>
            </a:r>
            <a:br>
              <a:rPr lang="en-US"/>
            </a:br>
            <a:r>
              <a:rPr lang="en-US"/>
              <a:t>Dolor sit </a:t>
            </a:r>
            <a:r>
              <a:rPr lang="en-US" err="1"/>
              <a:t>amet</a:t>
            </a:r>
            <a:endParaRPr lang="en-US"/>
          </a:p>
        </p:txBody>
      </p:sp>
      <p:sp>
        <p:nvSpPr>
          <p:cNvPr id="25" name="Text Placeholder 3">
            <a:extLst>
              <a:ext uri="{FF2B5EF4-FFF2-40B4-BE49-F238E27FC236}">
                <a16:creationId xmlns:a16="http://schemas.microsoft.com/office/drawing/2014/main" id="{AFF1A431-770F-6C5B-2A7F-D4A65A13324D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5039749" y="3474435"/>
            <a:ext cx="2112503" cy="578419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lnSpc>
                <a:spcPct val="100000"/>
              </a:lnSpc>
              <a:spcBef>
                <a:spcPts val="121"/>
              </a:spcBef>
              <a:spcAft>
                <a:spcPts val="909"/>
              </a:spcAft>
              <a:buClr>
                <a:schemeClr val="accent6"/>
              </a:buClr>
              <a:defRPr sz="1092" b="0" i="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2pPr marL="174638" indent="-174638">
              <a:lnSpc>
                <a:spcPct val="100000"/>
              </a:lnSpc>
              <a:spcBef>
                <a:spcPts val="121"/>
              </a:spcBef>
              <a:spcAft>
                <a:spcPts val="607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•"/>
              <a:defRPr sz="1213" b="0" i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349278" indent="-152810">
              <a:lnSpc>
                <a:spcPct val="100000"/>
              </a:lnSpc>
              <a:spcBef>
                <a:spcPts val="121"/>
              </a:spcBef>
              <a:spcAft>
                <a:spcPts val="303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 sz="1213" b="0" i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085" indent="-228584">
              <a:lnSpc>
                <a:spcPct val="130000"/>
              </a:lnSpc>
              <a:buClr>
                <a:schemeClr val="accent6"/>
              </a:buClr>
              <a:buFont typeface="System Font Regular"/>
              <a:buChar char="-"/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30000"/>
              </a:lnSpc>
              <a:buClr>
                <a:schemeClr val="accent6"/>
              </a:buClr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br>
              <a:rPr lang="en-US"/>
            </a:b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B8B48778-9225-A332-EE38-F14B57D53AF4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7676527" y="3032222"/>
            <a:ext cx="2112503" cy="42480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lnSpc>
                <a:spcPct val="90000"/>
              </a:lnSpc>
              <a:spcBef>
                <a:spcPts val="121"/>
              </a:spcBef>
              <a:spcAft>
                <a:spcPts val="909"/>
              </a:spcAft>
              <a:buClr>
                <a:schemeClr val="accent6"/>
              </a:buClr>
              <a:defRPr sz="1600" b="1" i="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2pPr marL="174638" indent="-174638">
              <a:lnSpc>
                <a:spcPct val="100000"/>
              </a:lnSpc>
              <a:spcBef>
                <a:spcPts val="121"/>
              </a:spcBef>
              <a:spcAft>
                <a:spcPts val="607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•"/>
              <a:defRPr sz="1213" b="0" i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349278" indent="-152810">
              <a:lnSpc>
                <a:spcPct val="100000"/>
              </a:lnSpc>
              <a:spcBef>
                <a:spcPts val="121"/>
              </a:spcBef>
              <a:spcAft>
                <a:spcPts val="303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 sz="1213" b="0" i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085" indent="-228584">
              <a:lnSpc>
                <a:spcPct val="130000"/>
              </a:lnSpc>
              <a:buClr>
                <a:schemeClr val="accent6"/>
              </a:buClr>
              <a:buFont typeface="System Font Regular"/>
              <a:buChar char="-"/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30000"/>
              </a:lnSpc>
              <a:buClr>
                <a:schemeClr val="accent6"/>
              </a:buClr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/>
              <a:t>Lorem ipsum </a:t>
            </a:r>
            <a:br>
              <a:rPr lang="en-US"/>
            </a:br>
            <a:r>
              <a:rPr lang="en-US"/>
              <a:t>Dolor sit </a:t>
            </a:r>
            <a:r>
              <a:rPr lang="en-US" err="1"/>
              <a:t>amet</a:t>
            </a:r>
            <a:endParaRPr lang="en-US"/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CCFB0AB5-3B6C-B6EA-7C00-AAEC112E8750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7676527" y="3474435"/>
            <a:ext cx="2112503" cy="578419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lnSpc>
                <a:spcPct val="100000"/>
              </a:lnSpc>
              <a:spcBef>
                <a:spcPts val="121"/>
              </a:spcBef>
              <a:spcAft>
                <a:spcPts val="909"/>
              </a:spcAft>
              <a:buClr>
                <a:schemeClr val="accent6"/>
              </a:buClr>
              <a:defRPr sz="1092" b="0" i="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2pPr marL="174638" indent="-174638">
              <a:lnSpc>
                <a:spcPct val="100000"/>
              </a:lnSpc>
              <a:spcBef>
                <a:spcPts val="121"/>
              </a:spcBef>
              <a:spcAft>
                <a:spcPts val="607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•"/>
              <a:defRPr sz="1213" b="0" i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349278" indent="-152810">
              <a:lnSpc>
                <a:spcPct val="100000"/>
              </a:lnSpc>
              <a:spcBef>
                <a:spcPts val="121"/>
              </a:spcBef>
              <a:spcAft>
                <a:spcPts val="303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 sz="1213" b="0" i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085" indent="-228584">
              <a:lnSpc>
                <a:spcPct val="130000"/>
              </a:lnSpc>
              <a:buClr>
                <a:schemeClr val="accent6"/>
              </a:buClr>
              <a:buFont typeface="System Font Regular"/>
              <a:buChar char="-"/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30000"/>
              </a:lnSpc>
              <a:buClr>
                <a:schemeClr val="accent6"/>
              </a:buClr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br>
              <a:rPr lang="en-US"/>
            </a:b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EEDEB387-5072-E0BC-FB65-5A2AEB53F240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2402971" y="4130331"/>
            <a:ext cx="2092941" cy="135112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spcAft>
                <a:spcPts val="607"/>
              </a:spcAft>
              <a:buFont typeface="Arial" panose="020B0604020202020204" pitchFamily="34" charset="0"/>
              <a:buNone/>
              <a:defRPr sz="1000" b="0" i="0">
                <a:latin typeface="+mn-lt"/>
                <a:ea typeface="Lato" panose="020F0502020204030203" pitchFamily="34" charset="77"/>
                <a:cs typeface="Lato" panose="020F0502020204030203" pitchFamily="34" charset="77"/>
              </a:defRPr>
            </a:lvl1pPr>
            <a:lvl2pPr marL="450514" indent="-173274">
              <a:buFont typeface="Arial" panose="020B0604020202020204" pitchFamily="34" charset="0"/>
              <a:buChar char="•"/>
              <a:defRPr sz="1092"/>
            </a:lvl2pPr>
          </a:lstStyle>
          <a:p>
            <a:pPr marL="152810" marR="0" lvl="0" indent="-152810" defTabSz="554478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7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Bullet point.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</a:p>
          <a:p>
            <a:pPr marL="152810" marR="0" lvl="0" indent="-152810" defTabSz="554478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7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Bullet point.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</a:p>
          <a:p>
            <a:pPr marL="152810" marR="0" lvl="0" indent="-152810" defTabSz="554478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7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Bullet point.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.</a:t>
            </a:r>
          </a:p>
        </p:txBody>
      </p:sp>
      <p:sp>
        <p:nvSpPr>
          <p:cNvPr id="34" name="Text Placeholder 29">
            <a:extLst>
              <a:ext uri="{FF2B5EF4-FFF2-40B4-BE49-F238E27FC236}">
                <a16:creationId xmlns:a16="http://schemas.microsoft.com/office/drawing/2014/main" id="{9B116697-9BDA-5C29-D453-432C2F016BF7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5039748" y="4145322"/>
            <a:ext cx="2092941" cy="135112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spcAft>
                <a:spcPts val="607"/>
              </a:spcAft>
              <a:buFont typeface="Arial" panose="020B0604020202020204" pitchFamily="34" charset="0"/>
              <a:buNone/>
              <a:defRPr sz="1000" b="0" i="0">
                <a:latin typeface="+mn-lt"/>
                <a:ea typeface="Lato" panose="020F0502020204030203" pitchFamily="34" charset="77"/>
                <a:cs typeface="Lato" panose="020F0502020204030203" pitchFamily="34" charset="77"/>
              </a:defRPr>
            </a:lvl1pPr>
            <a:lvl2pPr marL="450514" indent="-173274">
              <a:buFont typeface="Arial" panose="020B0604020202020204" pitchFamily="34" charset="0"/>
              <a:buChar char="•"/>
              <a:defRPr sz="1092"/>
            </a:lvl2pPr>
          </a:lstStyle>
          <a:p>
            <a:pPr marL="152810" marR="0" lvl="0" indent="-152810" defTabSz="554478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7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Bullet point.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</a:p>
          <a:p>
            <a:pPr marL="152810" marR="0" lvl="0" indent="-152810" defTabSz="554478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7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Bullet point.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</a:p>
          <a:p>
            <a:pPr marL="152810" marR="0" lvl="0" indent="-152810" defTabSz="554478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7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Bullet point.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.</a:t>
            </a:r>
          </a:p>
        </p:txBody>
      </p:sp>
      <p:sp>
        <p:nvSpPr>
          <p:cNvPr id="35" name="Text Placeholder 29">
            <a:extLst>
              <a:ext uri="{FF2B5EF4-FFF2-40B4-BE49-F238E27FC236}">
                <a16:creationId xmlns:a16="http://schemas.microsoft.com/office/drawing/2014/main" id="{ED44B071-2D37-BE50-2713-8C99DEF5A040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7676527" y="4158505"/>
            <a:ext cx="2092941" cy="135112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spcAft>
                <a:spcPts val="607"/>
              </a:spcAft>
              <a:buFont typeface="Arial" panose="020B0604020202020204" pitchFamily="34" charset="0"/>
              <a:buNone/>
              <a:defRPr sz="1000" b="0" i="0">
                <a:latin typeface="+mn-lt"/>
                <a:ea typeface="Lato" panose="020F0502020204030203" pitchFamily="34" charset="77"/>
                <a:cs typeface="Lato" panose="020F0502020204030203" pitchFamily="34" charset="77"/>
              </a:defRPr>
            </a:lvl1pPr>
            <a:lvl2pPr marL="450514" indent="-173274">
              <a:buFont typeface="Arial" panose="020B0604020202020204" pitchFamily="34" charset="0"/>
              <a:buChar char="•"/>
              <a:defRPr sz="1092"/>
            </a:lvl2pPr>
          </a:lstStyle>
          <a:p>
            <a:pPr marL="152810" marR="0" lvl="0" indent="-152810" defTabSz="554478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7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Bullet point.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</a:p>
          <a:p>
            <a:pPr marL="152810" marR="0" lvl="0" indent="-152810" defTabSz="554478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7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Bullet point.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</a:p>
          <a:p>
            <a:pPr marL="152810" marR="0" lvl="0" indent="-152810" defTabSz="554478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7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Bullet point.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.</a:t>
            </a:r>
          </a:p>
        </p:txBody>
      </p:sp>
      <p:sp>
        <p:nvSpPr>
          <p:cNvPr id="29" name="Title 28">
            <a:extLst>
              <a:ext uri="{FF2B5EF4-FFF2-40B4-BE49-F238E27FC236}">
                <a16:creationId xmlns:a16="http://schemas.microsoft.com/office/drawing/2014/main" id="{AD5587A6-43D4-9856-C518-EEBFDBDC89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 i="0">
                <a:latin typeface="+mj-lt"/>
              </a:defRPr>
            </a:lvl1pPr>
          </a:lstStyle>
          <a:p>
            <a:r>
              <a:rPr lang="en-US"/>
              <a:t>Create your headline with </a:t>
            </a:r>
            <a:r>
              <a:rPr lang="en-US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word emphasis</a:t>
            </a:r>
            <a:endParaRPr lang="en-US"/>
          </a:p>
        </p:txBody>
      </p:sp>
      <p:sp>
        <p:nvSpPr>
          <p:cNvPr id="31" name="Text Placeholder 8">
            <a:extLst>
              <a:ext uri="{FF2B5EF4-FFF2-40B4-BE49-F238E27FC236}">
                <a16:creationId xmlns:a16="http://schemas.microsoft.com/office/drawing/2014/main" id="{C24D4FE0-ED2C-8266-5835-1D8B8139A29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3610" y="365124"/>
            <a:ext cx="5545319" cy="206963"/>
          </a:xfrm>
          <a:prstGeom prst="rect">
            <a:avLst/>
          </a:prstGeom>
        </p:spPr>
        <p:txBody>
          <a:bodyPr/>
          <a:lstStyle>
            <a:lvl1pPr>
              <a:defRPr sz="971" b="0" i="0" cap="all" spc="364" baseline="0">
                <a:solidFill>
                  <a:schemeClr val="tx2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GB"/>
              <a:t>EYEBROW TITLE</a:t>
            </a:r>
          </a:p>
        </p:txBody>
      </p:sp>
      <p:sp>
        <p:nvSpPr>
          <p:cNvPr id="46" name="Date Placeholder 45">
            <a:extLst>
              <a:ext uri="{FF2B5EF4-FFF2-40B4-BE49-F238E27FC236}">
                <a16:creationId xmlns:a16="http://schemas.microsoft.com/office/drawing/2014/main" id="{9CD3AE93-527B-A5BA-C190-C32C81F5BEEA}"/>
              </a:ext>
            </a:extLst>
          </p:cNvPr>
          <p:cNvSpPr>
            <a:spLocks noGrp="1"/>
          </p:cNvSpPr>
          <p:nvPr>
            <p:ph type="dt" sz="half" idx="8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7" name="Footer Placeholder 46">
            <a:extLst>
              <a:ext uri="{FF2B5EF4-FFF2-40B4-BE49-F238E27FC236}">
                <a16:creationId xmlns:a16="http://schemas.microsoft.com/office/drawing/2014/main" id="{4030576E-C270-87B2-FB6E-53521ACC86C4}"/>
              </a:ext>
            </a:extLst>
          </p:cNvPr>
          <p:cNvSpPr>
            <a:spLocks noGrp="1"/>
          </p:cNvSpPr>
          <p:nvPr>
            <p:ph type="ftr" sz="quarter" idx="86"/>
          </p:nvPr>
        </p:nvSpPr>
        <p:spPr/>
        <p:txBody>
          <a:bodyPr/>
          <a:lstStyle/>
          <a:p>
            <a:r>
              <a:rPr lang="en-US"/>
              <a:t>Copyright © 2026 Kinaxis. All Rights Reserved. Access limited to internal use only.</a:t>
            </a:r>
          </a:p>
        </p:txBody>
      </p:sp>
      <p:sp>
        <p:nvSpPr>
          <p:cNvPr id="48" name="Slide Number Placeholder 47">
            <a:extLst>
              <a:ext uri="{FF2B5EF4-FFF2-40B4-BE49-F238E27FC236}">
                <a16:creationId xmlns:a16="http://schemas.microsoft.com/office/drawing/2014/main" id="{7F9490F8-BB3E-D02C-E027-F3AA0B545FC5}"/>
              </a:ext>
            </a:extLst>
          </p:cNvPr>
          <p:cNvSpPr>
            <a:spLocks noGrp="1"/>
          </p:cNvSpPr>
          <p:nvPr>
            <p:ph type="sldNum" sz="quarter" idx="87"/>
          </p:nvPr>
        </p:nvSpPr>
        <p:spPr/>
        <p:txBody>
          <a:bodyPr/>
          <a:lstStyle/>
          <a:p>
            <a:fld id="{F1488A8B-C121-C846-AEE5-0D98B869D111}" type="slidenum">
              <a:rPr lang="en-US" sz="800" smtClean="0">
                <a:cs typeface="Calibri" panose="020F0502020204030204" pitchFamily="34" charset="0"/>
              </a:rPr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6287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449" userDrawn="1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Card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bject 2">
            <a:extLst>
              <a:ext uri="{FF2B5EF4-FFF2-40B4-BE49-F238E27FC236}">
                <a16:creationId xmlns:a16="http://schemas.microsoft.com/office/drawing/2014/main" id="{E420815D-C455-F077-6512-554C59AD6A33}"/>
              </a:ext>
            </a:extLst>
          </p:cNvPr>
          <p:cNvSpPr/>
          <p:nvPr userDrawn="1"/>
        </p:nvSpPr>
        <p:spPr>
          <a:xfrm>
            <a:off x="0" y="1526153"/>
            <a:ext cx="12192000" cy="4546645"/>
          </a:xfrm>
          <a:custGeom>
            <a:avLst/>
            <a:gdLst/>
            <a:ahLst/>
            <a:cxnLst/>
            <a:rect l="l" t="t" r="r" b="b"/>
            <a:pathLst>
              <a:path w="20104100" h="7183120">
                <a:moveTo>
                  <a:pt x="20104099" y="0"/>
                </a:moveTo>
                <a:lnTo>
                  <a:pt x="0" y="0"/>
                </a:lnTo>
                <a:lnTo>
                  <a:pt x="0" y="7183027"/>
                </a:lnTo>
                <a:lnTo>
                  <a:pt x="20104099" y="7183027"/>
                </a:lnTo>
                <a:lnTo>
                  <a:pt x="20104099" y="0"/>
                </a:lnTo>
                <a:close/>
              </a:path>
            </a:pathLst>
          </a:custGeom>
          <a:solidFill>
            <a:srgbClr val="EA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Vertical Text Placeholder 22">
            <a:extLst>
              <a:ext uri="{FF2B5EF4-FFF2-40B4-BE49-F238E27FC236}">
                <a16:creationId xmlns:a16="http://schemas.microsoft.com/office/drawing/2014/main" id="{1DA8454B-6C5F-8AE0-70C1-B9C9D163E967}"/>
              </a:ext>
            </a:extLst>
          </p:cNvPr>
          <p:cNvSpPr>
            <a:spLocks noGrp="1"/>
          </p:cNvSpPr>
          <p:nvPr>
            <p:ph type="body" orient="vert" sz="quarter" idx="66" hasCustomPrompt="1"/>
          </p:nvPr>
        </p:nvSpPr>
        <p:spPr>
          <a:xfrm>
            <a:off x="6220170" y="1940157"/>
            <a:ext cx="2278639" cy="3704351"/>
          </a:xfrm>
          <a:custGeom>
            <a:avLst/>
            <a:gdLst>
              <a:gd name="connsiteX0" fmla="*/ 204004 w 3757380"/>
              <a:gd name="connsiteY0" fmla="*/ 0 h 6108749"/>
              <a:gd name="connsiteX1" fmla="*/ 262215 w 3757380"/>
              <a:gd name="connsiteY1" fmla="*/ 0 h 6108749"/>
              <a:gd name="connsiteX2" fmla="*/ 491598 w 3757380"/>
              <a:gd name="connsiteY2" fmla="*/ 0 h 6108749"/>
              <a:gd name="connsiteX3" fmla="*/ 631872 w 3757380"/>
              <a:gd name="connsiteY3" fmla="*/ 0 h 6108749"/>
              <a:gd name="connsiteX4" fmla="*/ 1038131 w 3757380"/>
              <a:gd name="connsiteY4" fmla="*/ 0 h 6108749"/>
              <a:gd name="connsiteX5" fmla="*/ 1318997 w 3757380"/>
              <a:gd name="connsiteY5" fmla="*/ 0 h 6108749"/>
              <a:gd name="connsiteX6" fmla="*/ 1325725 w 3757380"/>
              <a:gd name="connsiteY6" fmla="*/ 0 h 6108749"/>
              <a:gd name="connsiteX7" fmla="*/ 1599142 w 3757380"/>
              <a:gd name="connsiteY7" fmla="*/ 0 h 6108749"/>
              <a:gd name="connsiteX8" fmla="*/ 1695362 w 3757380"/>
              <a:gd name="connsiteY8" fmla="*/ 0 h 6108749"/>
              <a:gd name="connsiteX9" fmla="*/ 2055445 w 3757380"/>
              <a:gd name="connsiteY9" fmla="*/ 0 h 6108749"/>
              <a:gd name="connsiteX10" fmla="*/ 2153124 w 3757380"/>
              <a:gd name="connsiteY10" fmla="*/ 0 h 6108749"/>
              <a:gd name="connsiteX11" fmla="*/ 2433269 w 3757380"/>
              <a:gd name="connsiteY11" fmla="*/ 0 h 6108749"/>
              <a:gd name="connsiteX12" fmla="*/ 2434098 w 3757380"/>
              <a:gd name="connsiteY12" fmla="*/ 0 h 6108749"/>
              <a:gd name="connsiteX13" fmla="*/ 2714135 w 3757380"/>
              <a:gd name="connsiteY13" fmla="*/ 0 h 6108749"/>
              <a:gd name="connsiteX14" fmla="*/ 3128649 w 3757380"/>
              <a:gd name="connsiteY14" fmla="*/ 0 h 6108749"/>
              <a:gd name="connsiteX15" fmla="*/ 3268225 w 3757380"/>
              <a:gd name="connsiteY15" fmla="*/ 0 h 6108749"/>
              <a:gd name="connsiteX16" fmla="*/ 3488592 w 3757380"/>
              <a:gd name="connsiteY16" fmla="*/ 0 h 6108749"/>
              <a:gd name="connsiteX17" fmla="*/ 3548262 w 3757380"/>
              <a:gd name="connsiteY17" fmla="*/ 0 h 6108749"/>
              <a:gd name="connsiteX18" fmla="*/ 3752266 w 3757380"/>
              <a:gd name="connsiteY18" fmla="*/ 204004 h 6108749"/>
              <a:gd name="connsiteX19" fmla="*/ 3752266 w 3757380"/>
              <a:gd name="connsiteY19" fmla="*/ 469787 h 6108749"/>
              <a:gd name="connsiteX20" fmla="*/ 3753864 w 3757380"/>
              <a:gd name="connsiteY20" fmla="*/ 485639 h 6108749"/>
              <a:gd name="connsiteX21" fmla="*/ 3753864 w 3757380"/>
              <a:gd name="connsiteY21" fmla="*/ 2465070 h 6108749"/>
              <a:gd name="connsiteX22" fmla="*/ 3753864 w 3757380"/>
              <a:gd name="connsiteY22" fmla="*/ 3074444 h 6108749"/>
              <a:gd name="connsiteX23" fmla="*/ 3757380 w 3757380"/>
              <a:gd name="connsiteY23" fmla="*/ 3109322 h 6108749"/>
              <a:gd name="connsiteX24" fmla="*/ 3757380 w 3757380"/>
              <a:gd name="connsiteY24" fmla="*/ 3925314 h 6108749"/>
              <a:gd name="connsiteX25" fmla="*/ 3753864 w 3757380"/>
              <a:gd name="connsiteY25" fmla="*/ 3960192 h 6108749"/>
              <a:gd name="connsiteX26" fmla="*/ 3753864 w 3757380"/>
              <a:gd name="connsiteY26" fmla="*/ 4553485 h 6108749"/>
              <a:gd name="connsiteX27" fmla="*/ 3757380 w 3757380"/>
              <a:gd name="connsiteY27" fmla="*/ 4593575 h 6108749"/>
              <a:gd name="connsiteX28" fmla="*/ 3757380 w 3757380"/>
              <a:gd name="connsiteY28" fmla="*/ 5088753 h 6108749"/>
              <a:gd name="connsiteX29" fmla="*/ 3757380 w 3757380"/>
              <a:gd name="connsiteY29" fmla="*/ 5799086 h 6108749"/>
              <a:gd name="connsiteX30" fmla="*/ 3757380 w 3757380"/>
              <a:gd name="connsiteY30" fmla="*/ 5904745 h 6108749"/>
              <a:gd name="connsiteX31" fmla="*/ 3553376 w 3757380"/>
              <a:gd name="connsiteY31" fmla="*/ 6108749 h 6108749"/>
              <a:gd name="connsiteX32" fmla="*/ 3268225 w 3757380"/>
              <a:gd name="connsiteY32" fmla="*/ 6108749 h 6108749"/>
              <a:gd name="connsiteX33" fmla="*/ 2719250 w 3757380"/>
              <a:gd name="connsiteY33" fmla="*/ 6108749 h 6108749"/>
              <a:gd name="connsiteX34" fmla="*/ 2438383 w 3757380"/>
              <a:gd name="connsiteY34" fmla="*/ 6108749 h 6108749"/>
              <a:gd name="connsiteX35" fmla="*/ 2434099 w 3757380"/>
              <a:gd name="connsiteY35" fmla="*/ 6108749 h 6108749"/>
              <a:gd name="connsiteX36" fmla="*/ 2158238 w 3757380"/>
              <a:gd name="connsiteY36" fmla="*/ 6108749 h 6108749"/>
              <a:gd name="connsiteX37" fmla="*/ 1604257 w 3757380"/>
              <a:gd name="connsiteY37" fmla="*/ 6108749 h 6108749"/>
              <a:gd name="connsiteX38" fmla="*/ 1325725 w 3757380"/>
              <a:gd name="connsiteY38" fmla="*/ 6108749 h 6108749"/>
              <a:gd name="connsiteX39" fmla="*/ 1324112 w 3757380"/>
              <a:gd name="connsiteY39" fmla="*/ 6108749 h 6108749"/>
              <a:gd name="connsiteX40" fmla="*/ 1043245 w 3757380"/>
              <a:gd name="connsiteY40" fmla="*/ 6108749 h 6108749"/>
              <a:gd name="connsiteX41" fmla="*/ 491599 w 3757380"/>
              <a:gd name="connsiteY41" fmla="*/ 6108749 h 6108749"/>
              <a:gd name="connsiteX42" fmla="*/ 209119 w 3757380"/>
              <a:gd name="connsiteY42" fmla="*/ 6108749 h 6108749"/>
              <a:gd name="connsiteX43" fmla="*/ 5115 w 3757380"/>
              <a:gd name="connsiteY43" fmla="*/ 5904745 h 6108749"/>
              <a:gd name="connsiteX44" fmla="*/ 5115 w 3757380"/>
              <a:gd name="connsiteY44" fmla="*/ 5088753 h 6108749"/>
              <a:gd name="connsiteX45" fmla="*/ 5960 w 3757380"/>
              <a:gd name="connsiteY45" fmla="*/ 5080371 h 6108749"/>
              <a:gd name="connsiteX46" fmla="*/ 5960 w 3757380"/>
              <a:gd name="connsiteY46" fmla="*/ 3933706 h 6108749"/>
              <a:gd name="connsiteX47" fmla="*/ 5114 w 3757380"/>
              <a:gd name="connsiteY47" fmla="*/ 3925314 h 6108749"/>
              <a:gd name="connsiteX48" fmla="*/ 5114 w 3757380"/>
              <a:gd name="connsiteY48" fmla="*/ 3109322 h 6108749"/>
              <a:gd name="connsiteX49" fmla="*/ 5959 w 3757380"/>
              <a:gd name="connsiteY49" fmla="*/ 3100940 h 6108749"/>
              <a:gd name="connsiteX50" fmla="*/ 5959 w 3757380"/>
              <a:gd name="connsiteY50" fmla="*/ 3046383 h 6108749"/>
              <a:gd name="connsiteX51" fmla="*/ 4146 w 3757380"/>
              <a:gd name="connsiteY51" fmla="*/ 3040541 h 6108749"/>
              <a:gd name="connsiteX52" fmla="*/ 1 w 3757380"/>
              <a:gd name="connsiteY52" fmla="*/ 2999427 h 6108749"/>
              <a:gd name="connsiteX53" fmla="*/ 1 w 3757380"/>
              <a:gd name="connsiteY53" fmla="*/ 2183435 h 6108749"/>
              <a:gd name="connsiteX54" fmla="*/ 4146 w 3757380"/>
              <a:gd name="connsiteY54" fmla="*/ 2142322 h 6108749"/>
              <a:gd name="connsiteX55" fmla="*/ 5959 w 3757380"/>
              <a:gd name="connsiteY55" fmla="*/ 2136481 h 6108749"/>
              <a:gd name="connsiteX56" fmla="*/ 5959 w 3757380"/>
              <a:gd name="connsiteY56" fmla="*/ 1569975 h 6108749"/>
              <a:gd name="connsiteX57" fmla="*/ 5328 w 3757380"/>
              <a:gd name="connsiteY57" fmla="*/ 1567637 h 6108749"/>
              <a:gd name="connsiteX58" fmla="*/ 0 w 3757380"/>
              <a:gd name="connsiteY58" fmla="*/ 1506897 h 6108749"/>
              <a:gd name="connsiteX59" fmla="*/ 0 w 3757380"/>
              <a:gd name="connsiteY59" fmla="*/ 1019996 h 6108749"/>
              <a:gd name="connsiteX60" fmla="*/ 0 w 3757380"/>
              <a:gd name="connsiteY60" fmla="*/ 301386 h 6108749"/>
              <a:gd name="connsiteX61" fmla="*/ 0 w 3757380"/>
              <a:gd name="connsiteY61" fmla="*/ 204004 h 6108749"/>
              <a:gd name="connsiteX62" fmla="*/ 204004 w 3757380"/>
              <a:gd name="connsiteY62" fmla="*/ 0 h 61087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</a:cxnLst>
            <a:rect l="l" t="t" r="r" b="b"/>
            <a:pathLst>
              <a:path w="3757380" h="6108749">
                <a:moveTo>
                  <a:pt x="204004" y="0"/>
                </a:moveTo>
                <a:lnTo>
                  <a:pt x="262215" y="0"/>
                </a:lnTo>
                <a:lnTo>
                  <a:pt x="491598" y="0"/>
                </a:lnTo>
                <a:lnTo>
                  <a:pt x="631872" y="0"/>
                </a:lnTo>
                <a:lnTo>
                  <a:pt x="1038131" y="0"/>
                </a:lnTo>
                <a:lnTo>
                  <a:pt x="1318997" y="0"/>
                </a:lnTo>
                <a:lnTo>
                  <a:pt x="1325725" y="0"/>
                </a:lnTo>
                <a:lnTo>
                  <a:pt x="1599142" y="0"/>
                </a:lnTo>
                <a:lnTo>
                  <a:pt x="1695362" y="0"/>
                </a:lnTo>
                <a:lnTo>
                  <a:pt x="2055445" y="0"/>
                </a:lnTo>
                <a:lnTo>
                  <a:pt x="2153124" y="0"/>
                </a:lnTo>
                <a:lnTo>
                  <a:pt x="2433269" y="0"/>
                </a:lnTo>
                <a:lnTo>
                  <a:pt x="2434098" y="0"/>
                </a:lnTo>
                <a:lnTo>
                  <a:pt x="2714135" y="0"/>
                </a:lnTo>
                <a:lnTo>
                  <a:pt x="3128649" y="0"/>
                </a:lnTo>
                <a:lnTo>
                  <a:pt x="3268225" y="0"/>
                </a:lnTo>
                <a:lnTo>
                  <a:pt x="3488592" y="0"/>
                </a:lnTo>
                <a:lnTo>
                  <a:pt x="3548262" y="0"/>
                </a:lnTo>
                <a:cubicBezTo>
                  <a:pt x="3660930" y="0"/>
                  <a:pt x="3752266" y="91336"/>
                  <a:pt x="3752266" y="204004"/>
                </a:cubicBezTo>
                <a:lnTo>
                  <a:pt x="3752266" y="469787"/>
                </a:lnTo>
                <a:lnTo>
                  <a:pt x="3753864" y="485639"/>
                </a:lnTo>
                <a:lnTo>
                  <a:pt x="3753864" y="2465070"/>
                </a:lnTo>
                <a:lnTo>
                  <a:pt x="3753864" y="3074444"/>
                </a:lnTo>
                <a:lnTo>
                  <a:pt x="3757380" y="3109322"/>
                </a:lnTo>
                <a:lnTo>
                  <a:pt x="3757380" y="3925314"/>
                </a:lnTo>
                <a:lnTo>
                  <a:pt x="3753864" y="3960192"/>
                </a:lnTo>
                <a:lnTo>
                  <a:pt x="3753864" y="4553485"/>
                </a:lnTo>
                <a:lnTo>
                  <a:pt x="3757380" y="4593575"/>
                </a:lnTo>
                <a:lnTo>
                  <a:pt x="3757380" y="5088753"/>
                </a:lnTo>
                <a:lnTo>
                  <a:pt x="3757380" y="5799086"/>
                </a:lnTo>
                <a:lnTo>
                  <a:pt x="3757380" y="5904745"/>
                </a:lnTo>
                <a:cubicBezTo>
                  <a:pt x="3757380" y="6017413"/>
                  <a:pt x="3666044" y="6108749"/>
                  <a:pt x="3553376" y="6108749"/>
                </a:cubicBezTo>
                <a:lnTo>
                  <a:pt x="3268225" y="6108749"/>
                </a:lnTo>
                <a:lnTo>
                  <a:pt x="2719250" y="6108749"/>
                </a:lnTo>
                <a:lnTo>
                  <a:pt x="2438383" y="6108749"/>
                </a:lnTo>
                <a:lnTo>
                  <a:pt x="2434099" y="6108749"/>
                </a:lnTo>
                <a:lnTo>
                  <a:pt x="2158238" y="6108749"/>
                </a:lnTo>
                <a:lnTo>
                  <a:pt x="1604257" y="6108749"/>
                </a:lnTo>
                <a:lnTo>
                  <a:pt x="1325725" y="6108749"/>
                </a:lnTo>
                <a:lnTo>
                  <a:pt x="1324112" y="6108749"/>
                </a:lnTo>
                <a:lnTo>
                  <a:pt x="1043245" y="6108749"/>
                </a:lnTo>
                <a:lnTo>
                  <a:pt x="491599" y="6108749"/>
                </a:lnTo>
                <a:lnTo>
                  <a:pt x="209119" y="6108749"/>
                </a:lnTo>
                <a:cubicBezTo>
                  <a:pt x="96451" y="6108749"/>
                  <a:pt x="5115" y="6017413"/>
                  <a:pt x="5115" y="5904745"/>
                </a:cubicBezTo>
                <a:lnTo>
                  <a:pt x="5115" y="5088753"/>
                </a:lnTo>
                <a:lnTo>
                  <a:pt x="5960" y="5080371"/>
                </a:lnTo>
                <a:lnTo>
                  <a:pt x="5960" y="3933706"/>
                </a:lnTo>
                <a:lnTo>
                  <a:pt x="5114" y="3925314"/>
                </a:lnTo>
                <a:lnTo>
                  <a:pt x="5114" y="3109322"/>
                </a:lnTo>
                <a:lnTo>
                  <a:pt x="5959" y="3100940"/>
                </a:lnTo>
                <a:lnTo>
                  <a:pt x="5959" y="3046383"/>
                </a:lnTo>
                <a:lnTo>
                  <a:pt x="4146" y="3040541"/>
                </a:lnTo>
                <a:cubicBezTo>
                  <a:pt x="1428" y="3027260"/>
                  <a:pt x="1" y="3013510"/>
                  <a:pt x="1" y="2999427"/>
                </a:cubicBezTo>
                <a:lnTo>
                  <a:pt x="1" y="2183435"/>
                </a:lnTo>
                <a:cubicBezTo>
                  <a:pt x="1" y="2169352"/>
                  <a:pt x="1428" y="2155602"/>
                  <a:pt x="4146" y="2142322"/>
                </a:cubicBezTo>
                <a:lnTo>
                  <a:pt x="5959" y="2136481"/>
                </a:lnTo>
                <a:lnTo>
                  <a:pt x="5959" y="1569975"/>
                </a:lnTo>
                <a:lnTo>
                  <a:pt x="5328" y="1567637"/>
                </a:lnTo>
                <a:cubicBezTo>
                  <a:pt x="1834" y="1548016"/>
                  <a:pt x="0" y="1527702"/>
                  <a:pt x="0" y="1506897"/>
                </a:cubicBezTo>
                <a:lnTo>
                  <a:pt x="0" y="1019996"/>
                </a:lnTo>
                <a:lnTo>
                  <a:pt x="0" y="301386"/>
                </a:lnTo>
                <a:lnTo>
                  <a:pt x="0" y="204004"/>
                </a:lnTo>
                <a:cubicBezTo>
                  <a:pt x="0" y="91336"/>
                  <a:pt x="91336" y="0"/>
                  <a:pt x="204004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vert="eaVert" wrap="square">
            <a:noAutofit/>
          </a:bodyPr>
          <a:lstStyle>
            <a:lvl1pPr>
              <a:defRPr b="0" i="0">
                <a:solidFill>
                  <a:srgbClr val="010233"/>
                </a:solidFill>
                <a:latin typeface="Lato" panose="020F0502020204030203" pitchFamily="34" charset="77"/>
              </a:defRPr>
            </a:lvl1pPr>
          </a:lstStyle>
          <a:p>
            <a:pPr marL="0" marR="0" lvl="0" indent="0" defTabSz="55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 </a:t>
            </a:r>
          </a:p>
        </p:txBody>
      </p:sp>
      <p:sp>
        <p:nvSpPr>
          <p:cNvPr id="20" name="Vertical Text Placeholder 21">
            <a:extLst>
              <a:ext uri="{FF2B5EF4-FFF2-40B4-BE49-F238E27FC236}">
                <a16:creationId xmlns:a16="http://schemas.microsoft.com/office/drawing/2014/main" id="{6FE414BD-69CF-AD82-8072-04699E80A19A}"/>
              </a:ext>
            </a:extLst>
          </p:cNvPr>
          <p:cNvSpPr>
            <a:spLocks noGrp="1"/>
          </p:cNvSpPr>
          <p:nvPr>
            <p:ph type="body" orient="vert" sz="quarter" idx="65" hasCustomPrompt="1"/>
          </p:nvPr>
        </p:nvSpPr>
        <p:spPr>
          <a:xfrm>
            <a:off x="3586307" y="1950420"/>
            <a:ext cx="2278639" cy="3704351"/>
          </a:xfrm>
          <a:custGeom>
            <a:avLst/>
            <a:gdLst>
              <a:gd name="connsiteX0" fmla="*/ 204004 w 3757380"/>
              <a:gd name="connsiteY0" fmla="*/ 0 h 6108749"/>
              <a:gd name="connsiteX1" fmla="*/ 262215 w 3757380"/>
              <a:gd name="connsiteY1" fmla="*/ 0 h 6108749"/>
              <a:gd name="connsiteX2" fmla="*/ 491598 w 3757380"/>
              <a:gd name="connsiteY2" fmla="*/ 0 h 6108749"/>
              <a:gd name="connsiteX3" fmla="*/ 631872 w 3757380"/>
              <a:gd name="connsiteY3" fmla="*/ 0 h 6108749"/>
              <a:gd name="connsiteX4" fmla="*/ 1038131 w 3757380"/>
              <a:gd name="connsiteY4" fmla="*/ 0 h 6108749"/>
              <a:gd name="connsiteX5" fmla="*/ 1318997 w 3757380"/>
              <a:gd name="connsiteY5" fmla="*/ 0 h 6108749"/>
              <a:gd name="connsiteX6" fmla="*/ 1325725 w 3757380"/>
              <a:gd name="connsiteY6" fmla="*/ 0 h 6108749"/>
              <a:gd name="connsiteX7" fmla="*/ 1599142 w 3757380"/>
              <a:gd name="connsiteY7" fmla="*/ 0 h 6108749"/>
              <a:gd name="connsiteX8" fmla="*/ 1695362 w 3757380"/>
              <a:gd name="connsiteY8" fmla="*/ 0 h 6108749"/>
              <a:gd name="connsiteX9" fmla="*/ 2055445 w 3757380"/>
              <a:gd name="connsiteY9" fmla="*/ 0 h 6108749"/>
              <a:gd name="connsiteX10" fmla="*/ 2153124 w 3757380"/>
              <a:gd name="connsiteY10" fmla="*/ 0 h 6108749"/>
              <a:gd name="connsiteX11" fmla="*/ 2433269 w 3757380"/>
              <a:gd name="connsiteY11" fmla="*/ 0 h 6108749"/>
              <a:gd name="connsiteX12" fmla="*/ 2434098 w 3757380"/>
              <a:gd name="connsiteY12" fmla="*/ 0 h 6108749"/>
              <a:gd name="connsiteX13" fmla="*/ 2714135 w 3757380"/>
              <a:gd name="connsiteY13" fmla="*/ 0 h 6108749"/>
              <a:gd name="connsiteX14" fmla="*/ 3128649 w 3757380"/>
              <a:gd name="connsiteY14" fmla="*/ 0 h 6108749"/>
              <a:gd name="connsiteX15" fmla="*/ 3268225 w 3757380"/>
              <a:gd name="connsiteY15" fmla="*/ 0 h 6108749"/>
              <a:gd name="connsiteX16" fmla="*/ 3488592 w 3757380"/>
              <a:gd name="connsiteY16" fmla="*/ 0 h 6108749"/>
              <a:gd name="connsiteX17" fmla="*/ 3548262 w 3757380"/>
              <a:gd name="connsiteY17" fmla="*/ 0 h 6108749"/>
              <a:gd name="connsiteX18" fmla="*/ 3752266 w 3757380"/>
              <a:gd name="connsiteY18" fmla="*/ 204004 h 6108749"/>
              <a:gd name="connsiteX19" fmla="*/ 3752266 w 3757380"/>
              <a:gd name="connsiteY19" fmla="*/ 469787 h 6108749"/>
              <a:gd name="connsiteX20" fmla="*/ 3753864 w 3757380"/>
              <a:gd name="connsiteY20" fmla="*/ 485639 h 6108749"/>
              <a:gd name="connsiteX21" fmla="*/ 3753864 w 3757380"/>
              <a:gd name="connsiteY21" fmla="*/ 2465070 h 6108749"/>
              <a:gd name="connsiteX22" fmla="*/ 3753864 w 3757380"/>
              <a:gd name="connsiteY22" fmla="*/ 3074444 h 6108749"/>
              <a:gd name="connsiteX23" fmla="*/ 3757380 w 3757380"/>
              <a:gd name="connsiteY23" fmla="*/ 3109322 h 6108749"/>
              <a:gd name="connsiteX24" fmla="*/ 3757380 w 3757380"/>
              <a:gd name="connsiteY24" fmla="*/ 3925314 h 6108749"/>
              <a:gd name="connsiteX25" fmla="*/ 3753864 w 3757380"/>
              <a:gd name="connsiteY25" fmla="*/ 3960192 h 6108749"/>
              <a:gd name="connsiteX26" fmla="*/ 3753864 w 3757380"/>
              <a:gd name="connsiteY26" fmla="*/ 4553485 h 6108749"/>
              <a:gd name="connsiteX27" fmla="*/ 3757380 w 3757380"/>
              <a:gd name="connsiteY27" fmla="*/ 4593575 h 6108749"/>
              <a:gd name="connsiteX28" fmla="*/ 3757380 w 3757380"/>
              <a:gd name="connsiteY28" fmla="*/ 5088753 h 6108749"/>
              <a:gd name="connsiteX29" fmla="*/ 3757380 w 3757380"/>
              <a:gd name="connsiteY29" fmla="*/ 5799086 h 6108749"/>
              <a:gd name="connsiteX30" fmla="*/ 3757380 w 3757380"/>
              <a:gd name="connsiteY30" fmla="*/ 5904745 h 6108749"/>
              <a:gd name="connsiteX31" fmla="*/ 3553376 w 3757380"/>
              <a:gd name="connsiteY31" fmla="*/ 6108749 h 6108749"/>
              <a:gd name="connsiteX32" fmla="*/ 3268225 w 3757380"/>
              <a:gd name="connsiteY32" fmla="*/ 6108749 h 6108749"/>
              <a:gd name="connsiteX33" fmla="*/ 2719250 w 3757380"/>
              <a:gd name="connsiteY33" fmla="*/ 6108749 h 6108749"/>
              <a:gd name="connsiteX34" fmla="*/ 2438383 w 3757380"/>
              <a:gd name="connsiteY34" fmla="*/ 6108749 h 6108749"/>
              <a:gd name="connsiteX35" fmla="*/ 2434099 w 3757380"/>
              <a:gd name="connsiteY35" fmla="*/ 6108749 h 6108749"/>
              <a:gd name="connsiteX36" fmla="*/ 2158238 w 3757380"/>
              <a:gd name="connsiteY36" fmla="*/ 6108749 h 6108749"/>
              <a:gd name="connsiteX37" fmla="*/ 1604257 w 3757380"/>
              <a:gd name="connsiteY37" fmla="*/ 6108749 h 6108749"/>
              <a:gd name="connsiteX38" fmla="*/ 1325725 w 3757380"/>
              <a:gd name="connsiteY38" fmla="*/ 6108749 h 6108749"/>
              <a:gd name="connsiteX39" fmla="*/ 1324112 w 3757380"/>
              <a:gd name="connsiteY39" fmla="*/ 6108749 h 6108749"/>
              <a:gd name="connsiteX40" fmla="*/ 1043245 w 3757380"/>
              <a:gd name="connsiteY40" fmla="*/ 6108749 h 6108749"/>
              <a:gd name="connsiteX41" fmla="*/ 491599 w 3757380"/>
              <a:gd name="connsiteY41" fmla="*/ 6108749 h 6108749"/>
              <a:gd name="connsiteX42" fmla="*/ 209119 w 3757380"/>
              <a:gd name="connsiteY42" fmla="*/ 6108749 h 6108749"/>
              <a:gd name="connsiteX43" fmla="*/ 5115 w 3757380"/>
              <a:gd name="connsiteY43" fmla="*/ 5904745 h 6108749"/>
              <a:gd name="connsiteX44" fmla="*/ 5115 w 3757380"/>
              <a:gd name="connsiteY44" fmla="*/ 5088753 h 6108749"/>
              <a:gd name="connsiteX45" fmla="*/ 5960 w 3757380"/>
              <a:gd name="connsiteY45" fmla="*/ 5080371 h 6108749"/>
              <a:gd name="connsiteX46" fmla="*/ 5960 w 3757380"/>
              <a:gd name="connsiteY46" fmla="*/ 3933706 h 6108749"/>
              <a:gd name="connsiteX47" fmla="*/ 5114 w 3757380"/>
              <a:gd name="connsiteY47" fmla="*/ 3925314 h 6108749"/>
              <a:gd name="connsiteX48" fmla="*/ 5114 w 3757380"/>
              <a:gd name="connsiteY48" fmla="*/ 3109322 h 6108749"/>
              <a:gd name="connsiteX49" fmla="*/ 5959 w 3757380"/>
              <a:gd name="connsiteY49" fmla="*/ 3100940 h 6108749"/>
              <a:gd name="connsiteX50" fmla="*/ 5959 w 3757380"/>
              <a:gd name="connsiteY50" fmla="*/ 3046383 h 6108749"/>
              <a:gd name="connsiteX51" fmla="*/ 4146 w 3757380"/>
              <a:gd name="connsiteY51" fmla="*/ 3040541 h 6108749"/>
              <a:gd name="connsiteX52" fmla="*/ 1 w 3757380"/>
              <a:gd name="connsiteY52" fmla="*/ 2999427 h 6108749"/>
              <a:gd name="connsiteX53" fmla="*/ 1 w 3757380"/>
              <a:gd name="connsiteY53" fmla="*/ 2183435 h 6108749"/>
              <a:gd name="connsiteX54" fmla="*/ 4146 w 3757380"/>
              <a:gd name="connsiteY54" fmla="*/ 2142322 h 6108749"/>
              <a:gd name="connsiteX55" fmla="*/ 5959 w 3757380"/>
              <a:gd name="connsiteY55" fmla="*/ 2136481 h 6108749"/>
              <a:gd name="connsiteX56" fmla="*/ 5959 w 3757380"/>
              <a:gd name="connsiteY56" fmla="*/ 1569975 h 6108749"/>
              <a:gd name="connsiteX57" fmla="*/ 5328 w 3757380"/>
              <a:gd name="connsiteY57" fmla="*/ 1567637 h 6108749"/>
              <a:gd name="connsiteX58" fmla="*/ 0 w 3757380"/>
              <a:gd name="connsiteY58" fmla="*/ 1506897 h 6108749"/>
              <a:gd name="connsiteX59" fmla="*/ 0 w 3757380"/>
              <a:gd name="connsiteY59" fmla="*/ 1019996 h 6108749"/>
              <a:gd name="connsiteX60" fmla="*/ 0 w 3757380"/>
              <a:gd name="connsiteY60" fmla="*/ 301386 h 6108749"/>
              <a:gd name="connsiteX61" fmla="*/ 0 w 3757380"/>
              <a:gd name="connsiteY61" fmla="*/ 204004 h 6108749"/>
              <a:gd name="connsiteX62" fmla="*/ 204004 w 3757380"/>
              <a:gd name="connsiteY62" fmla="*/ 0 h 61087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</a:cxnLst>
            <a:rect l="l" t="t" r="r" b="b"/>
            <a:pathLst>
              <a:path w="3757380" h="6108749">
                <a:moveTo>
                  <a:pt x="204004" y="0"/>
                </a:moveTo>
                <a:lnTo>
                  <a:pt x="262215" y="0"/>
                </a:lnTo>
                <a:lnTo>
                  <a:pt x="491598" y="0"/>
                </a:lnTo>
                <a:lnTo>
                  <a:pt x="631872" y="0"/>
                </a:lnTo>
                <a:lnTo>
                  <a:pt x="1038131" y="0"/>
                </a:lnTo>
                <a:lnTo>
                  <a:pt x="1318997" y="0"/>
                </a:lnTo>
                <a:lnTo>
                  <a:pt x="1325725" y="0"/>
                </a:lnTo>
                <a:lnTo>
                  <a:pt x="1599142" y="0"/>
                </a:lnTo>
                <a:lnTo>
                  <a:pt x="1695362" y="0"/>
                </a:lnTo>
                <a:lnTo>
                  <a:pt x="2055445" y="0"/>
                </a:lnTo>
                <a:lnTo>
                  <a:pt x="2153124" y="0"/>
                </a:lnTo>
                <a:lnTo>
                  <a:pt x="2433269" y="0"/>
                </a:lnTo>
                <a:lnTo>
                  <a:pt x="2434098" y="0"/>
                </a:lnTo>
                <a:lnTo>
                  <a:pt x="2714135" y="0"/>
                </a:lnTo>
                <a:lnTo>
                  <a:pt x="3128649" y="0"/>
                </a:lnTo>
                <a:lnTo>
                  <a:pt x="3268225" y="0"/>
                </a:lnTo>
                <a:lnTo>
                  <a:pt x="3488592" y="0"/>
                </a:lnTo>
                <a:lnTo>
                  <a:pt x="3548262" y="0"/>
                </a:lnTo>
                <a:cubicBezTo>
                  <a:pt x="3660930" y="0"/>
                  <a:pt x="3752266" y="91336"/>
                  <a:pt x="3752266" y="204004"/>
                </a:cubicBezTo>
                <a:lnTo>
                  <a:pt x="3752266" y="469787"/>
                </a:lnTo>
                <a:lnTo>
                  <a:pt x="3753864" y="485639"/>
                </a:lnTo>
                <a:lnTo>
                  <a:pt x="3753864" y="2465070"/>
                </a:lnTo>
                <a:lnTo>
                  <a:pt x="3753864" y="3074444"/>
                </a:lnTo>
                <a:lnTo>
                  <a:pt x="3757380" y="3109322"/>
                </a:lnTo>
                <a:lnTo>
                  <a:pt x="3757380" y="3925314"/>
                </a:lnTo>
                <a:lnTo>
                  <a:pt x="3753864" y="3960192"/>
                </a:lnTo>
                <a:lnTo>
                  <a:pt x="3753864" y="4553485"/>
                </a:lnTo>
                <a:lnTo>
                  <a:pt x="3757380" y="4593575"/>
                </a:lnTo>
                <a:lnTo>
                  <a:pt x="3757380" y="5088753"/>
                </a:lnTo>
                <a:lnTo>
                  <a:pt x="3757380" y="5799086"/>
                </a:lnTo>
                <a:lnTo>
                  <a:pt x="3757380" y="5904745"/>
                </a:lnTo>
                <a:cubicBezTo>
                  <a:pt x="3757380" y="6017413"/>
                  <a:pt x="3666044" y="6108749"/>
                  <a:pt x="3553376" y="6108749"/>
                </a:cubicBezTo>
                <a:lnTo>
                  <a:pt x="3268225" y="6108749"/>
                </a:lnTo>
                <a:lnTo>
                  <a:pt x="2719250" y="6108749"/>
                </a:lnTo>
                <a:lnTo>
                  <a:pt x="2438383" y="6108749"/>
                </a:lnTo>
                <a:lnTo>
                  <a:pt x="2434099" y="6108749"/>
                </a:lnTo>
                <a:lnTo>
                  <a:pt x="2158238" y="6108749"/>
                </a:lnTo>
                <a:lnTo>
                  <a:pt x="1604257" y="6108749"/>
                </a:lnTo>
                <a:lnTo>
                  <a:pt x="1325725" y="6108749"/>
                </a:lnTo>
                <a:lnTo>
                  <a:pt x="1324112" y="6108749"/>
                </a:lnTo>
                <a:lnTo>
                  <a:pt x="1043245" y="6108749"/>
                </a:lnTo>
                <a:lnTo>
                  <a:pt x="491599" y="6108749"/>
                </a:lnTo>
                <a:lnTo>
                  <a:pt x="209119" y="6108749"/>
                </a:lnTo>
                <a:cubicBezTo>
                  <a:pt x="96451" y="6108749"/>
                  <a:pt x="5115" y="6017413"/>
                  <a:pt x="5115" y="5904745"/>
                </a:cubicBezTo>
                <a:lnTo>
                  <a:pt x="5115" y="5088753"/>
                </a:lnTo>
                <a:lnTo>
                  <a:pt x="5960" y="5080371"/>
                </a:lnTo>
                <a:lnTo>
                  <a:pt x="5960" y="3933706"/>
                </a:lnTo>
                <a:lnTo>
                  <a:pt x="5114" y="3925314"/>
                </a:lnTo>
                <a:lnTo>
                  <a:pt x="5114" y="3109322"/>
                </a:lnTo>
                <a:lnTo>
                  <a:pt x="5959" y="3100940"/>
                </a:lnTo>
                <a:lnTo>
                  <a:pt x="5959" y="3046383"/>
                </a:lnTo>
                <a:lnTo>
                  <a:pt x="4146" y="3040541"/>
                </a:lnTo>
                <a:cubicBezTo>
                  <a:pt x="1428" y="3027260"/>
                  <a:pt x="1" y="3013510"/>
                  <a:pt x="1" y="2999427"/>
                </a:cubicBezTo>
                <a:lnTo>
                  <a:pt x="1" y="2183435"/>
                </a:lnTo>
                <a:cubicBezTo>
                  <a:pt x="1" y="2169352"/>
                  <a:pt x="1428" y="2155602"/>
                  <a:pt x="4146" y="2142322"/>
                </a:cubicBezTo>
                <a:lnTo>
                  <a:pt x="5959" y="2136481"/>
                </a:lnTo>
                <a:lnTo>
                  <a:pt x="5959" y="1569975"/>
                </a:lnTo>
                <a:lnTo>
                  <a:pt x="5328" y="1567637"/>
                </a:lnTo>
                <a:cubicBezTo>
                  <a:pt x="1834" y="1548016"/>
                  <a:pt x="0" y="1527702"/>
                  <a:pt x="0" y="1506897"/>
                </a:cubicBezTo>
                <a:lnTo>
                  <a:pt x="0" y="1019996"/>
                </a:lnTo>
                <a:lnTo>
                  <a:pt x="0" y="301386"/>
                </a:lnTo>
                <a:lnTo>
                  <a:pt x="0" y="204004"/>
                </a:lnTo>
                <a:cubicBezTo>
                  <a:pt x="0" y="91336"/>
                  <a:pt x="91336" y="0"/>
                  <a:pt x="204004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vert="eaVert" wrap="square">
            <a:noAutofit/>
          </a:bodyPr>
          <a:lstStyle>
            <a:lvl1pPr>
              <a:defRPr b="0" i="0">
                <a:solidFill>
                  <a:srgbClr val="010233"/>
                </a:solidFill>
                <a:latin typeface="Lato" panose="020F0502020204030203" pitchFamily="34" charset="77"/>
              </a:defRPr>
            </a:lvl1pPr>
          </a:lstStyle>
          <a:p>
            <a:pPr marL="0" marR="0" lvl="0" indent="0" defTabSz="55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 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4CA9CA2B-3C8C-E53B-4820-7DEA86A3E64B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1697694" y="2140184"/>
            <a:ext cx="788136" cy="742235"/>
          </a:xfrm>
          <a:prstGeom prst="rect">
            <a:avLst/>
          </a:prstGeom>
        </p:spPr>
        <p:txBody>
          <a:bodyPr lIns="90000"/>
          <a:lstStyle>
            <a:lvl1pPr>
              <a:defRPr b="0" i="0">
                <a:latin typeface="Lato" panose="020F0502020204030203" pitchFamily="34" charset="77"/>
              </a:defRPr>
            </a:lvl1pPr>
          </a:lstStyle>
          <a:p>
            <a:endParaRPr lang="en-US"/>
          </a:p>
        </p:txBody>
      </p:sp>
      <p:sp>
        <p:nvSpPr>
          <p:cNvPr id="25" name="Text Placeholder 12">
            <a:extLst>
              <a:ext uri="{FF2B5EF4-FFF2-40B4-BE49-F238E27FC236}">
                <a16:creationId xmlns:a16="http://schemas.microsoft.com/office/drawing/2014/main" id="{18DA12EE-7509-CEDE-F97C-0345F4BD0E4A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032596" y="3450550"/>
            <a:ext cx="2112503" cy="623004"/>
          </a:xfrm>
          <a:prstGeom prst="rect">
            <a:avLst/>
          </a:prstGeom>
        </p:spPr>
        <p:txBody>
          <a:bodyPr/>
          <a:lstStyle>
            <a:lvl1pPr marL="16933" marR="177796" algn="ctr">
              <a:lnSpc>
                <a:spcPct val="122200"/>
              </a:lnSpc>
              <a:spcBef>
                <a:spcPts val="127"/>
              </a:spcBef>
              <a:defRPr sz="1092" b="0" i="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marL="12700" marR="133350">
              <a:lnSpc>
                <a:spcPct val="122200"/>
              </a:lnSpc>
              <a:spcBef>
                <a:spcPts val="95"/>
              </a:spcBef>
            </a:pPr>
            <a:r>
              <a:rPr lang="en-GB" sz="1092" b="1">
                <a:solidFill>
                  <a:srgbClr val="0102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Lorem ipsum </a:t>
            </a:r>
            <a:br>
              <a:rPr lang="en-GB" sz="1092" b="1">
                <a:solidFill>
                  <a:srgbClr val="0102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GB" sz="1092" b="1" err="1">
                <a:solidFill>
                  <a:srgbClr val="0102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dolor</a:t>
            </a:r>
            <a:r>
              <a:rPr lang="en-GB" sz="1092" b="1">
                <a:solidFill>
                  <a:srgbClr val="0102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sit </a:t>
            </a:r>
            <a:r>
              <a:rPr lang="en-GB" sz="1092" b="1" err="1">
                <a:solidFill>
                  <a:srgbClr val="0102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amet</a:t>
            </a:r>
            <a:r>
              <a:rPr lang="en-GB" sz="1092" b="1">
                <a:solidFill>
                  <a:srgbClr val="0102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ad minim</a:t>
            </a:r>
          </a:p>
          <a:p>
            <a:pPr marL="12700" marR="133350">
              <a:lnSpc>
                <a:spcPct val="122200"/>
              </a:lnSpc>
              <a:spcBef>
                <a:spcPts val="95"/>
              </a:spcBef>
            </a:pPr>
            <a:r>
              <a:rPr lang="en-GB" sz="1092" b="1">
                <a:solidFill>
                  <a:srgbClr val="0102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Lorem ipsum</a:t>
            </a:r>
          </a:p>
        </p:txBody>
      </p:sp>
      <p:sp>
        <p:nvSpPr>
          <p:cNvPr id="26" name="Picture Placeholder 23">
            <a:extLst>
              <a:ext uri="{FF2B5EF4-FFF2-40B4-BE49-F238E27FC236}">
                <a16:creationId xmlns:a16="http://schemas.microsoft.com/office/drawing/2014/main" id="{AD8CD60E-8163-7146-9976-6F96FF0811E6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4331557" y="2140184"/>
            <a:ext cx="788136" cy="742235"/>
          </a:xfrm>
          <a:prstGeom prst="rect">
            <a:avLst/>
          </a:prstGeom>
        </p:spPr>
        <p:txBody>
          <a:bodyPr lIns="90000" anchor="ctr">
            <a:normAutofit/>
          </a:bodyPr>
          <a:lstStyle>
            <a:lvl1pPr algn="ctr">
              <a:defRPr sz="1400" b="0" i="0">
                <a:latin typeface="Lato" panose="020F0502020204030203" pitchFamily="34" charset="77"/>
              </a:defRPr>
            </a:lvl1pPr>
          </a:lstStyle>
          <a:p>
            <a:endParaRPr lang="en-US"/>
          </a:p>
        </p:txBody>
      </p:sp>
      <p:sp>
        <p:nvSpPr>
          <p:cNvPr id="27" name="Picture Placeholder 23">
            <a:extLst>
              <a:ext uri="{FF2B5EF4-FFF2-40B4-BE49-F238E27FC236}">
                <a16:creationId xmlns:a16="http://schemas.microsoft.com/office/drawing/2014/main" id="{71F26716-5F7C-A17C-9397-2C076496FAD1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6965420" y="2140184"/>
            <a:ext cx="788136" cy="742235"/>
          </a:xfrm>
          <a:prstGeom prst="rect">
            <a:avLst/>
          </a:prstGeom>
        </p:spPr>
        <p:txBody>
          <a:bodyPr lIns="90000" anchor="ctr">
            <a:normAutofit/>
          </a:bodyPr>
          <a:lstStyle>
            <a:lvl1pPr algn="ctr">
              <a:defRPr sz="1400" b="0" i="0">
                <a:latin typeface="Lato" panose="020F0502020204030203" pitchFamily="34" charset="77"/>
              </a:defRPr>
            </a:lvl1pPr>
          </a:lstStyle>
          <a:p>
            <a:endParaRPr lang="en-US"/>
          </a:p>
        </p:txBody>
      </p:sp>
      <p:sp>
        <p:nvSpPr>
          <p:cNvPr id="28" name="Vertical Text Placeholder 14">
            <a:extLst>
              <a:ext uri="{FF2B5EF4-FFF2-40B4-BE49-F238E27FC236}">
                <a16:creationId xmlns:a16="http://schemas.microsoft.com/office/drawing/2014/main" id="{E0D0C7E1-DD38-B50A-F105-BFD24A536AFF}"/>
              </a:ext>
            </a:extLst>
          </p:cNvPr>
          <p:cNvSpPr>
            <a:spLocks noGrp="1"/>
          </p:cNvSpPr>
          <p:nvPr>
            <p:ph type="body" orient="vert" sz="quarter" idx="60" hasCustomPrompt="1"/>
          </p:nvPr>
        </p:nvSpPr>
        <p:spPr>
          <a:xfrm>
            <a:off x="949527" y="1940157"/>
            <a:ext cx="2278639" cy="3704351"/>
          </a:xfrm>
          <a:custGeom>
            <a:avLst/>
            <a:gdLst>
              <a:gd name="connsiteX0" fmla="*/ 204004 w 3757380"/>
              <a:gd name="connsiteY0" fmla="*/ 0 h 6108749"/>
              <a:gd name="connsiteX1" fmla="*/ 262215 w 3757380"/>
              <a:gd name="connsiteY1" fmla="*/ 0 h 6108749"/>
              <a:gd name="connsiteX2" fmla="*/ 491598 w 3757380"/>
              <a:gd name="connsiteY2" fmla="*/ 0 h 6108749"/>
              <a:gd name="connsiteX3" fmla="*/ 631872 w 3757380"/>
              <a:gd name="connsiteY3" fmla="*/ 0 h 6108749"/>
              <a:gd name="connsiteX4" fmla="*/ 1038131 w 3757380"/>
              <a:gd name="connsiteY4" fmla="*/ 0 h 6108749"/>
              <a:gd name="connsiteX5" fmla="*/ 1318997 w 3757380"/>
              <a:gd name="connsiteY5" fmla="*/ 0 h 6108749"/>
              <a:gd name="connsiteX6" fmla="*/ 1325725 w 3757380"/>
              <a:gd name="connsiteY6" fmla="*/ 0 h 6108749"/>
              <a:gd name="connsiteX7" fmla="*/ 1599142 w 3757380"/>
              <a:gd name="connsiteY7" fmla="*/ 0 h 6108749"/>
              <a:gd name="connsiteX8" fmla="*/ 1695362 w 3757380"/>
              <a:gd name="connsiteY8" fmla="*/ 0 h 6108749"/>
              <a:gd name="connsiteX9" fmla="*/ 2055445 w 3757380"/>
              <a:gd name="connsiteY9" fmla="*/ 0 h 6108749"/>
              <a:gd name="connsiteX10" fmla="*/ 2153124 w 3757380"/>
              <a:gd name="connsiteY10" fmla="*/ 0 h 6108749"/>
              <a:gd name="connsiteX11" fmla="*/ 2433269 w 3757380"/>
              <a:gd name="connsiteY11" fmla="*/ 0 h 6108749"/>
              <a:gd name="connsiteX12" fmla="*/ 2434098 w 3757380"/>
              <a:gd name="connsiteY12" fmla="*/ 0 h 6108749"/>
              <a:gd name="connsiteX13" fmla="*/ 2714135 w 3757380"/>
              <a:gd name="connsiteY13" fmla="*/ 0 h 6108749"/>
              <a:gd name="connsiteX14" fmla="*/ 3128649 w 3757380"/>
              <a:gd name="connsiteY14" fmla="*/ 0 h 6108749"/>
              <a:gd name="connsiteX15" fmla="*/ 3268225 w 3757380"/>
              <a:gd name="connsiteY15" fmla="*/ 0 h 6108749"/>
              <a:gd name="connsiteX16" fmla="*/ 3488592 w 3757380"/>
              <a:gd name="connsiteY16" fmla="*/ 0 h 6108749"/>
              <a:gd name="connsiteX17" fmla="*/ 3548262 w 3757380"/>
              <a:gd name="connsiteY17" fmla="*/ 0 h 6108749"/>
              <a:gd name="connsiteX18" fmla="*/ 3752266 w 3757380"/>
              <a:gd name="connsiteY18" fmla="*/ 204004 h 6108749"/>
              <a:gd name="connsiteX19" fmla="*/ 3752266 w 3757380"/>
              <a:gd name="connsiteY19" fmla="*/ 469787 h 6108749"/>
              <a:gd name="connsiteX20" fmla="*/ 3753864 w 3757380"/>
              <a:gd name="connsiteY20" fmla="*/ 485639 h 6108749"/>
              <a:gd name="connsiteX21" fmla="*/ 3753864 w 3757380"/>
              <a:gd name="connsiteY21" fmla="*/ 2465070 h 6108749"/>
              <a:gd name="connsiteX22" fmla="*/ 3753864 w 3757380"/>
              <a:gd name="connsiteY22" fmla="*/ 3074444 h 6108749"/>
              <a:gd name="connsiteX23" fmla="*/ 3757380 w 3757380"/>
              <a:gd name="connsiteY23" fmla="*/ 3109322 h 6108749"/>
              <a:gd name="connsiteX24" fmla="*/ 3757380 w 3757380"/>
              <a:gd name="connsiteY24" fmla="*/ 3925314 h 6108749"/>
              <a:gd name="connsiteX25" fmla="*/ 3753864 w 3757380"/>
              <a:gd name="connsiteY25" fmla="*/ 3960192 h 6108749"/>
              <a:gd name="connsiteX26" fmla="*/ 3753864 w 3757380"/>
              <a:gd name="connsiteY26" fmla="*/ 4553485 h 6108749"/>
              <a:gd name="connsiteX27" fmla="*/ 3757380 w 3757380"/>
              <a:gd name="connsiteY27" fmla="*/ 4593575 h 6108749"/>
              <a:gd name="connsiteX28" fmla="*/ 3757380 w 3757380"/>
              <a:gd name="connsiteY28" fmla="*/ 5088753 h 6108749"/>
              <a:gd name="connsiteX29" fmla="*/ 3757380 w 3757380"/>
              <a:gd name="connsiteY29" fmla="*/ 5799086 h 6108749"/>
              <a:gd name="connsiteX30" fmla="*/ 3757380 w 3757380"/>
              <a:gd name="connsiteY30" fmla="*/ 5904745 h 6108749"/>
              <a:gd name="connsiteX31" fmla="*/ 3553376 w 3757380"/>
              <a:gd name="connsiteY31" fmla="*/ 6108749 h 6108749"/>
              <a:gd name="connsiteX32" fmla="*/ 3268225 w 3757380"/>
              <a:gd name="connsiteY32" fmla="*/ 6108749 h 6108749"/>
              <a:gd name="connsiteX33" fmla="*/ 2719250 w 3757380"/>
              <a:gd name="connsiteY33" fmla="*/ 6108749 h 6108749"/>
              <a:gd name="connsiteX34" fmla="*/ 2438383 w 3757380"/>
              <a:gd name="connsiteY34" fmla="*/ 6108749 h 6108749"/>
              <a:gd name="connsiteX35" fmla="*/ 2434099 w 3757380"/>
              <a:gd name="connsiteY35" fmla="*/ 6108749 h 6108749"/>
              <a:gd name="connsiteX36" fmla="*/ 2158238 w 3757380"/>
              <a:gd name="connsiteY36" fmla="*/ 6108749 h 6108749"/>
              <a:gd name="connsiteX37" fmla="*/ 1604257 w 3757380"/>
              <a:gd name="connsiteY37" fmla="*/ 6108749 h 6108749"/>
              <a:gd name="connsiteX38" fmla="*/ 1325725 w 3757380"/>
              <a:gd name="connsiteY38" fmla="*/ 6108749 h 6108749"/>
              <a:gd name="connsiteX39" fmla="*/ 1324112 w 3757380"/>
              <a:gd name="connsiteY39" fmla="*/ 6108749 h 6108749"/>
              <a:gd name="connsiteX40" fmla="*/ 1043245 w 3757380"/>
              <a:gd name="connsiteY40" fmla="*/ 6108749 h 6108749"/>
              <a:gd name="connsiteX41" fmla="*/ 491599 w 3757380"/>
              <a:gd name="connsiteY41" fmla="*/ 6108749 h 6108749"/>
              <a:gd name="connsiteX42" fmla="*/ 209119 w 3757380"/>
              <a:gd name="connsiteY42" fmla="*/ 6108749 h 6108749"/>
              <a:gd name="connsiteX43" fmla="*/ 5115 w 3757380"/>
              <a:gd name="connsiteY43" fmla="*/ 5904745 h 6108749"/>
              <a:gd name="connsiteX44" fmla="*/ 5115 w 3757380"/>
              <a:gd name="connsiteY44" fmla="*/ 5088753 h 6108749"/>
              <a:gd name="connsiteX45" fmla="*/ 5960 w 3757380"/>
              <a:gd name="connsiteY45" fmla="*/ 5080371 h 6108749"/>
              <a:gd name="connsiteX46" fmla="*/ 5960 w 3757380"/>
              <a:gd name="connsiteY46" fmla="*/ 3933706 h 6108749"/>
              <a:gd name="connsiteX47" fmla="*/ 5114 w 3757380"/>
              <a:gd name="connsiteY47" fmla="*/ 3925314 h 6108749"/>
              <a:gd name="connsiteX48" fmla="*/ 5114 w 3757380"/>
              <a:gd name="connsiteY48" fmla="*/ 3109322 h 6108749"/>
              <a:gd name="connsiteX49" fmla="*/ 5959 w 3757380"/>
              <a:gd name="connsiteY49" fmla="*/ 3100940 h 6108749"/>
              <a:gd name="connsiteX50" fmla="*/ 5959 w 3757380"/>
              <a:gd name="connsiteY50" fmla="*/ 3046383 h 6108749"/>
              <a:gd name="connsiteX51" fmla="*/ 4146 w 3757380"/>
              <a:gd name="connsiteY51" fmla="*/ 3040541 h 6108749"/>
              <a:gd name="connsiteX52" fmla="*/ 1 w 3757380"/>
              <a:gd name="connsiteY52" fmla="*/ 2999427 h 6108749"/>
              <a:gd name="connsiteX53" fmla="*/ 1 w 3757380"/>
              <a:gd name="connsiteY53" fmla="*/ 2183435 h 6108749"/>
              <a:gd name="connsiteX54" fmla="*/ 4146 w 3757380"/>
              <a:gd name="connsiteY54" fmla="*/ 2142322 h 6108749"/>
              <a:gd name="connsiteX55" fmla="*/ 5959 w 3757380"/>
              <a:gd name="connsiteY55" fmla="*/ 2136481 h 6108749"/>
              <a:gd name="connsiteX56" fmla="*/ 5959 w 3757380"/>
              <a:gd name="connsiteY56" fmla="*/ 1569975 h 6108749"/>
              <a:gd name="connsiteX57" fmla="*/ 5328 w 3757380"/>
              <a:gd name="connsiteY57" fmla="*/ 1567637 h 6108749"/>
              <a:gd name="connsiteX58" fmla="*/ 0 w 3757380"/>
              <a:gd name="connsiteY58" fmla="*/ 1506897 h 6108749"/>
              <a:gd name="connsiteX59" fmla="*/ 0 w 3757380"/>
              <a:gd name="connsiteY59" fmla="*/ 1019996 h 6108749"/>
              <a:gd name="connsiteX60" fmla="*/ 0 w 3757380"/>
              <a:gd name="connsiteY60" fmla="*/ 301386 h 6108749"/>
              <a:gd name="connsiteX61" fmla="*/ 0 w 3757380"/>
              <a:gd name="connsiteY61" fmla="*/ 204004 h 6108749"/>
              <a:gd name="connsiteX62" fmla="*/ 204004 w 3757380"/>
              <a:gd name="connsiteY62" fmla="*/ 0 h 61087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</a:cxnLst>
            <a:rect l="l" t="t" r="r" b="b"/>
            <a:pathLst>
              <a:path w="3757380" h="6108749">
                <a:moveTo>
                  <a:pt x="204004" y="0"/>
                </a:moveTo>
                <a:lnTo>
                  <a:pt x="262215" y="0"/>
                </a:lnTo>
                <a:lnTo>
                  <a:pt x="491598" y="0"/>
                </a:lnTo>
                <a:lnTo>
                  <a:pt x="631872" y="0"/>
                </a:lnTo>
                <a:lnTo>
                  <a:pt x="1038131" y="0"/>
                </a:lnTo>
                <a:lnTo>
                  <a:pt x="1318997" y="0"/>
                </a:lnTo>
                <a:lnTo>
                  <a:pt x="1325725" y="0"/>
                </a:lnTo>
                <a:lnTo>
                  <a:pt x="1599142" y="0"/>
                </a:lnTo>
                <a:lnTo>
                  <a:pt x="1695362" y="0"/>
                </a:lnTo>
                <a:lnTo>
                  <a:pt x="2055445" y="0"/>
                </a:lnTo>
                <a:lnTo>
                  <a:pt x="2153124" y="0"/>
                </a:lnTo>
                <a:lnTo>
                  <a:pt x="2433269" y="0"/>
                </a:lnTo>
                <a:lnTo>
                  <a:pt x="2434098" y="0"/>
                </a:lnTo>
                <a:lnTo>
                  <a:pt x="2714135" y="0"/>
                </a:lnTo>
                <a:lnTo>
                  <a:pt x="3128649" y="0"/>
                </a:lnTo>
                <a:lnTo>
                  <a:pt x="3268225" y="0"/>
                </a:lnTo>
                <a:lnTo>
                  <a:pt x="3488592" y="0"/>
                </a:lnTo>
                <a:lnTo>
                  <a:pt x="3548262" y="0"/>
                </a:lnTo>
                <a:cubicBezTo>
                  <a:pt x="3660930" y="0"/>
                  <a:pt x="3752266" y="91336"/>
                  <a:pt x="3752266" y="204004"/>
                </a:cubicBezTo>
                <a:lnTo>
                  <a:pt x="3752266" y="469787"/>
                </a:lnTo>
                <a:lnTo>
                  <a:pt x="3753864" y="485639"/>
                </a:lnTo>
                <a:lnTo>
                  <a:pt x="3753864" y="2465070"/>
                </a:lnTo>
                <a:lnTo>
                  <a:pt x="3753864" y="3074444"/>
                </a:lnTo>
                <a:lnTo>
                  <a:pt x="3757380" y="3109322"/>
                </a:lnTo>
                <a:lnTo>
                  <a:pt x="3757380" y="3925314"/>
                </a:lnTo>
                <a:lnTo>
                  <a:pt x="3753864" y="3960192"/>
                </a:lnTo>
                <a:lnTo>
                  <a:pt x="3753864" y="4553485"/>
                </a:lnTo>
                <a:lnTo>
                  <a:pt x="3757380" y="4593575"/>
                </a:lnTo>
                <a:lnTo>
                  <a:pt x="3757380" y="5088753"/>
                </a:lnTo>
                <a:lnTo>
                  <a:pt x="3757380" y="5799086"/>
                </a:lnTo>
                <a:lnTo>
                  <a:pt x="3757380" y="5904745"/>
                </a:lnTo>
                <a:cubicBezTo>
                  <a:pt x="3757380" y="6017413"/>
                  <a:pt x="3666044" y="6108749"/>
                  <a:pt x="3553376" y="6108749"/>
                </a:cubicBezTo>
                <a:lnTo>
                  <a:pt x="3268225" y="6108749"/>
                </a:lnTo>
                <a:lnTo>
                  <a:pt x="2719250" y="6108749"/>
                </a:lnTo>
                <a:lnTo>
                  <a:pt x="2438383" y="6108749"/>
                </a:lnTo>
                <a:lnTo>
                  <a:pt x="2434099" y="6108749"/>
                </a:lnTo>
                <a:lnTo>
                  <a:pt x="2158238" y="6108749"/>
                </a:lnTo>
                <a:lnTo>
                  <a:pt x="1604257" y="6108749"/>
                </a:lnTo>
                <a:lnTo>
                  <a:pt x="1325725" y="6108749"/>
                </a:lnTo>
                <a:lnTo>
                  <a:pt x="1324112" y="6108749"/>
                </a:lnTo>
                <a:lnTo>
                  <a:pt x="1043245" y="6108749"/>
                </a:lnTo>
                <a:lnTo>
                  <a:pt x="491599" y="6108749"/>
                </a:lnTo>
                <a:lnTo>
                  <a:pt x="209119" y="6108749"/>
                </a:lnTo>
                <a:cubicBezTo>
                  <a:pt x="96451" y="6108749"/>
                  <a:pt x="5115" y="6017413"/>
                  <a:pt x="5115" y="5904745"/>
                </a:cubicBezTo>
                <a:lnTo>
                  <a:pt x="5115" y="5088753"/>
                </a:lnTo>
                <a:lnTo>
                  <a:pt x="5960" y="5080371"/>
                </a:lnTo>
                <a:lnTo>
                  <a:pt x="5960" y="3933706"/>
                </a:lnTo>
                <a:lnTo>
                  <a:pt x="5114" y="3925314"/>
                </a:lnTo>
                <a:lnTo>
                  <a:pt x="5114" y="3109322"/>
                </a:lnTo>
                <a:lnTo>
                  <a:pt x="5959" y="3100940"/>
                </a:lnTo>
                <a:lnTo>
                  <a:pt x="5959" y="3046383"/>
                </a:lnTo>
                <a:lnTo>
                  <a:pt x="4146" y="3040541"/>
                </a:lnTo>
                <a:cubicBezTo>
                  <a:pt x="1428" y="3027260"/>
                  <a:pt x="1" y="3013510"/>
                  <a:pt x="1" y="2999427"/>
                </a:cubicBezTo>
                <a:lnTo>
                  <a:pt x="1" y="2183435"/>
                </a:lnTo>
                <a:cubicBezTo>
                  <a:pt x="1" y="2169352"/>
                  <a:pt x="1428" y="2155602"/>
                  <a:pt x="4146" y="2142322"/>
                </a:cubicBezTo>
                <a:lnTo>
                  <a:pt x="5959" y="2136481"/>
                </a:lnTo>
                <a:lnTo>
                  <a:pt x="5959" y="1569975"/>
                </a:lnTo>
                <a:lnTo>
                  <a:pt x="5328" y="1567637"/>
                </a:lnTo>
                <a:cubicBezTo>
                  <a:pt x="1834" y="1548016"/>
                  <a:pt x="0" y="1527702"/>
                  <a:pt x="0" y="1506897"/>
                </a:cubicBezTo>
                <a:lnTo>
                  <a:pt x="0" y="1019996"/>
                </a:lnTo>
                <a:lnTo>
                  <a:pt x="0" y="301386"/>
                </a:lnTo>
                <a:lnTo>
                  <a:pt x="0" y="204004"/>
                </a:lnTo>
                <a:cubicBezTo>
                  <a:pt x="0" y="91336"/>
                  <a:pt x="91336" y="0"/>
                  <a:pt x="204004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vert="eaVert" wrap="square">
            <a:noAutofit/>
          </a:bodyPr>
          <a:lstStyle>
            <a:lvl1pPr>
              <a:defRPr b="0" i="0">
                <a:solidFill>
                  <a:srgbClr val="010233"/>
                </a:solidFill>
                <a:latin typeface="Lato" panose="020F0502020204030203" pitchFamily="34" charset="77"/>
              </a:defRPr>
            </a:lvl1pPr>
          </a:lstStyle>
          <a:p>
            <a:pPr marL="0" marR="0" lvl="0" indent="0" defTabSz="55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 </a:t>
            </a:r>
          </a:p>
        </p:txBody>
      </p:sp>
      <p:sp>
        <p:nvSpPr>
          <p:cNvPr id="29" name="Picture Placeholder 23">
            <a:extLst>
              <a:ext uri="{FF2B5EF4-FFF2-40B4-BE49-F238E27FC236}">
                <a16:creationId xmlns:a16="http://schemas.microsoft.com/office/drawing/2014/main" id="{1C6F4C9A-F8A6-8EEC-3F2D-641C92722FDB}"/>
              </a:ext>
            </a:extLst>
          </p:cNvPr>
          <p:cNvSpPr>
            <a:spLocks noGrp="1"/>
          </p:cNvSpPr>
          <p:nvPr>
            <p:ph type="pic" sz="quarter" idx="61"/>
          </p:nvPr>
        </p:nvSpPr>
        <p:spPr>
          <a:xfrm>
            <a:off x="1694780" y="2140184"/>
            <a:ext cx="788136" cy="742235"/>
          </a:xfrm>
          <a:prstGeom prst="rect">
            <a:avLst/>
          </a:prstGeom>
        </p:spPr>
        <p:txBody>
          <a:bodyPr lIns="90000" anchor="ctr">
            <a:normAutofit/>
          </a:bodyPr>
          <a:lstStyle>
            <a:lvl1pPr algn="ctr">
              <a:defRPr sz="1400" b="0" i="0">
                <a:latin typeface="Lato" panose="020F0502020204030203" pitchFamily="34" charset="77"/>
              </a:defRPr>
            </a:lvl1pPr>
          </a:lstStyle>
          <a:p>
            <a:endParaRPr lang="en-US"/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DFFFBD53-D0B6-EF48-4CF2-D8D0C1475D3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32596" y="3025746"/>
            <a:ext cx="2112503" cy="42480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lnSpc>
                <a:spcPct val="90000"/>
              </a:lnSpc>
              <a:spcBef>
                <a:spcPts val="121"/>
              </a:spcBef>
              <a:spcAft>
                <a:spcPts val="909"/>
              </a:spcAft>
              <a:buClr>
                <a:schemeClr val="accent6"/>
              </a:buClr>
              <a:defRPr sz="1600" b="1" i="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2pPr marL="174638" indent="-174638">
              <a:lnSpc>
                <a:spcPct val="100000"/>
              </a:lnSpc>
              <a:spcBef>
                <a:spcPts val="121"/>
              </a:spcBef>
              <a:spcAft>
                <a:spcPts val="607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•"/>
              <a:defRPr sz="1213" b="0" i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349278" indent="-152810">
              <a:lnSpc>
                <a:spcPct val="100000"/>
              </a:lnSpc>
              <a:spcBef>
                <a:spcPts val="121"/>
              </a:spcBef>
              <a:spcAft>
                <a:spcPts val="303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 sz="1213" b="0" i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085" indent="-228584">
              <a:lnSpc>
                <a:spcPct val="130000"/>
              </a:lnSpc>
              <a:buClr>
                <a:schemeClr val="accent6"/>
              </a:buClr>
              <a:buFont typeface="System Font Regular"/>
              <a:buChar char="-"/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30000"/>
              </a:lnSpc>
              <a:buClr>
                <a:schemeClr val="accent6"/>
              </a:buClr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/>
              <a:t>Lorem ipsum </a:t>
            </a:r>
            <a:br>
              <a:rPr lang="en-US"/>
            </a:br>
            <a:r>
              <a:rPr lang="en-US"/>
              <a:t>Dolor sit </a:t>
            </a:r>
            <a:r>
              <a:rPr lang="en-US" err="1"/>
              <a:t>amet</a:t>
            </a:r>
            <a:endParaRPr lang="en-US"/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E08B8DAD-569E-CBFD-CAEB-4DF4B426F404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1032596" y="3467957"/>
            <a:ext cx="2112503" cy="578419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lnSpc>
                <a:spcPct val="100000"/>
              </a:lnSpc>
              <a:spcBef>
                <a:spcPts val="121"/>
              </a:spcBef>
              <a:spcAft>
                <a:spcPts val="909"/>
              </a:spcAft>
              <a:buClr>
                <a:schemeClr val="accent6"/>
              </a:buClr>
              <a:defRPr sz="1092" b="0" i="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2pPr marL="174638" indent="-174638">
              <a:lnSpc>
                <a:spcPct val="100000"/>
              </a:lnSpc>
              <a:spcBef>
                <a:spcPts val="121"/>
              </a:spcBef>
              <a:spcAft>
                <a:spcPts val="607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•"/>
              <a:defRPr sz="1213" b="0" i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349278" indent="-152810">
              <a:lnSpc>
                <a:spcPct val="100000"/>
              </a:lnSpc>
              <a:spcBef>
                <a:spcPts val="121"/>
              </a:spcBef>
              <a:spcAft>
                <a:spcPts val="303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 sz="1213" b="0" i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085" indent="-228584">
              <a:lnSpc>
                <a:spcPct val="130000"/>
              </a:lnSpc>
              <a:buClr>
                <a:schemeClr val="accent6"/>
              </a:buClr>
              <a:buFont typeface="System Font Regular"/>
              <a:buChar char="-"/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30000"/>
              </a:lnSpc>
              <a:buClr>
                <a:schemeClr val="accent6"/>
              </a:buClr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br>
              <a:rPr lang="en-US"/>
            </a:b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</a:p>
        </p:txBody>
      </p:sp>
      <p:sp>
        <p:nvSpPr>
          <p:cNvPr id="33" name="Text Placeholder 3">
            <a:extLst>
              <a:ext uri="{FF2B5EF4-FFF2-40B4-BE49-F238E27FC236}">
                <a16:creationId xmlns:a16="http://schemas.microsoft.com/office/drawing/2014/main" id="{8B408FB4-6DE5-760C-479A-7DB8D19D793F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3669375" y="3032222"/>
            <a:ext cx="2112503" cy="42480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lnSpc>
                <a:spcPct val="90000"/>
              </a:lnSpc>
              <a:spcBef>
                <a:spcPts val="121"/>
              </a:spcBef>
              <a:spcAft>
                <a:spcPts val="909"/>
              </a:spcAft>
              <a:buClr>
                <a:schemeClr val="accent6"/>
              </a:buClr>
              <a:defRPr sz="1600" b="1" i="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2pPr marL="174638" indent="-174638">
              <a:lnSpc>
                <a:spcPct val="100000"/>
              </a:lnSpc>
              <a:spcBef>
                <a:spcPts val="121"/>
              </a:spcBef>
              <a:spcAft>
                <a:spcPts val="607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•"/>
              <a:defRPr sz="1213" b="0" i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349278" indent="-152810">
              <a:lnSpc>
                <a:spcPct val="100000"/>
              </a:lnSpc>
              <a:spcBef>
                <a:spcPts val="121"/>
              </a:spcBef>
              <a:spcAft>
                <a:spcPts val="303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 sz="1213" b="0" i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085" indent="-228584">
              <a:lnSpc>
                <a:spcPct val="130000"/>
              </a:lnSpc>
              <a:buClr>
                <a:schemeClr val="accent6"/>
              </a:buClr>
              <a:buFont typeface="System Font Regular"/>
              <a:buChar char="-"/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30000"/>
              </a:lnSpc>
              <a:buClr>
                <a:schemeClr val="accent6"/>
              </a:buClr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/>
              <a:t>Lorem ipsum </a:t>
            </a:r>
            <a:br>
              <a:rPr lang="en-US"/>
            </a:br>
            <a:r>
              <a:rPr lang="en-US"/>
              <a:t>Dolor sit </a:t>
            </a:r>
            <a:r>
              <a:rPr lang="en-US" err="1"/>
              <a:t>amet</a:t>
            </a:r>
            <a:endParaRPr lang="en-US"/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BB5689A9-972A-C950-8327-E83D59723ABA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3669374" y="3474435"/>
            <a:ext cx="2112503" cy="578419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lnSpc>
                <a:spcPct val="100000"/>
              </a:lnSpc>
              <a:spcBef>
                <a:spcPts val="121"/>
              </a:spcBef>
              <a:spcAft>
                <a:spcPts val="909"/>
              </a:spcAft>
              <a:buClr>
                <a:schemeClr val="accent6"/>
              </a:buClr>
              <a:defRPr sz="1092" b="0" i="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2pPr marL="174638" indent="-174638">
              <a:lnSpc>
                <a:spcPct val="100000"/>
              </a:lnSpc>
              <a:spcBef>
                <a:spcPts val="121"/>
              </a:spcBef>
              <a:spcAft>
                <a:spcPts val="607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•"/>
              <a:defRPr sz="1213" b="0" i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349278" indent="-152810">
              <a:lnSpc>
                <a:spcPct val="100000"/>
              </a:lnSpc>
              <a:spcBef>
                <a:spcPts val="121"/>
              </a:spcBef>
              <a:spcAft>
                <a:spcPts val="303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 sz="1213" b="0" i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085" indent="-228584">
              <a:lnSpc>
                <a:spcPct val="130000"/>
              </a:lnSpc>
              <a:buClr>
                <a:schemeClr val="accent6"/>
              </a:buClr>
              <a:buFont typeface="System Font Regular"/>
              <a:buChar char="-"/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30000"/>
              </a:lnSpc>
              <a:buClr>
                <a:schemeClr val="accent6"/>
              </a:buClr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br>
              <a:rPr lang="en-US"/>
            </a:b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</a:p>
        </p:txBody>
      </p:sp>
      <p:sp>
        <p:nvSpPr>
          <p:cNvPr id="35" name="Text Placeholder 3">
            <a:extLst>
              <a:ext uri="{FF2B5EF4-FFF2-40B4-BE49-F238E27FC236}">
                <a16:creationId xmlns:a16="http://schemas.microsoft.com/office/drawing/2014/main" id="{534FB2CB-D880-B971-00EB-401E06F35151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6306152" y="3032222"/>
            <a:ext cx="2112503" cy="42480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lnSpc>
                <a:spcPct val="90000"/>
              </a:lnSpc>
              <a:spcBef>
                <a:spcPts val="121"/>
              </a:spcBef>
              <a:spcAft>
                <a:spcPts val="909"/>
              </a:spcAft>
              <a:buClr>
                <a:schemeClr val="accent6"/>
              </a:buClr>
              <a:defRPr sz="1600" b="1" i="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2pPr marL="174638" indent="-174638">
              <a:lnSpc>
                <a:spcPct val="100000"/>
              </a:lnSpc>
              <a:spcBef>
                <a:spcPts val="121"/>
              </a:spcBef>
              <a:spcAft>
                <a:spcPts val="607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•"/>
              <a:defRPr sz="1213" b="0" i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349278" indent="-152810">
              <a:lnSpc>
                <a:spcPct val="100000"/>
              </a:lnSpc>
              <a:spcBef>
                <a:spcPts val="121"/>
              </a:spcBef>
              <a:spcAft>
                <a:spcPts val="303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 sz="1213" b="0" i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085" indent="-228584">
              <a:lnSpc>
                <a:spcPct val="130000"/>
              </a:lnSpc>
              <a:buClr>
                <a:schemeClr val="accent6"/>
              </a:buClr>
              <a:buFont typeface="System Font Regular"/>
              <a:buChar char="-"/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30000"/>
              </a:lnSpc>
              <a:buClr>
                <a:schemeClr val="accent6"/>
              </a:buClr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/>
              <a:t>Lorem ipsum </a:t>
            </a:r>
            <a:br>
              <a:rPr lang="en-US"/>
            </a:br>
            <a:r>
              <a:rPr lang="en-US"/>
              <a:t>Dolor sit </a:t>
            </a:r>
            <a:r>
              <a:rPr lang="en-US" err="1"/>
              <a:t>amet</a:t>
            </a:r>
            <a:endParaRPr lang="en-US"/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A702E098-7295-BFA4-4AD9-0D051B62AE29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6306152" y="3474435"/>
            <a:ext cx="2112503" cy="578419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lnSpc>
                <a:spcPct val="100000"/>
              </a:lnSpc>
              <a:spcBef>
                <a:spcPts val="121"/>
              </a:spcBef>
              <a:spcAft>
                <a:spcPts val="909"/>
              </a:spcAft>
              <a:buClr>
                <a:schemeClr val="accent6"/>
              </a:buClr>
              <a:defRPr sz="1092" b="0" i="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2pPr marL="174638" indent="-174638">
              <a:lnSpc>
                <a:spcPct val="100000"/>
              </a:lnSpc>
              <a:spcBef>
                <a:spcPts val="121"/>
              </a:spcBef>
              <a:spcAft>
                <a:spcPts val="607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•"/>
              <a:defRPr sz="1213" b="0" i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349278" indent="-152810">
              <a:lnSpc>
                <a:spcPct val="100000"/>
              </a:lnSpc>
              <a:spcBef>
                <a:spcPts val="121"/>
              </a:spcBef>
              <a:spcAft>
                <a:spcPts val="303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 sz="1213" b="0" i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085" indent="-228584">
              <a:lnSpc>
                <a:spcPct val="130000"/>
              </a:lnSpc>
              <a:buClr>
                <a:schemeClr val="accent6"/>
              </a:buClr>
              <a:buFont typeface="System Font Regular"/>
              <a:buChar char="-"/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30000"/>
              </a:lnSpc>
              <a:buClr>
                <a:schemeClr val="accent6"/>
              </a:buClr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br>
              <a:rPr lang="en-US"/>
            </a:b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</a:p>
        </p:txBody>
      </p:sp>
      <p:sp>
        <p:nvSpPr>
          <p:cNvPr id="38" name="Text Placeholder 29">
            <a:extLst>
              <a:ext uri="{FF2B5EF4-FFF2-40B4-BE49-F238E27FC236}">
                <a16:creationId xmlns:a16="http://schemas.microsoft.com/office/drawing/2014/main" id="{CDDAF2E6-3E71-25CC-23A9-FF0FB75CC3AC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1032596" y="4130331"/>
            <a:ext cx="2092941" cy="135112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spcAft>
                <a:spcPts val="607"/>
              </a:spcAft>
              <a:buFont typeface="Arial" panose="020B0604020202020204" pitchFamily="34" charset="0"/>
              <a:buNone/>
              <a:defRPr sz="1000" b="0" i="0">
                <a:latin typeface="+mn-lt"/>
                <a:ea typeface="Lato" panose="020F0502020204030203" pitchFamily="34" charset="77"/>
                <a:cs typeface="Lato" panose="020F0502020204030203" pitchFamily="34" charset="77"/>
              </a:defRPr>
            </a:lvl1pPr>
            <a:lvl2pPr marL="450514" indent="-173274">
              <a:buFont typeface="Arial" panose="020B0604020202020204" pitchFamily="34" charset="0"/>
              <a:buChar char="•"/>
              <a:defRPr sz="1092"/>
            </a:lvl2pPr>
          </a:lstStyle>
          <a:p>
            <a:pPr marL="152810" marR="0" lvl="0" indent="-152810" defTabSz="554478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7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Bullet point.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</a:p>
          <a:p>
            <a:pPr marL="152810" marR="0" lvl="0" indent="-152810" defTabSz="554478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7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Bullet point.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</a:p>
          <a:p>
            <a:pPr marL="152810" marR="0" lvl="0" indent="-152810" defTabSz="554478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7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Bullet point.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.</a:t>
            </a:r>
          </a:p>
        </p:txBody>
      </p:sp>
      <p:sp>
        <p:nvSpPr>
          <p:cNvPr id="39" name="Text Placeholder 29">
            <a:extLst>
              <a:ext uri="{FF2B5EF4-FFF2-40B4-BE49-F238E27FC236}">
                <a16:creationId xmlns:a16="http://schemas.microsoft.com/office/drawing/2014/main" id="{82AE6F23-763E-CF58-CF68-FAB06F54C328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3669373" y="4145322"/>
            <a:ext cx="2092941" cy="135112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spcAft>
                <a:spcPts val="607"/>
              </a:spcAft>
              <a:buFont typeface="Arial" panose="020B0604020202020204" pitchFamily="34" charset="0"/>
              <a:buNone/>
              <a:defRPr sz="1000" b="0" i="0">
                <a:latin typeface="+mn-lt"/>
                <a:ea typeface="Lato" panose="020F0502020204030203" pitchFamily="34" charset="77"/>
                <a:cs typeface="Lato" panose="020F0502020204030203" pitchFamily="34" charset="77"/>
              </a:defRPr>
            </a:lvl1pPr>
            <a:lvl2pPr marL="450514" indent="-173274">
              <a:buFont typeface="Arial" panose="020B0604020202020204" pitchFamily="34" charset="0"/>
              <a:buChar char="•"/>
              <a:defRPr sz="1092"/>
            </a:lvl2pPr>
          </a:lstStyle>
          <a:p>
            <a:pPr marL="152810" marR="0" lvl="0" indent="-152810" defTabSz="554478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7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Bullet point.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</a:p>
          <a:p>
            <a:pPr marL="152810" marR="0" lvl="0" indent="-152810" defTabSz="554478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7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Bullet point.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</a:p>
          <a:p>
            <a:pPr marL="152810" marR="0" lvl="0" indent="-152810" defTabSz="554478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7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Bullet point.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.</a:t>
            </a:r>
          </a:p>
        </p:txBody>
      </p:sp>
      <p:sp>
        <p:nvSpPr>
          <p:cNvPr id="46" name="Text Placeholder 29">
            <a:extLst>
              <a:ext uri="{FF2B5EF4-FFF2-40B4-BE49-F238E27FC236}">
                <a16:creationId xmlns:a16="http://schemas.microsoft.com/office/drawing/2014/main" id="{78172B8C-FA49-4B4B-025E-1E8C73C03636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6306152" y="4158505"/>
            <a:ext cx="2092941" cy="135112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spcAft>
                <a:spcPts val="607"/>
              </a:spcAft>
              <a:buFont typeface="Arial" panose="020B0604020202020204" pitchFamily="34" charset="0"/>
              <a:buNone/>
              <a:defRPr sz="1000" b="0" i="0">
                <a:latin typeface="+mn-lt"/>
                <a:ea typeface="Lato" panose="020F0502020204030203" pitchFamily="34" charset="77"/>
                <a:cs typeface="Lato" panose="020F0502020204030203" pitchFamily="34" charset="77"/>
              </a:defRPr>
            </a:lvl1pPr>
            <a:lvl2pPr marL="450514" indent="-173274">
              <a:buFont typeface="Arial" panose="020B0604020202020204" pitchFamily="34" charset="0"/>
              <a:buChar char="•"/>
              <a:defRPr sz="1092"/>
            </a:lvl2pPr>
          </a:lstStyle>
          <a:p>
            <a:pPr marL="152810" marR="0" lvl="0" indent="-152810" defTabSz="554478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7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Bullet point.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</a:p>
          <a:p>
            <a:pPr marL="152810" marR="0" lvl="0" indent="-152810" defTabSz="554478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7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Bullet point.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</a:p>
          <a:p>
            <a:pPr marL="152810" marR="0" lvl="0" indent="-152810" defTabSz="554478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7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Bullet point.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.</a:t>
            </a:r>
          </a:p>
        </p:txBody>
      </p:sp>
      <p:sp>
        <p:nvSpPr>
          <p:cNvPr id="47" name="Vertical Text Placeholder 22">
            <a:extLst>
              <a:ext uri="{FF2B5EF4-FFF2-40B4-BE49-F238E27FC236}">
                <a16:creationId xmlns:a16="http://schemas.microsoft.com/office/drawing/2014/main" id="{507078E4-78F1-49D9-1920-AF4294225B62}"/>
              </a:ext>
            </a:extLst>
          </p:cNvPr>
          <p:cNvSpPr>
            <a:spLocks noGrp="1"/>
          </p:cNvSpPr>
          <p:nvPr>
            <p:ph type="body" orient="vert" sz="quarter" idx="85" hasCustomPrompt="1"/>
          </p:nvPr>
        </p:nvSpPr>
        <p:spPr>
          <a:xfrm>
            <a:off x="8859675" y="1940157"/>
            <a:ext cx="2278639" cy="3704351"/>
          </a:xfrm>
          <a:custGeom>
            <a:avLst/>
            <a:gdLst>
              <a:gd name="connsiteX0" fmla="*/ 204004 w 3757380"/>
              <a:gd name="connsiteY0" fmla="*/ 0 h 6108749"/>
              <a:gd name="connsiteX1" fmla="*/ 262215 w 3757380"/>
              <a:gd name="connsiteY1" fmla="*/ 0 h 6108749"/>
              <a:gd name="connsiteX2" fmla="*/ 491598 w 3757380"/>
              <a:gd name="connsiteY2" fmla="*/ 0 h 6108749"/>
              <a:gd name="connsiteX3" fmla="*/ 631872 w 3757380"/>
              <a:gd name="connsiteY3" fmla="*/ 0 h 6108749"/>
              <a:gd name="connsiteX4" fmla="*/ 1038131 w 3757380"/>
              <a:gd name="connsiteY4" fmla="*/ 0 h 6108749"/>
              <a:gd name="connsiteX5" fmla="*/ 1318997 w 3757380"/>
              <a:gd name="connsiteY5" fmla="*/ 0 h 6108749"/>
              <a:gd name="connsiteX6" fmla="*/ 1325725 w 3757380"/>
              <a:gd name="connsiteY6" fmla="*/ 0 h 6108749"/>
              <a:gd name="connsiteX7" fmla="*/ 1599142 w 3757380"/>
              <a:gd name="connsiteY7" fmla="*/ 0 h 6108749"/>
              <a:gd name="connsiteX8" fmla="*/ 1695362 w 3757380"/>
              <a:gd name="connsiteY8" fmla="*/ 0 h 6108749"/>
              <a:gd name="connsiteX9" fmla="*/ 2055445 w 3757380"/>
              <a:gd name="connsiteY9" fmla="*/ 0 h 6108749"/>
              <a:gd name="connsiteX10" fmla="*/ 2153124 w 3757380"/>
              <a:gd name="connsiteY10" fmla="*/ 0 h 6108749"/>
              <a:gd name="connsiteX11" fmla="*/ 2433269 w 3757380"/>
              <a:gd name="connsiteY11" fmla="*/ 0 h 6108749"/>
              <a:gd name="connsiteX12" fmla="*/ 2434098 w 3757380"/>
              <a:gd name="connsiteY12" fmla="*/ 0 h 6108749"/>
              <a:gd name="connsiteX13" fmla="*/ 2714135 w 3757380"/>
              <a:gd name="connsiteY13" fmla="*/ 0 h 6108749"/>
              <a:gd name="connsiteX14" fmla="*/ 3128649 w 3757380"/>
              <a:gd name="connsiteY14" fmla="*/ 0 h 6108749"/>
              <a:gd name="connsiteX15" fmla="*/ 3268225 w 3757380"/>
              <a:gd name="connsiteY15" fmla="*/ 0 h 6108749"/>
              <a:gd name="connsiteX16" fmla="*/ 3488592 w 3757380"/>
              <a:gd name="connsiteY16" fmla="*/ 0 h 6108749"/>
              <a:gd name="connsiteX17" fmla="*/ 3548262 w 3757380"/>
              <a:gd name="connsiteY17" fmla="*/ 0 h 6108749"/>
              <a:gd name="connsiteX18" fmla="*/ 3752266 w 3757380"/>
              <a:gd name="connsiteY18" fmla="*/ 204004 h 6108749"/>
              <a:gd name="connsiteX19" fmla="*/ 3752266 w 3757380"/>
              <a:gd name="connsiteY19" fmla="*/ 469787 h 6108749"/>
              <a:gd name="connsiteX20" fmla="*/ 3753864 w 3757380"/>
              <a:gd name="connsiteY20" fmla="*/ 485639 h 6108749"/>
              <a:gd name="connsiteX21" fmla="*/ 3753864 w 3757380"/>
              <a:gd name="connsiteY21" fmla="*/ 2465070 h 6108749"/>
              <a:gd name="connsiteX22" fmla="*/ 3753864 w 3757380"/>
              <a:gd name="connsiteY22" fmla="*/ 3074444 h 6108749"/>
              <a:gd name="connsiteX23" fmla="*/ 3757380 w 3757380"/>
              <a:gd name="connsiteY23" fmla="*/ 3109322 h 6108749"/>
              <a:gd name="connsiteX24" fmla="*/ 3757380 w 3757380"/>
              <a:gd name="connsiteY24" fmla="*/ 3925314 h 6108749"/>
              <a:gd name="connsiteX25" fmla="*/ 3753864 w 3757380"/>
              <a:gd name="connsiteY25" fmla="*/ 3960192 h 6108749"/>
              <a:gd name="connsiteX26" fmla="*/ 3753864 w 3757380"/>
              <a:gd name="connsiteY26" fmla="*/ 4553485 h 6108749"/>
              <a:gd name="connsiteX27" fmla="*/ 3757380 w 3757380"/>
              <a:gd name="connsiteY27" fmla="*/ 4593575 h 6108749"/>
              <a:gd name="connsiteX28" fmla="*/ 3757380 w 3757380"/>
              <a:gd name="connsiteY28" fmla="*/ 5088753 h 6108749"/>
              <a:gd name="connsiteX29" fmla="*/ 3757380 w 3757380"/>
              <a:gd name="connsiteY29" fmla="*/ 5799086 h 6108749"/>
              <a:gd name="connsiteX30" fmla="*/ 3757380 w 3757380"/>
              <a:gd name="connsiteY30" fmla="*/ 5904745 h 6108749"/>
              <a:gd name="connsiteX31" fmla="*/ 3553376 w 3757380"/>
              <a:gd name="connsiteY31" fmla="*/ 6108749 h 6108749"/>
              <a:gd name="connsiteX32" fmla="*/ 3268225 w 3757380"/>
              <a:gd name="connsiteY32" fmla="*/ 6108749 h 6108749"/>
              <a:gd name="connsiteX33" fmla="*/ 2719250 w 3757380"/>
              <a:gd name="connsiteY33" fmla="*/ 6108749 h 6108749"/>
              <a:gd name="connsiteX34" fmla="*/ 2438383 w 3757380"/>
              <a:gd name="connsiteY34" fmla="*/ 6108749 h 6108749"/>
              <a:gd name="connsiteX35" fmla="*/ 2434099 w 3757380"/>
              <a:gd name="connsiteY35" fmla="*/ 6108749 h 6108749"/>
              <a:gd name="connsiteX36" fmla="*/ 2158238 w 3757380"/>
              <a:gd name="connsiteY36" fmla="*/ 6108749 h 6108749"/>
              <a:gd name="connsiteX37" fmla="*/ 1604257 w 3757380"/>
              <a:gd name="connsiteY37" fmla="*/ 6108749 h 6108749"/>
              <a:gd name="connsiteX38" fmla="*/ 1325725 w 3757380"/>
              <a:gd name="connsiteY38" fmla="*/ 6108749 h 6108749"/>
              <a:gd name="connsiteX39" fmla="*/ 1324112 w 3757380"/>
              <a:gd name="connsiteY39" fmla="*/ 6108749 h 6108749"/>
              <a:gd name="connsiteX40" fmla="*/ 1043245 w 3757380"/>
              <a:gd name="connsiteY40" fmla="*/ 6108749 h 6108749"/>
              <a:gd name="connsiteX41" fmla="*/ 491599 w 3757380"/>
              <a:gd name="connsiteY41" fmla="*/ 6108749 h 6108749"/>
              <a:gd name="connsiteX42" fmla="*/ 209119 w 3757380"/>
              <a:gd name="connsiteY42" fmla="*/ 6108749 h 6108749"/>
              <a:gd name="connsiteX43" fmla="*/ 5115 w 3757380"/>
              <a:gd name="connsiteY43" fmla="*/ 5904745 h 6108749"/>
              <a:gd name="connsiteX44" fmla="*/ 5115 w 3757380"/>
              <a:gd name="connsiteY44" fmla="*/ 5088753 h 6108749"/>
              <a:gd name="connsiteX45" fmla="*/ 5960 w 3757380"/>
              <a:gd name="connsiteY45" fmla="*/ 5080371 h 6108749"/>
              <a:gd name="connsiteX46" fmla="*/ 5960 w 3757380"/>
              <a:gd name="connsiteY46" fmla="*/ 3933706 h 6108749"/>
              <a:gd name="connsiteX47" fmla="*/ 5114 w 3757380"/>
              <a:gd name="connsiteY47" fmla="*/ 3925314 h 6108749"/>
              <a:gd name="connsiteX48" fmla="*/ 5114 w 3757380"/>
              <a:gd name="connsiteY48" fmla="*/ 3109322 h 6108749"/>
              <a:gd name="connsiteX49" fmla="*/ 5959 w 3757380"/>
              <a:gd name="connsiteY49" fmla="*/ 3100940 h 6108749"/>
              <a:gd name="connsiteX50" fmla="*/ 5959 w 3757380"/>
              <a:gd name="connsiteY50" fmla="*/ 3046383 h 6108749"/>
              <a:gd name="connsiteX51" fmla="*/ 4146 w 3757380"/>
              <a:gd name="connsiteY51" fmla="*/ 3040541 h 6108749"/>
              <a:gd name="connsiteX52" fmla="*/ 1 w 3757380"/>
              <a:gd name="connsiteY52" fmla="*/ 2999427 h 6108749"/>
              <a:gd name="connsiteX53" fmla="*/ 1 w 3757380"/>
              <a:gd name="connsiteY53" fmla="*/ 2183435 h 6108749"/>
              <a:gd name="connsiteX54" fmla="*/ 4146 w 3757380"/>
              <a:gd name="connsiteY54" fmla="*/ 2142322 h 6108749"/>
              <a:gd name="connsiteX55" fmla="*/ 5959 w 3757380"/>
              <a:gd name="connsiteY55" fmla="*/ 2136481 h 6108749"/>
              <a:gd name="connsiteX56" fmla="*/ 5959 w 3757380"/>
              <a:gd name="connsiteY56" fmla="*/ 1569975 h 6108749"/>
              <a:gd name="connsiteX57" fmla="*/ 5328 w 3757380"/>
              <a:gd name="connsiteY57" fmla="*/ 1567637 h 6108749"/>
              <a:gd name="connsiteX58" fmla="*/ 0 w 3757380"/>
              <a:gd name="connsiteY58" fmla="*/ 1506897 h 6108749"/>
              <a:gd name="connsiteX59" fmla="*/ 0 w 3757380"/>
              <a:gd name="connsiteY59" fmla="*/ 1019996 h 6108749"/>
              <a:gd name="connsiteX60" fmla="*/ 0 w 3757380"/>
              <a:gd name="connsiteY60" fmla="*/ 301386 h 6108749"/>
              <a:gd name="connsiteX61" fmla="*/ 0 w 3757380"/>
              <a:gd name="connsiteY61" fmla="*/ 204004 h 6108749"/>
              <a:gd name="connsiteX62" fmla="*/ 204004 w 3757380"/>
              <a:gd name="connsiteY62" fmla="*/ 0 h 61087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</a:cxnLst>
            <a:rect l="l" t="t" r="r" b="b"/>
            <a:pathLst>
              <a:path w="3757380" h="6108749">
                <a:moveTo>
                  <a:pt x="204004" y="0"/>
                </a:moveTo>
                <a:lnTo>
                  <a:pt x="262215" y="0"/>
                </a:lnTo>
                <a:lnTo>
                  <a:pt x="491598" y="0"/>
                </a:lnTo>
                <a:lnTo>
                  <a:pt x="631872" y="0"/>
                </a:lnTo>
                <a:lnTo>
                  <a:pt x="1038131" y="0"/>
                </a:lnTo>
                <a:lnTo>
                  <a:pt x="1318997" y="0"/>
                </a:lnTo>
                <a:lnTo>
                  <a:pt x="1325725" y="0"/>
                </a:lnTo>
                <a:lnTo>
                  <a:pt x="1599142" y="0"/>
                </a:lnTo>
                <a:lnTo>
                  <a:pt x="1695362" y="0"/>
                </a:lnTo>
                <a:lnTo>
                  <a:pt x="2055445" y="0"/>
                </a:lnTo>
                <a:lnTo>
                  <a:pt x="2153124" y="0"/>
                </a:lnTo>
                <a:lnTo>
                  <a:pt x="2433269" y="0"/>
                </a:lnTo>
                <a:lnTo>
                  <a:pt x="2434098" y="0"/>
                </a:lnTo>
                <a:lnTo>
                  <a:pt x="2714135" y="0"/>
                </a:lnTo>
                <a:lnTo>
                  <a:pt x="3128649" y="0"/>
                </a:lnTo>
                <a:lnTo>
                  <a:pt x="3268225" y="0"/>
                </a:lnTo>
                <a:lnTo>
                  <a:pt x="3488592" y="0"/>
                </a:lnTo>
                <a:lnTo>
                  <a:pt x="3548262" y="0"/>
                </a:lnTo>
                <a:cubicBezTo>
                  <a:pt x="3660930" y="0"/>
                  <a:pt x="3752266" y="91336"/>
                  <a:pt x="3752266" y="204004"/>
                </a:cubicBezTo>
                <a:lnTo>
                  <a:pt x="3752266" y="469787"/>
                </a:lnTo>
                <a:lnTo>
                  <a:pt x="3753864" y="485639"/>
                </a:lnTo>
                <a:lnTo>
                  <a:pt x="3753864" y="2465070"/>
                </a:lnTo>
                <a:lnTo>
                  <a:pt x="3753864" y="3074444"/>
                </a:lnTo>
                <a:lnTo>
                  <a:pt x="3757380" y="3109322"/>
                </a:lnTo>
                <a:lnTo>
                  <a:pt x="3757380" y="3925314"/>
                </a:lnTo>
                <a:lnTo>
                  <a:pt x="3753864" y="3960192"/>
                </a:lnTo>
                <a:lnTo>
                  <a:pt x="3753864" y="4553485"/>
                </a:lnTo>
                <a:lnTo>
                  <a:pt x="3757380" y="4593575"/>
                </a:lnTo>
                <a:lnTo>
                  <a:pt x="3757380" y="5088753"/>
                </a:lnTo>
                <a:lnTo>
                  <a:pt x="3757380" y="5799086"/>
                </a:lnTo>
                <a:lnTo>
                  <a:pt x="3757380" y="5904745"/>
                </a:lnTo>
                <a:cubicBezTo>
                  <a:pt x="3757380" y="6017413"/>
                  <a:pt x="3666044" y="6108749"/>
                  <a:pt x="3553376" y="6108749"/>
                </a:cubicBezTo>
                <a:lnTo>
                  <a:pt x="3268225" y="6108749"/>
                </a:lnTo>
                <a:lnTo>
                  <a:pt x="2719250" y="6108749"/>
                </a:lnTo>
                <a:lnTo>
                  <a:pt x="2438383" y="6108749"/>
                </a:lnTo>
                <a:lnTo>
                  <a:pt x="2434099" y="6108749"/>
                </a:lnTo>
                <a:lnTo>
                  <a:pt x="2158238" y="6108749"/>
                </a:lnTo>
                <a:lnTo>
                  <a:pt x="1604257" y="6108749"/>
                </a:lnTo>
                <a:lnTo>
                  <a:pt x="1325725" y="6108749"/>
                </a:lnTo>
                <a:lnTo>
                  <a:pt x="1324112" y="6108749"/>
                </a:lnTo>
                <a:lnTo>
                  <a:pt x="1043245" y="6108749"/>
                </a:lnTo>
                <a:lnTo>
                  <a:pt x="491599" y="6108749"/>
                </a:lnTo>
                <a:lnTo>
                  <a:pt x="209119" y="6108749"/>
                </a:lnTo>
                <a:cubicBezTo>
                  <a:pt x="96451" y="6108749"/>
                  <a:pt x="5115" y="6017413"/>
                  <a:pt x="5115" y="5904745"/>
                </a:cubicBezTo>
                <a:lnTo>
                  <a:pt x="5115" y="5088753"/>
                </a:lnTo>
                <a:lnTo>
                  <a:pt x="5960" y="5080371"/>
                </a:lnTo>
                <a:lnTo>
                  <a:pt x="5960" y="3933706"/>
                </a:lnTo>
                <a:lnTo>
                  <a:pt x="5114" y="3925314"/>
                </a:lnTo>
                <a:lnTo>
                  <a:pt x="5114" y="3109322"/>
                </a:lnTo>
                <a:lnTo>
                  <a:pt x="5959" y="3100940"/>
                </a:lnTo>
                <a:lnTo>
                  <a:pt x="5959" y="3046383"/>
                </a:lnTo>
                <a:lnTo>
                  <a:pt x="4146" y="3040541"/>
                </a:lnTo>
                <a:cubicBezTo>
                  <a:pt x="1428" y="3027260"/>
                  <a:pt x="1" y="3013510"/>
                  <a:pt x="1" y="2999427"/>
                </a:cubicBezTo>
                <a:lnTo>
                  <a:pt x="1" y="2183435"/>
                </a:lnTo>
                <a:cubicBezTo>
                  <a:pt x="1" y="2169352"/>
                  <a:pt x="1428" y="2155602"/>
                  <a:pt x="4146" y="2142322"/>
                </a:cubicBezTo>
                <a:lnTo>
                  <a:pt x="5959" y="2136481"/>
                </a:lnTo>
                <a:lnTo>
                  <a:pt x="5959" y="1569975"/>
                </a:lnTo>
                <a:lnTo>
                  <a:pt x="5328" y="1567637"/>
                </a:lnTo>
                <a:cubicBezTo>
                  <a:pt x="1834" y="1548016"/>
                  <a:pt x="0" y="1527702"/>
                  <a:pt x="0" y="1506897"/>
                </a:cubicBezTo>
                <a:lnTo>
                  <a:pt x="0" y="1019996"/>
                </a:lnTo>
                <a:lnTo>
                  <a:pt x="0" y="301386"/>
                </a:lnTo>
                <a:lnTo>
                  <a:pt x="0" y="204004"/>
                </a:lnTo>
                <a:cubicBezTo>
                  <a:pt x="0" y="91336"/>
                  <a:pt x="91336" y="0"/>
                  <a:pt x="204004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vert="eaVert" wrap="square">
            <a:noAutofit/>
          </a:bodyPr>
          <a:lstStyle>
            <a:lvl1pPr>
              <a:defRPr b="0" i="0">
                <a:solidFill>
                  <a:srgbClr val="010233"/>
                </a:solidFill>
                <a:latin typeface="Lato" panose="020F0502020204030203" pitchFamily="34" charset="77"/>
              </a:defRPr>
            </a:lvl1pPr>
          </a:lstStyle>
          <a:p>
            <a:pPr marL="0" marR="0" lvl="0" indent="0" defTabSz="55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 </a:t>
            </a:r>
          </a:p>
        </p:txBody>
      </p:sp>
      <p:sp>
        <p:nvSpPr>
          <p:cNvPr id="48" name="Picture Placeholder 23">
            <a:extLst>
              <a:ext uri="{FF2B5EF4-FFF2-40B4-BE49-F238E27FC236}">
                <a16:creationId xmlns:a16="http://schemas.microsoft.com/office/drawing/2014/main" id="{C6011A5C-5158-A3B0-3805-9324C2D5BAC6}"/>
              </a:ext>
            </a:extLst>
          </p:cNvPr>
          <p:cNvSpPr>
            <a:spLocks noGrp="1"/>
          </p:cNvSpPr>
          <p:nvPr>
            <p:ph type="pic" sz="quarter" idx="86"/>
          </p:nvPr>
        </p:nvSpPr>
        <p:spPr>
          <a:xfrm>
            <a:off x="9604925" y="2140184"/>
            <a:ext cx="788136" cy="742235"/>
          </a:xfrm>
          <a:prstGeom prst="rect">
            <a:avLst/>
          </a:prstGeom>
        </p:spPr>
        <p:txBody>
          <a:bodyPr lIns="90000" anchor="ctr">
            <a:normAutofit/>
          </a:bodyPr>
          <a:lstStyle>
            <a:lvl1pPr algn="ctr">
              <a:defRPr sz="1400" b="0" i="0">
                <a:latin typeface="Lato" panose="020F0502020204030203" pitchFamily="34" charset="77"/>
              </a:defRPr>
            </a:lvl1pPr>
          </a:lstStyle>
          <a:p>
            <a:endParaRPr lang="en-US"/>
          </a:p>
        </p:txBody>
      </p:sp>
      <p:sp>
        <p:nvSpPr>
          <p:cNvPr id="49" name="Text Placeholder 3">
            <a:extLst>
              <a:ext uri="{FF2B5EF4-FFF2-40B4-BE49-F238E27FC236}">
                <a16:creationId xmlns:a16="http://schemas.microsoft.com/office/drawing/2014/main" id="{179026B6-FAF2-AF70-A1CD-3EC5D1ACBCF7}"/>
              </a:ext>
            </a:extLst>
          </p:cNvPr>
          <p:cNvSpPr>
            <a:spLocks noGrp="1"/>
          </p:cNvSpPr>
          <p:nvPr>
            <p:ph type="body" sz="quarter" idx="87" hasCustomPrompt="1"/>
          </p:nvPr>
        </p:nvSpPr>
        <p:spPr>
          <a:xfrm>
            <a:off x="8945657" y="3032222"/>
            <a:ext cx="2112503" cy="42480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lnSpc>
                <a:spcPct val="90000"/>
              </a:lnSpc>
              <a:spcBef>
                <a:spcPts val="121"/>
              </a:spcBef>
              <a:spcAft>
                <a:spcPts val="909"/>
              </a:spcAft>
              <a:buClr>
                <a:schemeClr val="accent6"/>
              </a:buClr>
              <a:defRPr sz="1600" b="1" i="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2pPr marL="174638" indent="-174638">
              <a:lnSpc>
                <a:spcPct val="100000"/>
              </a:lnSpc>
              <a:spcBef>
                <a:spcPts val="121"/>
              </a:spcBef>
              <a:spcAft>
                <a:spcPts val="607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•"/>
              <a:defRPr sz="1213" b="0" i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349278" indent="-152810">
              <a:lnSpc>
                <a:spcPct val="100000"/>
              </a:lnSpc>
              <a:spcBef>
                <a:spcPts val="121"/>
              </a:spcBef>
              <a:spcAft>
                <a:spcPts val="303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 sz="1213" b="0" i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085" indent="-228584">
              <a:lnSpc>
                <a:spcPct val="130000"/>
              </a:lnSpc>
              <a:buClr>
                <a:schemeClr val="accent6"/>
              </a:buClr>
              <a:buFont typeface="System Font Regular"/>
              <a:buChar char="-"/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30000"/>
              </a:lnSpc>
              <a:buClr>
                <a:schemeClr val="accent6"/>
              </a:buClr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/>
              <a:t>Lorem ipsum </a:t>
            </a:r>
            <a:br>
              <a:rPr lang="en-US"/>
            </a:br>
            <a:r>
              <a:rPr lang="en-US"/>
              <a:t>Dolor sit </a:t>
            </a:r>
            <a:r>
              <a:rPr lang="en-US" err="1"/>
              <a:t>amet</a:t>
            </a:r>
            <a:endParaRPr lang="en-US"/>
          </a:p>
        </p:txBody>
      </p:sp>
      <p:sp>
        <p:nvSpPr>
          <p:cNvPr id="50" name="Text Placeholder 3">
            <a:extLst>
              <a:ext uri="{FF2B5EF4-FFF2-40B4-BE49-F238E27FC236}">
                <a16:creationId xmlns:a16="http://schemas.microsoft.com/office/drawing/2014/main" id="{C067D56F-1D54-1A88-07C6-D4AD15F92529}"/>
              </a:ext>
            </a:extLst>
          </p:cNvPr>
          <p:cNvSpPr>
            <a:spLocks noGrp="1"/>
          </p:cNvSpPr>
          <p:nvPr>
            <p:ph type="body" sz="quarter" idx="88" hasCustomPrompt="1"/>
          </p:nvPr>
        </p:nvSpPr>
        <p:spPr>
          <a:xfrm>
            <a:off x="8945657" y="3474435"/>
            <a:ext cx="2112503" cy="578419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lnSpc>
                <a:spcPct val="100000"/>
              </a:lnSpc>
              <a:spcBef>
                <a:spcPts val="121"/>
              </a:spcBef>
              <a:spcAft>
                <a:spcPts val="909"/>
              </a:spcAft>
              <a:buClr>
                <a:schemeClr val="accent6"/>
              </a:buClr>
              <a:defRPr sz="1092" b="0" i="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2pPr marL="174638" indent="-174638">
              <a:lnSpc>
                <a:spcPct val="100000"/>
              </a:lnSpc>
              <a:spcBef>
                <a:spcPts val="121"/>
              </a:spcBef>
              <a:spcAft>
                <a:spcPts val="607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•"/>
              <a:defRPr sz="1213" b="0" i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349278" indent="-152810">
              <a:lnSpc>
                <a:spcPct val="100000"/>
              </a:lnSpc>
              <a:spcBef>
                <a:spcPts val="121"/>
              </a:spcBef>
              <a:spcAft>
                <a:spcPts val="303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 sz="1213" b="0" i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085" indent="-228584">
              <a:lnSpc>
                <a:spcPct val="130000"/>
              </a:lnSpc>
              <a:buClr>
                <a:schemeClr val="accent6"/>
              </a:buClr>
              <a:buFont typeface="System Font Regular"/>
              <a:buChar char="-"/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30000"/>
              </a:lnSpc>
              <a:buClr>
                <a:schemeClr val="accent6"/>
              </a:buClr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br>
              <a:rPr lang="en-US"/>
            </a:b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</a:p>
        </p:txBody>
      </p:sp>
      <p:sp>
        <p:nvSpPr>
          <p:cNvPr id="51" name="Text Placeholder 29">
            <a:extLst>
              <a:ext uri="{FF2B5EF4-FFF2-40B4-BE49-F238E27FC236}">
                <a16:creationId xmlns:a16="http://schemas.microsoft.com/office/drawing/2014/main" id="{E1C753B5-2ABC-B6AC-5124-048E1EF25041}"/>
              </a:ext>
            </a:extLst>
          </p:cNvPr>
          <p:cNvSpPr>
            <a:spLocks noGrp="1"/>
          </p:cNvSpPr>
          <p:nvPr>
            <p:ph type="body" sz="quarter" idx="89" hasCustomPrompt="1"/>
          </p:nvPr>
        </p:nvSpPr>
        <p:spPr>
          <a:xfrm>
            <a:off x="8945657" y="4158505"/>
            <a:ext cx="2092941" cy="135112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spcAft>
                <a:spcPts val="607"/>
              </a:spcAft>
              <a:buFont typeface="Arial" panose="020B0604020202020204" pitchFamily="34" charset="0"/>
              <a:buNone/>
              <a:defRPr sz="1000" b="0" i="0">
                <a:latin typeface="+mn-lt"/>
                <a:ea typeface="Lato" panose="020F0502020204030203" pitchFamily="34" charset="77"/>
                <a:cs typeface="Lato" panose="020F0502020204030203" pitchFamily="34" charset="77"/>
              </a:defRPr>
            </a:lvl1pPr>
            <a:lvl2pPr marL="450514" indent="-173274">
              <a:buFont typeface="Arial" panose="020B0604020202020204" pitchFamily="34" charset="0"/>
              <a:buChar char="•"/>
              <a:defRPr sz="1092"/>
            </a:lvl2pPr>
          </a:lstStyle>
          <a:p>
            <a:pPr marL="152810" marR="0" lvl="0" indent="-152810" defTabSz="554478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7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Bullet point.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</a:p>
          <a:p>
            <a:pPr marL="152810" marR="0" lvl="0" indent="-152810" defTabSz="554478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7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Bullet point.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</a:p>
          <a:p>
            <a:pPr marL="152810" marR="0" lvl="0" indent="-152810" defTabSz="554478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7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Bullet point.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.</a:t>
            </a:r>
          </a:p>
        </p:txBody>
      </p:sp>
      <p:sp>
        <p:nvSpPr>
          <p:cNvPr id="60" name="Text Placeholder 8">
            <a:extLst>
              <a:ext uri="{FF2B5EF4-FFF2-40B4-BE49-F238E27FC236}">
                <a16:creationId xmlns:a16="http://schemas.microsoft.com/office/drawing/2014/main" id="{36C2712F-140E-C153-921D-3DEE17EF93D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3610" y="365124"/>
            <a:ext cx="5545319" cy="206963"/>
          </a:xfrm>
          <a:prstGeom prst="rect">
            <a:avLst/>
          </a:prstGeom>
        </p:spPr>
        <p:txBody>
          <a:bodyPr/>
          <a:lstStyle>
            <a:lvl1pPr>
              <a:defRPr sz="971" b="0" i="0" cap="all" spc="364" baseline="0">
                <a:solidFill>
                  <a:schemeClr val="tx2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GB"/>
              <a:t>EYEBROW TITLE</a:t>
            </a:r>
          </a:p>
        </p:txBody>
      </p:sp>
      <p:sp>
        <p:nvSpPr>
          <p:cNvPr id="61" name="Title 60">
            <a:extLst>
              <a:ext uri="{FF2B5EF4-FFF2-40B4-BE49-F238E27FC236}">
                <a16:creationId xmlns:a16="http://schemas.microsoft.com/office/drawing/2014/main" id="{E7D57947-1AB2-5169-991E-AC8DB0BF15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 i="0">
                <a:latin typeface="+mj-lt"/>
              </a:defRPr>
            </a:lvl1pPr>
          </a:lstStyle>
          <a:p>
            <a:r>
              <a:rPr lang="en-US"/>
              <a:t>Create your headline with </a:t>
            </a:r>
            <a:r>
              <a:rPr lang="en-US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word emphasis</a:t>
            </a:r>
            <a:endParaRPr lang="en-US"/>
          </a:p>
        </p:txBody>
      </p:sp>
      <p:sp>
        <p:nvSpPr>
          <p:cNvPr id="71" name="Date Placeholder 70">
            <a:extLst>
              <a:ext uri="{FF2B5EF4-FFF2-40B4-BE49-F238E27FC236}">
                <a16:creationId xmlns:a16="http://schemas.microsoft.com/office/drawing/2014/main" id="{89EF6EE5-82FE-7C0B-32F7-B0CB923A9845}"/>
              </a:ext>
            </a:extLst>
          </p:cNvPr>
          <p:cNvSpPr>
            <a:spLocks noGrp="1"/>
          </p:cNvSpPr>
          <p:nvPr>
            <p:ph type="dt" sz="half" idx="9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2" name="Footer Placeholder 71">
            <a:extLst>
              <a:ext uri="{FF2B5EF4-FFF2-40B4-BE49-F238E27FC236}">
                <a16:creationId xmlns:a16="http://schemas.microsoft.com/office/drawing/2014/main" id="{9F5BF724-90F5-AE04-2E68-3755EEF3CF8E}"/>
              </a:ext>
            </a:extLst>
          </p:cNvPr>
          <p:cNvSpPr>
            <a:spLocks noGrp="1"/>
          </p:cNvSpPr>
          <p:nvPr>
            <p:ph type="ftr" sz="quarter" idx="91"/>
          </p:nvPr>
        </p:nvSpPr>
        <p:spPr/>
        <p:txBody>
          <a:bodyPr/>
          <a:lstStyle/>
          <a:p>
            <a:r>
              <a:rPr lang="en-US"/>
              <a:t>Copyright © 2026 Kinaxis. All Rights Reserved. Access limited to internal use only.</a:t>
            </a:r>
          </a:p>
        </p:txBody>
      </p:sp>
      <p:sp>
        <p:nvSpPr>
          <p:cNvPr id="73" name="Slide Number Placeholder 72">
            <a:extLst>
              <a:ext uri="{FF2B5EF4-FFF2-40B4-BE49-F238E27FC236}">
                <a16:creationId xmlns:a16="http://schemas.microsoft.com/office/drawing/2014/main" id="{902D229F-359E-5226-FBEB-9535F5325DEC}"/>
              </a:ext>
            </a:extLst>
          </p:cNvPr>
          <p:cNvSpPr>
            <a:spLocks noGrp="1"/>
          </p:cNvSpPr>
          <p:nvPr>
            <p:ph type="sldNum" sz="quarter" idx="92"/>
          </p:nvPr>
        </p:nvSpPr>
        <p:spPr/>
        <p:txBody>
          <a:bodyPr/>
          <a:lstStyle/>
          <a:p>
            <a:fld id="{F1488A8B-C121-C846-AEE5-0D98B869D111}" type="slidenum">
              <a:rPr lang="en-US" sz="800" smtClean="0">
                <a:cs typeface="Calibri" panose="020F0502020204030204" pitchFamily="34" charset="0"/>
              </a:rPr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5184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449" userDrawn="1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Card 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A791AD59-7441-BB85-10BF-2B9FB23263F6}"/>
              </a:ext>
            </a:extLst>
          </p:cNvPr>
          <p:cNvSpPr/>
          <p:nvPr userDrawn="1"/>
        </p:nvSpPr>
        <p:spPr>
          <a:xfrm>
            <a:off x="0" y="1526153"/>
            <a:ext cx="12192000" cy="4546645"/>
          </a:xfrm>
          <a:custGeom>
            <a:avLst/>
            <a:gdLst/>
            <a:ahLst/>
            <a:cxnLst/>
            <a:rect l="l" t="t" r="r" b="b"/>
            <a:pathLst>
              <a:path w="20104100" h="7183120">
                <a:moveTo>
                  <a:pt x="20104099" y="0"/>
                </a:moveTo>
                <a:lnTo>
                  <a:pt x="0" y="0"/>
                </a:lnTo>
                <a:lnTo>
                  <a:pt x="0" y="7183027"/>
                </a:lnTo>
                <a:lnTo>
                  <a:pt x="20104099" y="7183027"/>
                </a:lnTo>
                <a:lnTo>
                  <a:pt x="20104099" y="0"/>
                </a:lnTo>
                <a:close/>
              </a:path>
            </a:pathLst>
          </a:custGeom>
          <a:solidFill>
            <a:srgbClr val="EA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Vertical Text Placeholder 34">
            <a:extLst>
              <a:ext uri="{FF2B5EF4-FFF2-40B4-BE49-F238E27FC236}">
                <a16:creationId xmlns:a16="http://schemas.microsoft.com/office/drawing/2014/main" id="{E64B1CDC-38C8-1B7E-80E0-210C5FB0FCFD}"/>
              </a:ext>
            </a:extLst>
          </p:cNvPr>
          <p:cNvSpPr>
            <a:spLocks noGrp="1"/>
          </p:cNvSpPr>
          <p:nvPr>
            <p:ph type="body" orient="vert" sz="quarter" idx="45" hasCustomPrompt="1"/>
          </p:nvPr>
        </p:nvSpPr>
        <p:spPr>
          <a:xfrm>
            <a:off x="1317190" y="2242435"/>
            <a:ext cx="1772788" cy="3286187"/>
          </a:xfrm>
          <a:custGeom>
            <a:avLst/>
            <a:gdLst>
              <a:gd name="connsiteX0" fmla="*/ 204004 w 2923253"/>
              <a:gd name="connsiteY0" fmla="*/ 0 h 4129318"/>
              <a:gd name="connsiteX1" fmla="*/ 491598 w 2923253"/>
              <a:gd name="connsiteY1" fmla="*/ 0 h 4129318"/>
              <a:gd name="connsiteX2" fmla="*/ 1318997 w 2923253"/>
              <a:gd name="connsiteY2" fmla="*/ 0 h 4129318"/>
              <a:gd name="connsiteX3" fmla="*/ 1599142 w 2923253"/>
              <a:gd name="connsiteY3" fmla="*/ 0 h 4129318"/>
              <a:gd name="connsiteX4" fmla="*/ 2434098 w 2923253"/>
              <a:gd name="connsiteY4" fmla="*/ 0 h 4129318"/>
              <a:gd name="connsiteX5" fmla="*/ 2714135 w 2923253"/>
              <a:gd name="connsiteY5" fmla="*/ 0 h 4129318"/>
              <a:gd name="connsiteX6" fmla="*/ 2918139 w 2923253"/>
              <a:gd name="connsiteY6" fmla="*/ 204004 h 4129318"/>
              <a:gd name="connsiteX7" fmla="*/ 2918139 w 2923253"/>
              <a:gd name="connsiteY7" fmla="*/ 469787 h 4129318"/>
              <a:gd name="connsiteX8" fmla="*/ 2919737 w 2923253"/>
              <a:gd name="connsiteY8" fmla="*/ 485639 h 4129318"/>
              <a:gd name="connsiteX9" fmla="*/ 2919737 w 2923253"/>
              <a:gd name="connsiteY9" fmla="*/ 3074444 h 4129318"/>
              <a:gd name="connsiteX10" fmla="*/ 2923253 w 2923253"/>
              <a:gd name="connsiteY10" fmla="*/ 3109322 h 4129318"/>
              <a:gd name="connsiteX11" fmla="*/ 2923253 w 2923253"/>
              <a:gd name="connsiteY11" fmla="*/ 3925314 h 4129318"/>
              <a:gd name="connsiteX12" fmla="*/ 2719249 w 2923253"/>
              <a:gd name="connsiteY12" fmla="*/ 4129318 h 4129318"/>
              <a:gd name="connsiteX13" fmla="*/ 2434098 w 2923253"/>
              <a:gd name="connsiteY13" fmla="*/ 4129318 h 4129318"/>
              <a:gd name="connsiteX14" fmla="*/ 1604256 w 2923253"/>
              <a:gd name="connsiteY14" fmla="*/ 4129318 h 4129318"/>
              <a:gd name="connsiteX15" fmla="*/ 1324111 w 2923253"/>
              <a:gd name="connsiteY15" fmla="*/ 4129318 h 4129318"/>
              <a:gd name="connsiteX16" fmla="*/ 491598 w 2923253"/>
              <a:gd name="connsiteY16" fmla="*/ 4129318 h 4129318"/>
              <a:gd name="connsiteX17" fmla="*/ 209118 w 2923253"/>
              <a:gd name="connsiteY17" fmla="*/ 4129318 h 4129318"/>
              <a:gd name="connsiteX18" fmla="*/ 5114 w 2923253"/>
              <a:gd name="connsiteY18" fmla="*/ 3925314 h 4129318"/>
              <a:gd name="connsiteX19" fmla="*/ 5114 w 2923253"/>
              <a:gd name="connsiteY19" fmla="*/ 3109322 h 4129318"/>
              <a:gd name="connsiteX20" fmla="*/ 5959 w 2923253"/>
              <a:gd name="connsiteY20" fmla="*/ 3100940 h 4129318"/>
              <a:gd name="connsiteX21" fmla="*/ 5959 w 2923253"/>
              <a:gd name="connsiteY21" fmla="*/ 1066955 h 4129318"/>
              <a:gd name="connsiteX22" fmla="*/ 4145 w 2923253"/>
              <a:gd name="connsiteY22" fmla="*/ 1061110 h 4129318"/>
              <a:gd name="connsiteX23" fmla="*/ 0 w 2923253"/>
              <a:gd name="connsiteY23" fmla="*/ 1019996 h 4129318"/>
              <a:gd name="connsiteX24" fmla="*/ 0 w 2923253"/>
              <a:gd name="connsiteY24" fmla="*/ 204004 h 4129318"/>
              <a:gd name="connsiteX25" fmla="*/ 204004 w 2923253"/>
              <a:gd name="connsiteY25" fmla="*/ 0 h 4129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2923253" h="4129318">
                <a:moveTo>
                  <a:pt x="204004" y="0"/>
                </a:moveTo>
                <a:lnTo>
                  <a:pt x="491598" y="0"/>
                </a:lnTo>
                <a:lnTo>
                  <a:pt x="1318997" y="0"/>
                </a:lnTo>
                <a:lnTo>
                  <a:pt x="1599142" y="0"/>
                </a:lnTo>
                <a:lnTo>
                  <a:pt x="2434098" y="0"/>
                </a:lnTo>
                <a:lnTo>
                  <a:pt x="2714135" y="0"/>
                </a:lnTo>
                <a:cubicBezTo>
                  <a:pt x="2826803" y="0"/>
                  <a:pt x="2918139" y="91336"/>
                  <a:pt x="2918139" y="204004"/>
                </a:cubicBezTo>
                <a:lnTo>
                  <a:pt x="2918139" y="469787"/>
                </a:lnTo>
                <a:lnTo>
                  <a:pt x="2919737" y="485639"/>
                </a:lnTo>
                <a:lnTo>
                  <a:pt x="2919737" y="3074444"/>
                </a:lnTo>
                <a:lnTo>
                  <a:pt x="2923253" y="3109322"/>
                </a:lnTo>
                <a:lnTo>
                  <a:pt x="2923253" y="3925314"/>
                </a:lnTo>
                <a:cubicBezTo>
                  <a:pt x="2923253" y="4037982"/>
                  <a:pt x="2831917" y="4129318"/>
                  <a:pt x="2719249" y="4129318"/>
                </a:cubicBezTo>
                <a:lnTo>
                  <a:pt x="2434098" y="4129318"/>
                </a:lnTo>
                <a:lnTo>
                  <a:pt x="1604256" y="4129318"/>
                </a:lnTo>
                <a:lnTo>
                  <a:pt x="1324111" y="4129318"/>
                </a:lnTo>
                <a:lnTo>
                  <a:pt x="491598" y="4129318"/>
                </a:lnTo>
                <a:lnTo>
                  <a:pt x="209118" y="4129318"/>
                </a:lnTo>
                <a:cubicBezTo>
                  <a:pt x="96450" y="4129318"/>
                  <a:pt x="5114" y="4037982"/>
                  <a:pt x="5114" y="3925314"/>
                </a:cubicBezTo>
                <a:lnTo>
                  <a:pt x="5114" y="3109322"/>
                </a:lnTo>
                <a:lnTo>
                  <a:pt x="5959" y="3100940"/>
                </a:lnTo>
                <a:lnTo>
                  <a:pt x="5959" y="1066955"/>
                </a:lnTo>
                <a:lnTo>
                  <a:pt x="4145" y="1061110"/>
                </a:lnTo>
                <a:cubicBezTo>
                  <a:pt x="1427" y="1047829"/>
                  <a:pt x="0" y="1034079"/>
                  <a:pt x="0" y="1019996"/>
                </a:cubicBezTo>
                <a:lnTo>
                  <a:pt x="0" y="204004"/>
                </a:lnTo>
                <a:cubicBezTo>
                  <a:pt x="0" y="91336"/>
                  <a:pt x="91336" y="0"/>
                  <a:pt x="204004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vert="eaVert" wrap="square">
            <a:noAutofit/>
          </a:bodyPr>
          <a:lstStyle>
            <a:lvl1pPr>
              <a:defRPr b="0" i="0">
                <a:solidFill>
                  <a:srgbClr val="010233"/>
                </a:solidFill>
                <a:latin typeface="Lato" panose="020F0502020204030203" pitchFamily="34" charset="77"/>
              </a:defRPr>
            </a:lvl1pPr>
          </a:lstStyle>
          <a:p>
            <a:pPr marL="0" marR="0" lvl="0" indent="0" defTabSz="55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 </a:t>
            </a:r>
          </a:p>
        </p:txBody>
      </p:sp>
      <p:sp>
        <p:nvSpPr>
          <p:cNvPr id="7" name="Vertical Text Placeholder 37">
            <a:extLst>
              <a:ext uri="{FF2B5EF4-FFF2-40B4-BE49-F238E27FC236}">
                <a16:creationId xmlns:a16="http://schemas.microsoft.com/office/drawing/2014/main" id="{B93CEB39-06F8-09E8-5F52-9C27F9FC2F70}"/>
              </a:ext>
            </a:extLst>
          </p:cNvPr>
          <p:cNvSpPr>
            <a:spLocks noGrp="1"/>
          </p:cNvSpPr>
          <p:nvPr>
            <p:ph type="body" orient="vert" sz="quarter" idx="48" hasCustomPrompt="1"/>
          </p:nvPr>
        </p:nvSpPr>
        <p:spPr>
          <a:xfrm>
            <a:off x="3265382" y="2242435"/>
            <a:ext cx="1772788" cy="3286187"/>
          </a:xfrm>
          <a:custGeom>
            <a:avLst/>
            <a:gdLst>
              <a:gd name="connsiteX0" fmla="*/ 204004 w 2923253"/>
              <a:gd name="connsiteY0" fmla="*/ 0 h 4129318"/>
              <a:gd name="connsiteX1" fmla="*/ 491598 w 2923253"/>
              <a:gd name="connsiteY1" fmla="*/ 0 h 4129318"/>
              <a:gd name="connsiteX2" fmla="*/ 1318997 w 2923253"/>
              <a:gd name="connsiteY2" fmla="*/ 0 h 4129318"/>
              <a:gd name="connsiteX3" fmla="*/ 1599142 w 2923253"/>
              <a:gd name="connsiteY3" fmla="*/ 0 h 4129318"/>
              <a:gd name="connsiteX4" fmla="*/ 2434098 w 2923253"/>
              <a:gd name="connsiteY4" fmla="*/ 0 h 4129318"/>
              <a:gd name="connsiteX5" fmla="*/ 2714135 w 2923253"/>
              <a:gd name="connsiteY5" fmla="*/ 0 h 4129318"/>
              <a:gd name="connsiteX6" fmla="*/ 2918139 w 2923253"/>
              <a:gd name="connsiteY6" fmla="*/ 204004 h 4129318"/>
              <a:gd name="connsiteX7" fmla="*/ 2918139 w 2923253"/>
              <a:gd name="connsiteY7" fmla="*/ 469787 h 4129318"/>
              <a:gd name="connsiteX8" fmla="*/ 2919737 w 2923253"/>
              <a:gd name="connsiteY8" fmla="*/ 485639 h 4129318"/>
              <a:gd name="connsiteX9" fmla="*/ 2919737 w 2923253"/>
              <a:gd name="connsiteY9" fmla="*/ 3074444 h 4129318"/>
              <a:gd name="connsiteX10" fmla="*/ 2923253 w 2923253"/>
              <a:gd name="connsiteY10" fmla="*/ 3109322 h 4129318"/>
              <a:gd name="connsiteX11" fmla="*/ 2923253 w 2923253"/>
              <a:gd name="connsiteY11" fmla="*/ 3925314 h 4129318"/>
              <a:gd name="connsiteX12" fmla="*/ 2719249 w 2923253"/>
              <a:gd name="connsiteY12" fmla="*/ 4129318 h 4129318"/>
              <a:gd name="connsiteX13" fmla="*/ 2434098 w 2923253"/>
              <a:gd name="connsiteY13" fmla="*/ 4129318 h 4129318"/>
              <a:gd name="connsiteX14" fmla="*/ 1604256 w 2923253"/>
              <a:gd name="connsiteY14" fmla="*/ 4129318 h 4129318"/>
              <a:gd name="connsiteX15" fmla="*/ 1324111 w 2923253"/>
              <a:gd name="connsiteY15" fmla="*/ 4129318 h 4129318"/>
              <a:gd name="connsiteX16" fmla="*/ 491598 w 2923253"/>
              <a:gd name="connsiteY16" fmla="*/ 4129318 h 4129318"/>
              <a:gd name="connsiteX17" fmla="*/ 209118 w 2923253"/>
              <a:gd name="connsiteY17" fmla="*/ 4129318 h 4129318"/>
              <a:gd name="connsiteX18" fmla="*/ 5114 w 2923253"/>
              <a:gd name="connsiteY18" fmla="*/ 3925314 h 4129318"/>
              <a:gd name="connsiteX19" fmla="*/ 5114 w 2923253"/>
              <a:gd name="connsiteY19" fmla="*/ 3109322 h 4129318"/>
              <a:gd name="connsiteX20" fmla="*/ 5959 w 2923253"/>
              <a:gd name="connsiteY20" fmla="*/ 3100940 h 4129318"/>
              <a:gd name="connsiteX21" fmla="*/ 5959 w 2923253"/>
              <a:gd name="connsiteY21" fmla="*/ 1066955 h 4129318"/>
              <a:gd name="connsiteX22" fmla="*/ 4145 w 2923253"/>
              <a:gd name="connsiteY22" fmla="*/ 1061110 h 4129318"/>
              <a:gd name="connsiteX23" fmla="*/ 0 w 2923253"/>
              <a:gd name="connsiteY23" fmla="*/ 1019996 h 4129318"/>
              <a:gd name="connsiteX24" fmla="*/ 0 w 2923253"/>
              <a:gd name="connsiteY24" fmla="*/ 204004 h 4129318"/>
              <a:gd name="connsiteX25" fmla="*/ 204004 w 2923253"/>
              <a:gd name="connsiteY25" fmla="*/ 0 h 4129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2923253" h="4129318">
                <a:moveTo>
                  <a:pt x="204004" y="0"/>
                </a:moveTo>
                <a:lnTo>
                  <a:pt x="491598" y="0"/>
                </a:lnTo>
                <a:lnTo>
                  <a:pt x="1318997" y="0"/>
                </a:lnTo>
                <a:lnTo>
                  <a:pt x="1599142" y="0"/>
                </a:lnTo>
                <a:lnTo>
                  <a:pt x="2434098" y="0"/>
                </a:lnTo>
                <a:lnTo>
                  <a:pt x="2714135" y="0"/>
                </a:lnTo>
                <a:cubicBezTo>
                  <a:pt x="2826803" y="0"/>
                  <a:pt x="2918139" y="91336"/>
                  <a:pt x="2918139" y="204004"/>
                </a:cubicBezTo>
                <a:lnTo>
                  <a:pt x="2918139" y="469787"/>
                </a:lnTo>
                <a:lnTo>
                  <a:pt x="2919737" y="485639"/>
                </a:lnTo>
                <a:lnTo>
                  <a:pt x="2919737" y="3074444"/>
                </a:lnTo>
                <a:lnTo>
                  <a:pt x="2923253" y="3109322"/>
                </a:lnTo>
                <a:lnTo>
                  <a:pt x="2923253" y="3925314"/>
                </a:lnTo>
                <a:cubicBezTo>
                  <a:pt x="2923253" y="4037982"/>
                  <a:pt x="2831917" y="4129318"/>
                  <a:pt x="2719249" y="4129318"/>
                </a:cubicBezTo>
                <a:lnTo>
                  <a:pt x="2434098" y="4129318"/>
                </a:lnTo>
                <a:lnTo>
                  <a:pt x="1604256" y="4129318"/>
                </a:lnTo>
                <a:lnTo>
                  <a:pt x="1324111" y="4129318"/>
                </a:lnTo>
                <a:lnTo>
                  <a:pt x="491598" y="4129318"/>
                </a:lnTo>
                <a:lnTo>
                  <a:pt x="209118" y="4129318"/>
                </a:lnTo>
                <a:cubicBezTo>
                  <a:pt x="96450" y="4129318"/>
                  <a:pt x="5114" y="4037982"/>
                  <a:pt x="5114" y="3925314"/>
                </a:cubicBezTo>
                <a:lnTo>
                  <a:pt x="5114" y="3109322"/>
                </a:lnTo>
                <a:lnTo>
                  <a:pt x="5959" y="3100940"/>
                </a:lnTo>
                <a:lnTo>
                  <a:pt x="5959" y="1066955"/>
                </a:lnTo>
                <a:lnTo>
                  <a:pt x="4145" y="1061110"/>
                </a:lnTo>
                <a:cubicBezTo>
                  <a:pt x="1427" y="1047829"/>
                  <a:pt x="0" y="1034079"/>
                  <a:pt x="0" y="1019996"/>
                </a:cubicBezTo>
                <a:lnTo>
                  <a:pt x="0" y="204004"/>
                </a:lnTo>
                <a:cubicBezTo>
                  <a:pt x="0" y="91336"/>
                  <a:pt x="91336" y="0"/>
                  <a:pt x="204004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vert="eaVert" wrap="square">
            <a:noAutofit/>
          </a:bodyPr>
          <a:lstStyle>
            <a:lvl1pPr>
              <a:defRPr sz="2800" b="0" i="0">
                <a:solidFill>
                  <a:srgbClr val="010233"/>
                </a:solidFill>
                <a:latin typeface="Lato" panose="020F0502020204030203" pitchFamily="34" charset="77"/>
              </a:defRPr>
            </a:lvl1pPr>
          </a:lstStyle>
          <a:p>
            <a:pPr marL="0" marR="0" lvl="0" indent="0" defTabSz="55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 </a:t>
            </a:r>
          </a:p>
        </p:txBody>
      </p:sp>
      <p:sp>
        <p:nvSpPr>
          <p:cNvPr id="8" name="Vertical Text Placeholder 38">
            <a:extLst>
              <a:ext uri="{FF2B5EF4-FFF2-40B4-BE49-F238E27FC236}">
                <a16:creationId xmlns:a16="http://schemas.microsoft.com/office/drawing/2014/main" id="{4EBD2635-8771-5740-943D-757DB824F802}"/>
              </a:ext>
            </a:extLst>
          </p:cNvPr>
          <p:cNvSpPr>
            <a:spLocks noGrp="1"/>
          </p:cNvSpPr>
          <p:nvPr>
            <p:ph type="body" orient="vert" sz="quarter" idx="49" hasCustomPrompt="1"/>
          </p:nvPr>
        </p:nvSpPr>
        <p:spPr>
          <a:xfrm>
            <a:off x="5213574" y="2242435"/>
            <a:ext cx="1772788" cy="3286187"/>
          </a:xfrm>
          <a:custGeom>
            <a:avLst/>
            <a:gdLst>
              <a:gd name="connsiteX0" fmla="*/ 204004 w 2923253"/>
              <a:gd name="connsiteY0" fmla="*/ 0 h 4129318"/>
              <a:gd name="connsiteX1" fmla="*/ 491598 w 2923253"/>
              <a:gd name="connsiteY1" fmla="*/ 0 h 4129318"/>
              <a:gd name="connsiteX2" fmla="*/ 1318997 w 2923253"/>
              <a:gd name="connsiteY2" fmla="*/ 0 h 4129318"/>
              <a:gd name="connsiteX3" fmla="*/ 1599142 w 2923253"/>
              <a:gd name="connsiteY3" fmla="*/ 0 h 4129318"/>
              <a:gd name="connsiteX4" fmla="*/ 2434098 w 2923253"/>
              <a:gd name="connsiteY4" fmla="*/ 0 h 4129318"/>
              <a:gd name="connsiteX5" fmla="*/ 2714135 w 2923253"/>
              <a:gd name="connsiteY5" fmla="*/ 0 h 4129318"/>
              <a:gd name="connsiteX6" fmla="*/ 2918139 w 2923253"/>
              <a:gd name="connsiteY6" fmla="*/ 204004 h 4129318"/>
              <a:gd name="connsiteX7" fmla="*/ 2918139 w 2923253"/>
              <a:gd name="connsiteY7" fmla="*/ 469787 h 4129318"/>
              <a:gd name="connsiteX8" fmla="*/ 2919737 w 2923253"/>
              <a:gd name="connsiteY8" fmla="*/ 485639 h 4129318"/>
              <a:gd name="connsiteX9" fmla="*/ 2919737 w 2923253"/>
              <a:gd name="connsiteY9" fmla="*/ 3074444 h 4129318"/>
              <a:gd name="connsiteX10" fmla="*/ 2923253 w 2923253"/>
              <a:gd name="connsiteY10" fmla="*/ 3109322 h 4129318"/>
              <a:gd name="connsiteX11" fmla="*/ 2923253 w 2923253"/>
              <a:gd name="connsiteY11" fmla="*/ 3925314 h 4129318"/>
              <a:gd name="connsiteX12" fmla="*/ 2719249 w 2923253"/>
              <a:gd name="connsiteY12" fmla="*/ 4129318 h 4129318"/>
              <a:gd name="connsiteX13" fmla="*/ 2434098 w 2923253"/>
              <a:gd name="connsiteY13" fmla="*/ 4129318 h 4129318"/>
              <a:gd name="connsiteX14" fmla="*/ 1604256 w 2923253"/>
              <a:gd name="connsiteY14" fmla="*/ 4129318 h 4129318"/>
              <a:gd name="connsiteX15" fmla="*/ 1324111 w 2923253"/>
              <a:gd name="connsiteY15" fmla="*/ 4129318 h 4129318"/>
              <a:gd name="connsiteX16" fmla="*/ 491598 w 2923253"/>
              <a:gd name="connsiteY16" fmla="*/ 4129318 h 4129318"/>
              <a:gd name="connsiteX17" fmla="*/ 209118 w 2923253"/>
              <a:gd name="connsiteY17" fmla="*/ 4129318 h 4129318"/>
              <a:gd name="connsiteX18" fmla="*/ 5114 w 2923253"/>
              <a:gd name="connsiteY18" fmla="*/ 3925314 h 4129318"/>
              <a:gd name="connsiteX19" fmla="*/ 5114 w 2923253"/>
              <a:gd name="connsiteY19" fmla="*/ 3109322 h 4129318"/>
              <a:gd name="connsiteX20" fmla="*/ 5959 w 2923253"/>
              <a:gd name="connsiteY20" fmla="*/ 3100940 h 4129318"/>
              <a:gd name="connsiteX21" fmla="*/ 5959 w 2923253"/>
              <a:gd name="connsiteY21" fmla="*/ 1066955 h 4129318"/>
              <a:gd name="connsiteX22" fmla="*/ 4145 w 2923253"/>
              <a:gd name="connsiteY22" fmla="*/ 1061110 h 4129318"/>
              <a:gd name="connsiteX23" fmla="*/ 0 w 2923253"/>
              <a:gd name="connsiteY23" fmla="*/ 1019996 h 4129318"/>
              <a:gd name="connsiteX24" fmla="*/ 0 w 2923253"/>
              <a:gd name="connsiteY24" fmla="*/ 204004 h 4129318"/>
              <a:gd name="connsiteX25" fmla="*/ 204004 w 2923253"/>
              <a:gd name="connsiteY25" fmla="*/ 0 h 4129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2923253" h="4129318">
                <a:moveTo>
                  <a:pt x="204004" y="0"/>
                </a:moveTo>
                <a:lnTo>
                  <a:pt x="491598" y="0"/>
                </a:lnTo>
                <a:lnTo>
                  <a:pt x="1318997" y="0"/>
                </a:lnTo>
                <a:lnTo>
                  <a:pt x="1599142" y="0"/>
                </a:lnTo>
                <a:lnTo>
                  <a:pt x="2434098" y="0"/>
                </a:lnTo>
                <a:lnTo>
                  <a:pt x="2714135" y="0"/>
                </a:lnTo>
                <a:cubicBezTo>
                  <a:pt x="2826803" y="0"/>
                  <a:pt x="2918139" y="91336"/>
                  <a:pt x="2918139" y="204004"/>
                </a:cubicBezTo>
                <a:lnTo>
                  <a:pt x="2918139" y="469787"/>
                </a:lnTo>
                <a:lnTo>
                  <a:pt x="2919737" y="485639"/>
                </a:lnTo>
                <a:lnTo>
                  <a:pt x="2919737" y="3074444"/>
                </a:lnTo>
                <a:lnTo>
                  <a:pt x="2923253" y="3109322"/>
                </a:lnTo>
                <a:lnTo>
                  <a:pt x="2923253" y="3925314"/>
                </a:lnTo>
                <a:cubicBezTo>
                  <a:pt x="2923253" y="4037982"/>
                  <a:pt x="2831917" y="4129318"/>
                  <a:pt x="2719249" y="4129318"/>
                </a:cubicBezTo>
                <a:lnTo>
                  <a:pt x="2434098" y="4129318"/>
                </a:lnTo>
                <a:lnTo>
                  <a:pt x="1604256" y="4129318"/>
                </a:lnTo>
                <a:lnTo>
                  <a:pt x="1324111" y="4129318"/>
                </a:lnTo>
                <a:lnTo>
                  <a:pt x="491598" y="4129318"/>
                </a:lnTo>
                <a:lnTo>
                  <a:pt x="209118" y="4129318"/>
                </a:lnTo>
                <a:cubicBezTo>
                  <a:pt x="96450" y="4129318"/>
                  <a:pt x="5114" y="4037982"/>
                  <a:pt x="5114" y="3925314"/>
                </a:cubicBezTo>
                <a:lnTo>
                  <a:pt x="5114" y="3109322"/>
                </a:lnTo>
                <a:lnTo>
                  <a:pt x="5959" y="3100940"/>
                </a:lnTo>
                <a:lnTo>
                  <a:pt x="5959" y="1066955"/>
                </a:lnTo>
                <a:lnTo>
                  <a:pt x="4145" y="1061110"/>
                </a:lnTo>
                <a:cubicBezTo>
                  <a:pt x="1427" y="1047829"/>
                  <a:pt x="0" y="1034079"/>
                  <a:pt x="0" y="1019996"/>
                </a:cubicBezTo>
                <a:lnTo>
                  <a:pt x="0" y="204004"/>
                </a:lnTo>
                <a:cubicBezTo>
                  <a:pt x="0" y="91336"/>
                  <a:pt x="91336" y="0"/>
                  <a:pt x="204004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vert="eaVert" wrap="square">
            <a:noAutofit/>
          </a:bodyPr>
          <a:lstStyle>
            <a:lvl1pPr>
              <a:defRPr b="0" i="0">
                <a:solidFill>
                  <a:srgbClr val="010233"/>
                </a:solidFill>
                <a:latin typeface="Lato" panose="020F0502020204030203" pitchFamily="34" charset="77"/>
              </a:defRPr>
            </a:lvl1pPr>
          </a:lstStyle>
          <a:p>
            <a:pPr marL="0" marR="0" lvl="0" indent="0" defTabSz="55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 </a:t>
            </a:r>
          </a:p>
        </p:txBody>
      </p:sp>
      <p:sp>
        <p:nvSpPr>
          <p:cNvPr id="15" name="Vertical Text Placeholder 39">
            <a:extLst>
              <a:ext uri="{FF2B5EF4-FFF2-40B4-BE49-F238E27FC236}">
                <a16:creationId xmlns:a16="http://schemas.microsoft.com/office/drawing/2014/main" id="{389DE4AD-DE5E-C1A2-4695-72336A6899EB}"/>
              </a:ext>
            </a:extLst>
          </p:cNvPr>
          <p:cNvSpPr>
            <a:spLocks noGrp="1"/>
          </p:cNvSpPr>
          <p:nvPr>
            <p:ph type="body" orient="vert" sz="quarter" idx="50" hasCustomPrompt="1"/>
          </p:nvPr>
        </p:nvSpPr>
        <p:spPr>
          <a:xfrm>
            <a:off x="7161766" y="2242435"/>
            <a:ext cx="1772788" cy="3286187"/>
          </a:xfrm>
          <a:custGeom>
            <a:avLst/>
            <a:gdLst>
              <a:gd name="connsiteX0" fmla="*/ 204004 w 2923253"/>
              <a:gd name="connsiteY0" fmla="*/ 0 h 4129318"/>
              <a:gd name="connsiteX1" fmla="*/ 491598 w 2923253"/>
              <a:gd name="connsiteY1" fmla="*/ 0 h 4129318"/>
              <a:gd name="connsiteX2" fmla="*/ 1318997 w 2923253"/>
              <a:gd name="connsiteY2" fmla="*/ 0 h 4129318"/>
              <a:gd name="connsiteX3" fmla="*/ 1599142 w 2923253"/>
              <a:gd name="connsiteY3" fmla="*/ 0 h 4129318"/>
              <a:gd name="connsiteX4" fmla="*/ 2434098 w 2923253"/>
              <a:gd name="connsiteY4" fmla="*/ 0 h 4129318"/>
              <a:gd name="connsiteX5" fmla="*/ 2714135 w 2923253"/>
              <a:gd name="connsiteY5" fmla="*/ 0 h 4129318"/>
              <a:gd name="connsiteX6" fmla="*/ 2918139 w 2923253"/>
              <a:gd name="connsiteY6" fmla="*/ 204004 h 4129318"/>
              <a:gd name="connsiteX7" fmla="*/ 2918139 w 2923253"/>
              <a:gd name="connsiteY7" fmla="*/ 469787 h 4129318"/>
              <a:gd name="connsiteX8" fmla="*/ 2919737 w 2923253"/>
              <a:gd name="connsiteY8" fmla="*/ 485639 h 4129318"/>
              <a:gd name="connsiteX9" fmla="*/ 2919737 w 2923253"/>
              <a:gd name="connsiteY9" fmla="*/ 3074444 h 4129318"/>
              <a:gd name="connsiteX10" fmla="*/ 2923253 w 2923253"/>
              <a:gd name="connsiteY10" fmla="*/ 3109322 h 4129318"/>
              <a:gd name="connsiteX11" fmla="*/ 2923253 w 2923253"/>
              <a:gd name="connsiteY11" fmla="*/ 3925314 h 4129318"/>
              <a:gd name="connsiteX12" fmla="*/ 2719249 w 2923253"/>
              <a:gd name="connsiteY12" fmla="*/ 4129318 h 4129318"/>
              <a:gd name="connsiteX13" fmla="*/ 2434098 w 2923253"/>
              <a:gd name="connsiteY13" fmla="*/ 4129318 h 4129318"/>
              <a:gd name="connsiteX14" fmla="*/ 1604256 w 2923253"/>
              <a:gd name="connsiteY14" fmla="*/ 4129318 h 4129318"/>
              <a:gd name="connsiteX15" fmla="*/ 1324111 w 2923253"/>
              <a:gd name="connsiteY15" fmla="*/ 4129318 h 4129318"/>
              <a:gd name="connsiteX16" fmla="*/ 491598 w 2923253"/>
              <a:gd name="connsiteY16" fmla="*/ 4129318 h 4129318"/>
              <a:gd name="connsiteX17" fmla="*/ 209118 w 2923253"/>
              <a:gd name="connsiteY17" fmla="*/ 4129318 h 4129318"/>
              <a:gd name="connsiteX18" fmla="*/ 5114 w 2923253"/>
              <a:gd name="connsiteY18" fmla="*/ 3925314 h 4129318"/>
              <a:gd name="connsiteX19" fmla="*/ 5114 w 2923253"/>
              <a:gd name="connsiteY19" fmla="*/ 3109322 h 4129318"/>
              <a:gd name="connsiteX20" fmla="*/ 5959 w 2923253"/>
              <a:gd name="connsiteY20" fmla="*/ 3100940 h 4129318"/>
              <a:gd name="connsiteX21" fmla="*/ 5959 w 2923253"/>
              <a:gd name="connsiteY21" fmla="*/ 1066955 h 4129318"/>
              <a:gd name="connsiteX22" fmla="*/ 4145 w 2923253"/>
              <a:gd name="connsiteY22" fmla="*/ 1061110 h 4129318"/>
              <a:gd name="connsiteX23" fmla="*/ 0 w 2923253"/>
              <a:gd name="connsiteY23" fmla="*/ 1019996 h 4129318"/>
              <a:gd name="connsiteX24" fmla="*/ 0 w 2923253"/>
              <a:gd name="connsiteY24" fmla="*/ 204004 h 4129318"/>
              <a:gd name="connsiteX25" fmla="*/ 204004 w 2923253"/>
              <a:gd name="connsiteY25" fmla="*/ 0 h 4129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2923253" h="4129318">
                <a:moveTo>
                  <a:pt x="204004" y="0"/>
                </a:moveTo>
                <a:lnTo>
                  <a:pt x="491598" y="0"/>
                </a:lnTo>
                <a:lnTo>
                  <a:pt x="1318997" y="0"/>
                </a:lnTo>
                <a:lnTo>
                  <a:pt x="1599142" y="0"/>
                </a:lnTo>
                <a:lnTo>
                  <a:pt x="2434098" y="0"/>
                </a:lnTo>
                <a:lnTo>
                  <a:pt x="2714135" y="0"/>
                </a:lnTo>
                <a:cubicBezTo>
                  <a:pt x="2826803" y="0"/>
                  <a:pt x="2918139" y="91336"/>
                  <a:pt x="2918139" y="204004"/>
                </a:cubicBezTo>
                <a:lnTo>
                  <a:pt x="2918139" y="469787"/>
                </a:lnTo>
                <a:lnTo>
                  <a:pt x="2919737" y="485639"/>
                </a:lnTo>
                <a:lnTo>
                  <a:pt x="2919737" y="3074444"/>
                </a:lnTo>
                <a:lnTo>
                  <a:pt x="2923253" y="3109322"/>
                </a:lnTo>
                <a:lnTo>
                  <a:pt x="2923253" y="3925314"/>
                </a:lnTo>
                <a:cubicBezTo>
                  <a:pt x="2923253" y="4037982"/>
                  <a:pt x="2831917" y="4129318"/>
                  <a:pt x="2719249" y="4129318"/>
                </a:cubicBezTo>
                <a:lnTo>
                  <a:pt x="2434098" y="4129318"/>
                </a:lnTo>
                <a:lnTo>
                  <a:pt x="1604256" y="4129318"/>
                </a:lnTo>
                <a:lnTo>
                  <a:pt x="1324111" y="4129318"/>
                </a:lnTo>
                <a:lnTo>
                  <a:pt x="491598" y="4129318"/>
                </a:lnTo>
                <a:lnTo>
                  <a:pt x="209118" y="4129318"/>
                </a:lnTo>
                <a:cubicBezTo>
                  <a:pt x="96450" y="4129318"/>
                  <a:pt x="5114" y="4037982"/>
                  <a:pt x="5114" y="3925314"/>
                </a:cubicBezTo>
                <a:lnTo>
                  <a:pt x="5114" y="3109322"/>
                </a:lnTo>
                <a:lnTo>
                  <a:pt x="5959" y="3100940"/>
                </a:lnTo>
                <a:lnTo>
                  <a:pt x="5959" y="1066955"/>
                </a:lnTo>
                <a:lnTo>
                  <a:pt x="4145" y="1061110"/>
                </a:lnTo>
                <a:cubicBezTo>
                  <a:pt x="1427" y="1047829"/>
                  <a:pt x="0" y="1034079"/>
                  <a:pt x="0" y="1019996"/>
                </a:cubicBezTo>
                <a:lnTo>
                  <a:pt x="0" y="204004"/>
                </a:lnTo>
                <a:cubicBezTo>
                  <a:pt x="0" y="91336"/>
                  <a:pt x="91336" y="0"/>
                  <a:pt x="204004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vert="eaVert" wrap="square">
            <a:noAutofit/>
          </a:bodyPr>
          <a:lstStyle>
            <a:lvl1pPr>
              <a:defRPr b="0" i="0">
                <a:solidFill>
                  <a:srgbClr val="010233"/>
                </a:solidFill>
                <a:latin typeface="Lato" panose="020F0502020204030203" pitchFamily="34" charset="77"/>
              </a:defRPr>
            </a:lvl1pPr>
          </a:lstStyle>
          <a:p>
            <a:pPr marL="0" marR="0" lvl="0" indent="0" defTabSz="55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 </a:t>
            </a:r>
          </a:p>
        </p:txBody>
      </p:sp>
      <p:sp>
        <p:nvSpPr>
          <p:cNvPr id="16" name="Vertical Text Placeholder 40">
            <a:extLst>
              <a:ext uri="{FF2B5EF4-FFF2-40B4-BE49-F238E27FC236}">
                <a16:creationId xmlns:a16="http://schemas.microsoft.com/office/drawing/2014/main" id="{0D5B83EE-8AE7-97F2-D0D6-96C145BC5B1E}"/>
              </a:ext>
            </a:extLst>
          </p:cNvPr>
          <p:cNvSpPr>
            <a:spLocks noGrp="1"/>
          </p:cNvSpPr>
          <p:nvPr>
            <p:ph type="body" orient="vert" sz="quarter" idx="51" hasCustomPrompt="1"/>
          </p:nvPr>
        </p:nvSpPr>
        <p:spPr>
          <a:xfrm>
            <a:off x="9109958" y="2242435"/>
            <a:ext cx="1772788" cy="3286187"/>
          </a:xfrm>
          <a:custGeom>
            <a:avLst/>
            <a:gdLst>
              <a:gd name="connsiteX0" fmla="*/ 204004 w 2923253"/>
              <a:gd name="connsiteY0" fmla="*/ 0 h 4129318"/>
              <a:gd name="connsiteX1" fmla="*/ 491598 w 2923253"/>
              <a:gd name="connsiteY1" fmla="*/ 0 h 4129318"/>
              <a:gd name="connsiteX2" fmla="*/ 1318997 w 2923253"/>
              <a:gd name="connsiteY2" fmla="*/ 0 h 4129318"/>
              <a:gd name="connsiteX3" fmla="*/ 1599142 w 2923253"/>
              <a:gd name="connsiteY3" fmla="*/ 0 h 4129318"/>
              <a:gd name="connsiteX4" fmla="*/ 2434098 w 2923253"/>
              <a:gd name="connsiteY4" fmla="*/ 0 h 4129318"/>
              <a:gd name="connsiteX5" fmla="*/ 2714135 w 2923253"/>
              <a:gd name="connsiteY5" fmla="*/ 0 h 4129318"/>
              <a:gd name="connsiteX6" fmla="*/ 2918139 w 2923253"/>
              <a:gd name="connsiteY6" fmla="*/ 204004 h 4129318"/>
              <a:gd name="connsiteX7" fmla="*/ 2918139 w 2923253"/>
              <a:gd name="connsiteY7" fmla="*/ 469787 h 4129318"/>
              <a:gd name="connsiteX8" fmla="*/ 2919737 w 2923253"/>
              <a:gd name="connsiteY8" fmla="*/ 485639 h 4129318"/>
              <a:gd name="connsiteX9" fmla="*/ 2919737 w 2923253"/>
              <a:gd name="connsiteY9" fmla="*/ 3074444 h 4129318"/>
              <a:gd name="connsiteX10" fmla="*/ 2923253 w 2923253"/>
              <a:gd name="connsiteY10" fmla="*/ 3109322 h 4129318"/>
              <a:gd name="connsiteX11" fmla="*/ 2923253 w 2923253"/>
              <a:gd name="connsiteY11" fmla="*/ 3925314 h 4129318"/>
              <a:gd name="connsiteX12" fmla="*/ 2719249 w 2923253"/>
              <a:gd name="connsiteY12" fmla="*/ 4129318 h 4129318"/>
              <a:gd name="connsiteX13" fmla="*/ 2434098 w 2923253"/>
              <a:gd name="connsiteY13" fmla="*/ 4129318 h 4129318"/>
              <a:gd name="connsiteX14" fmla="*/ 1604256 w 2923253"/>
              <a:gd name="connsiteY14" fmla="*/ 4129318 h 4129318"/>
              <a:gd name="connsiteX15" fmla="*/ 1324111 w 2923253"/>
              <a:gd name="connsiteY15" fmla="*/ 4129318 h 4129318"/>
              <a:gd name="connsiteX16" fmla="*/ 491598 w 2923253"/>
              <a:gd name="connsiteY16" fmla="*/ 4129318 h 4129318"/>
              <a:gd name="connsiteX17" fmla="*/ 209118 w 2923253"/>
              <a:gd name="connsiteY17" fmla="*/ 4129318 h 4129318"/>
              <a:gd name="connsiteX18" fmla="*/ 5114 w 2923253"/>
              <a:gd name="connsiteY18" fmla="*/ 3925314 h 4129318"/>
              <a:gd name="connsiteX19" fmla="*/ 5114 w 2923253"/>
              <a:gd name="connsiteY19" fmla="*/ 3109322 h 4129318"/>
              <a:gd name="connsiteX20" fmla="*/ 5959 w 2923253"/>
              <a:gd name="connsiteY20" fmla="*/ 3100940 h 4129318"/>
              <a:gd name="connsiteX21" fmla="*/ 5959 w 2923253"/>
              <a:gd name="connsiteY21" fmla="*/ 1066955 h 4129318"/>
              <a:gd name="connsiteX22" fmla="*/ 4145 w 2923253"/>
              <a:gd name="connsiteY22" fmla="*/ 1061110 h 4129318"/>
              <a:gd name="connsiteX23" fmla="*/ 0 w 2923253"/>
              <a:gd name="connsiteY23" fmla="*/ 1019996 h 4129318"/>
              <a:gd name="connsiteX24" fmla="*/ 0 w 2923253"/>
              <a:gd name="connsiteY24" fmla="*/ 204004 h 4129318"/>
              <a:gd name="connsiteX25" fmla="*/ 204004 w 2923253"/>
              <a:gd name="connsiteY25" fmla="*/ 0 h 4129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2923253" h="4129318">
                <a:moveTo>
                  <a:pt x="204004" y="0"/>
                </a:moveTo>
                <a:lnTo>
                  <a:pt x="491598" y="0"/>
                </a:lnTo>
                <a:lnTo>
                  <a:pt x="1318997" y="0"/>
                </a:lnTo>
                <a:lnTo>
                  <a:pt x="1599142" y="0"/>
                </a:lnTo>
                <a:lnTo>
                  <a:pt x="2434098" y="0"/>
                </a:lnTo>
                <a:lnTo>
                  <a:pt x="2714135" y="0"/>
                </a:lnTo>
                <a:cubicBezTo>
                  <a:pt x="2826803" y="0"/>
                  <a:pt x="2918139" y="91336"/>
                  <a:pt x="2918139" y="204004"/>
                </a:cubicBezTo>
                <a:lnTo>
                  <a:pt x="2918139" y="469787"/>
                </a:lnTo>
                <a:lnTo>
                  <a:pt x="2919737" y="485639"/>
                </a:lnTo>
                <a:lnTo>
                  <a:pt x="2919737" y="3074444"/>
                </a:lnTo>
                <a:lnTo>
                  <a:pt x="2923253" y="3109322"/>
                </a:lnTo>
                <a:lnTo>
                  <a:pt x="2923253" y="3925314"/>
                </a:lnTo>
                <a:cubicBezTo>
                  <a:pt x="2923253" y="4037982"/>
                  <a:pt x="2831917" y="4129318"/>
                  <a:pt x="2719249" y="4129318"/>
                </a:cubicBezTo>
                <a:lnTo>
                  <a:pt x="2434098" y="4129318"/>
                </a:lnTo>
                <a:lnTo>
                  <a:pt x="1604256" y="4129318"/>
                </a:lnTo>
                <a:lnTo>
                  <a:pt x="1324111" y="4129318"/>
                </a:lnTo>
                <a:lnTo>
                  <a:pt x="491598" y="4129318"/>
                </a:lnTo>
                <a:lnTo>
                  <a:pt x="209118" y="4129318"/>
                </a:lnTo>
                <a:cubicBezTo>
                  <a:pt x="96450" y="4129318"/>
                  <a:pt x="5114" y="4037982"/>
                  <a:pt x="5114" y="3925314"/>
                </a:cubicBezTo>
                <a:lnTo>
                  <a:pt x="5114" y="3109322"/>
                </a:lnTo>
                <a:lnTo>
                  <a:pt x="5959" y="3100940"/>
                </a:lnTo>
                <a:lnTo>
                  <a:pt x="5959" y="1066955"/>
                </a:lnTo>
                <a:lnTo>
                  <a:pt x="4145" y="1061110"/>
                </a:lnTo>
                <a:cubicBezTo>
                  <a:pt x="1427" y="1047829"/>
                  <a:pt x="0" y="1034079"/>
                  <a:pt x="0" y="1019996"/>
                </a:cubicBezTo>
                <a:lnTo>
                  <a:pt x="0" y="204004"/>
                </a:lnTo>
                <a:cubicBezTo>
                  <a:pt x="0" y="91336"/>
                  <a:pt x="91336" y="0"/>
                  <a:pt x="204004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vert="eaVert" wrap="square">
            <a:noAutofit/>
          </a:bodyPr>
          <a:lstStyle>
            <a:lvl1pPr>
              <a:defRPr b="0" i="0">
                <a:solidFill>
                  <a:srgbClr val="010233"/>
                </a:solidFill>
                <a:latin typeface="Lato" panose="020F0502020204030203" pitchFamily="34" charset="77"/>
              </a:defRPr>
            </a:lvl1pPr>
          </a:lstStyle>
          <a:p>
            <a:pPr marL="0" marR="0" lvl="0" indent="0" defTabSz="55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 </a:t>
            </a:r>
          </a:p>
        </p:txBody>
      </p:sp>
      <p:sp>
        <p:nvSpPr>
          <p:cNvPr id="9" name="Picture Placeholder 23">
            <a:extLst>
              <a:ext uri="{FF2B5EF4-FFF2-40B4-BE49-F238E27FC236}">
                <a16:creationId xmlns:a16="http://schemas.microsoft.com/office/drawing/2014/main" id="{57360EDA-D7F9-7690-E895-004DCF99F2A3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1809515" y="1874643"/>
            <a:ext cx="788136" cy="742235"/>
          </a:xfrm>
          <a:prstGeom prst="ellipse">
            <a:avLst/>
          </a:prstGeom>
          <a:solidFill>
            <a:schemeClr val="tx2"/>
          </a:solidFill>
        </p:spPr>
        <p:txBody>
          <a:bodyPr lIns="90000" anchor="ctr">
            <a:noAutofit/>
          </a:bodyPr>
          <a:lstStyle>
            <a:lvl1pPr algn="ctr">
              <a:defRPr sz="900" b="0" i="0">
                <a:latin typeface="Lato" panose="020F0502020204030203" pitchFamily="34" charset="77"/>
              </a:defRPr>
            </a:lvl1pPr>
          </a:lstStyle>
          <a:p>
            <a:endParaRPr lang="en-US"/>
          </a:p>
        </p:txBody>
      </p:sp>
      <p:sp>
        <p:nvSpPr>
          <p:cNvPr id="22" name="Picture Placeholder 23">
            <a:extLst>
              <a:ext uri="{FF2B5EF4-FFF2-40B4-BE49-F238E27FC236}">
                <a16:creationId xmlns:a16="http://schemas.microsoft.com/office/drawing/2014/main" id="{85C264EE-8558-BEBF-4E93-CA10DE81F02C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3757707" y="1874644"/>
            <a:ext cx="788136" cy="742177"/>
          </a:xfrm>
          <a:prstGeom prst="ellipse">
            <a:avLst/>
          </a:prstGeom>
          <a:solidFill>
            <a:schemeClr val="tx2"/>
          </a:solidFill>
        </p:spPr>
        <p:txBody>
          <a:bodyPr anchor="ctr">
            <a:noAutofit/>
          </a:bodyPr>
          <a:lstStyle>
            <a:lvl1pPr algn="ctr">
              <a:defRPr sz="900" b="0" i="0">
                <a:latin typeface="Lato" panose="020F0502020204030203" pitchFamily="34" charset="77"/>
              </a:defRPr>
            </a:lvl1pPr>
          </a:lstStyle>
          <a:p>
            <a:endParaRPr lang="en-US"/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F54E6052-D21B-AA91-ABDA-CB4871BF65B3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5705899" y="1894100"/>
            <a:ext cx="788136" cy="742177"/>
          </a:xfrm>
          <a:prstGeom prst="ellipse">
            <a:avLst/>
          </a:prstGeom>
          <a:solidFill>
            <a:schemeClr val="tx2"/>
          </a:solidFill>
        </p:spPr>
        <p:txBody>
          <a:bodyPr anchor="ctr">
            <a:noAutofit/>
          </a:bodyPr>
          <a:lstStyle>
            <a:lvl1pPr algn="ctr">
              <a:defRPr sz="900" b="0" i="0">
                <a:latin typeface="Lato" panose="020F0502020204030203" pitchFamily="34" charset="77"/>
              </a:defRPr>
            </a:lvl1pPr>
          </a:lstStyle>
          <a:p>
            <a:endParaRPr lang="en-US"/>
          </a:p>
        </p:txBody>
      </p:sp>
      <p:sp>
        <p:nvSpPr>
          <p:cNvPr id="26" name="Picture Placeholder 23">
            <a:extLst>
              <a:ext uri="{FF2B5EF4-FFF2-40B4-BE49-F238E27FC236}">
                <a16:creationId xmlns:a16="http://schemas.microsoft.com/office/drawing/2014/main" id="{52C4E79A-9580-2569-917A-D579CB555B3B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7654091" y="1874644"/>
            <a:ext cx="788136" cy="742177"/>
          </a:xfrm>
          <a:prstGeom prst="ellipse">
            <a:avLst/>
          </a:prstGeom>
          <a:solidFill>
            <a:schemeClr val="tx2"/>
          </a:solidFill>
        </p:spPr>
        <p:txBody>
          <a:bodyPr anchor="ctr">
            <a:noAutofit/>
          </a:bodyPr>
          <a:lstStyle>
            <a:lvl1pPr algn="ctr">
              <a:defRPr sz="900" b="0" i="0">
                <a:latin typeface="Lato" panose="020F0502020204030203" pitchFamily="34" charset="77"/>
              </a:defRPr>
            </a:lvl1pPr>
          </a:lstStyle>
          <a:p>
            <a:endParaRPr lang="en-US"/>
          </a:p>
        </p:txBody>
      </p:sp>
      <p:sp>
        <p:nvSpPr>
          <p:cNvPr id="28" name="Picture Placeholder 23">
            <a:extLst>
              <a:ext uri="{FF2B5EF4-FFF2-40B4-BE49-F238E27FC236}">
                <a16:creationId xmlns:a16="http://schemas.microsoft.com/office/drawing/2014/main" id="{2E2831E3-2F20-FA6C-53E0-182FC3FB24DE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9602283" y="1894100"/>
            <a:ext cx="788136" cy="742177"/>
          </a:xfrm>
          <a:prstGeom prst="ellipse">
            <a:avLst/>
          </a:prstGeom>
          <a:solidFill>
            <a:schemeClr val="tx2"/>
          </a:solidFill>
        </p:spPr>
        <p:txBody>
          <a:bodyPr anchor="ctr">
            <a:noAutofit/>
          </a:bodyPr>
          <a:lstStyle>
            <a:lvl1pPr algn="ctr">
              <a:defRPr sz="900" b="0" i="0">
                <a:latin typeface="Lato" panose="020F0502020204030203" pitchFamily="34" charset="77"/>
              </a:defRPr>
            </a:lvl1pPr>
          </a:lstStyle>
          <a:p>
            <a:endParaRPr lang="en-US"/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327F0D26-7EEC-88E0-F708-801BC44E5F3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61032" y="2851716"/>
            <a:ext cx="1285105" cy="644485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algn="ctr">
              <a:lnSpc>
                <a:spcPct val="100000"/>
              </a:lnSpc>
              <a:spcBef>
                <a:spcPts val="121"/>
              </a:spcBef>
              <a:spcAft>
                <a:spcPts val="909"/>
              </a:spcAft>
              <a:buClr>
                <a:schemeClr val="accent6"/>
              </a:buClr>
              <a:defRPr sz="1600" b="1" i="0">
                <a:solidFill>
                  <a:schemeClr val="tx1"/>
                </a:solidFill>
                <a:latin typeface="Lato" panose="020F0502020204030203" pitchFamily="34" charset="77"/>
                <a:cs typeface="Calibri Light" panose="020F0302020204030204" pitchFamily="34" charset="0"/>
              </a:defRPr>
            </a:lvl1pPr>
            <a:lvl2pPr marL="174638" indent="-174638">
              <a:lnSpc>
                <a:spcPct val="100000"/>
              </a:lnSpc>
              <a:spcBef>
                <a:spcPts val="121"/>
              </a:spcBef>
              <a:spcAft>
                <a:spcPts val="607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•"/>
              <a:defRPr sz="1213" b="0" i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349278" indent="-152810">
              <a:lnSpc>
                <a:spcPct val="100000"/>
              </a:lnSpc>
              <a:spcBef>
                <a:spcPts val="121"/>
              </a:spcBef>
              <a:spcAft>
                <a:spcPts val="303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 sz="1213" b="0" i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085" indent="-228584">
              <a:lnSpc>
                <a:spcPct val="130000"/>
              </a:lnSpc>
              <a:buClr>
                <a:schemeClr val="accent6"/>
              </a:buClr>
              <a:buFont typeface="System Font Regular"/>
              <a:buChar char="-"/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30000"/>
              </a:lnSpc>
              <a:buClr>
                <a:schemeClr val="accent6"/>
              </a:buClr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/>
              <a:t>Lorem ipsum </a:t>
            </a:r>
            <a:br>
              <a:rPr lang="en-US"/>
            </a:br>
            <a:r>
              <a:rPr lang="en-US"/>
              <a:t>dolor sit </a:t>
            </a:r>
            <a:r>
              <a:rPr lang="en-US" err="1"/>
              <a:t>amet</a:t>
            </a:r>
            <a:r>
              <a:rPr lang="en-US"/>
              <a:t> </a:t>
            </a:r>
            <a:br>
              <a:rPr lang="en-US"/>
            </a:br>
            <a:r>
              <a:rPr lang="en-US"/>
              <a:t>ad minim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54BD2F1C-9C90-B41F-1718-9057BBA3D6F7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505606" y="2857395"/>
            <a:ext cx="1285105" cy="644485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algn="ctr">
              <a:lnSpc>
                <a:spcPct val="100000"/>
              </a:lnSpc>
              <a:spcBef>
                <a:spcPts val="121"/>
              </a:spcBef>
              <a:spcAft>
                <a:spcPts val="909"/>
              </a:spcAft>
              <a:buClr>
                <a:schemeClr val="accent6"/>
              </a:buClr>
              <a:defRPr sz="1600" b="1" i="0">
                <a:solidFill>
                  <a:schemeClr val="tx1"/>
                </a:solidFill>
                <a:latin typeface="Lato" panose="020F0502020204030203" pitchFamily="34" charset="77"/>
                <a:cs typeface="Calibri Light" panose="020F0302020204030204" pitchFamily="34" charset="0"/>
              </a:defRPr>
            </a:lvl1pPr>
            <a:lvl2pPr marL="174638" indent="-174638">
              <a:lnSpc>
                <a:spcPct val="100000"/>
              </a:lnSpc>
              <a:spcBef>
                <a:spcPts val="121"/>
              </a:spcBef>
              <a:spcAft>
                <a:spcPts val="607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•"/>
              <a:defRPr sz="1213" b="0" i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349278" indent="-152810">
              <a:lnSpc>
                <a:spcPct val="100000"/>
              </a:lnSpc>
              <a:spcBef>
                <a:spcPts val="121"/>
              </a:spcBef>
              <a:spcAft>
                <a:spcPts val="303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 sz="1213" b="0" i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085" indent="-228584">
              <a:lnSpc>
                <a:spcPct val="130000"/>
              </a:lnSpc>
              <a:buClr>
                <a:schemeClr val="accent6"/>
              </a:buClr>
              <a:buFont typeface="System Font Regular"/>
              <a:buChar char="-"/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30000"/>
              </a:lnSpc>
              <a:buClr>
                <a:schemeClr val="accent6"/>
              </a:buClr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/>
              <a:t>Lorem ipsum </a:t>
            </a:r>
            <a:br>
              <a:rPr lang="en-US"/>
            </a:br>
            <a:r>
              <a:rPr lang="en-US"/>
              <a:t>dolor sit </a:t>
            </a:r>
            <a:r>
              <a:rPr lang="en-US" err="1"/>
              <a:t>amet</a:t>
            </a:r>
            <a:r>
              <a:rPr lang="en-US"/>
              <a:t> </a:t>
            </a:r>
            <a:br>
              <a:rPr lang="en-US"/>
            </a:br>
            <a:r>
              <a:rPr lang="en-US"/>
              <a:t>ad minim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CF0DC524-58A2-BA5B-D537-042FDE27E655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5457416" y="2857395"/>
            <a:ext cx="1285105" cy="644485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algn="ctr">
              <a:lnSpc>
                <a:spcPct val="100000"/>
              </a:lnSpc>
              <a:spcBef>
                <a:spcPts val="121"/>
              </a:spcBef>
              <a:spcAft>
                <a:spcPts val="909"/>
              </a:spcAft>
              <a:buClr>
                <a:schemeClr val="accent6"/>
              </a:buClr>
              <a:defRPr sz="1600" b="1" i="0">
                <a:solidFill>
                  <a:schemeClr val="tx1"/>
                </a:solidFill>
                <a:latin typeface="Lato" panose="020F0502020204030203" pitchFamily="34" charset="77"/>
                <a:cs typeface="Calibri Light" panose="020F0302020204030204" pitchFamily="34" charset="0"/>
              </a:defRPr>
            </a:lvl1pPr>
            <a:lvl2pPr marL="174638" indent="-174638">
              <a:lnSpc>
                <a:spcPct val="100000"/>
              </a:lnSpc>
              <a:spcBef>
                <a:spcPts val="121"/>
              </a:spcBef>
              <a:spcAft>
                <a:spcPts val="607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•"/>
              <a:defRPr sz="1213" b="0" i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349278" indent="-152810">
              <a:lnSpc>
                <a:spcPct val="100000"/>
              </a:lnSpc>
              <a:spcBef>
                <a:spcPts val="121"/>
              </a:spcBef>
              <a:spcAft>
                <a:spcPts val="303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 sz="1213" b="0" i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085" indent="-228584">
              <a:lnSpc>
                <a:spcPct val="130000"/>
              </a:lnSpc>
              <a:buClr>
                <a:schemeClr val="accent6"/>
              </a:buClr>
              <a:buFont typeface="System Font Regular"/>
              <a:buChar char="-"/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30000"/>
              </a:lnSpc>
              <a:buClr>
                <a:schemeClr val="accent6"/>
              </a:buClr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/>
              <a:t>Lorem ipsum </a:t>
            </a:r>
            <a:br>
              <a:rPr lang="en-US"/>
            </a:br>
            <a:r>
              <a:rPr lang="en-US"/>
              <a:t>dolor sit </a:t>
            </a:r>
            <a:r>
              <a:rPr lang="en-US" err="1"/>
              <a:t>amet</a:t>
            </a:r>
            <a:r>
              <a:rPr lang="en-US"/>
              <a:t> </a:t>
            </a:r>
            <a:br>
              <a:rPr lang="en-US"/>
            </a:br>
            <a:r>
              <a:rPr lang="en-US"/>
              <a:t>ad minim</a:t>
            </a:r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930ABA49-F8C6-EDB7-73F7-939196EF5C3C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7405606" y="2863573"/>
            <a:ext cx="1285105" cy="644485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algn="ctr">
              <a:lnSpc>
                <a:spcPct val="100000"/>
              </a:lnSpc>
              <a:spcBef>
                <a:spcPts val="121"/>
              </a:spcBef>
              <a:spcAft>
                <a:spcPts val="909"/>
              </a:spcAft>
              <a:buClr>
                <a:schemeClr val="accent6"/>
              </a:buClr>
              <a:defRPr sz="1600" b="1" i="0">
                <a:solidFill>
                  <a:schemeClr val="tx1"/>
                </a:solidFill>
                <a:latin typeface="Lato" panose="020F0502020204030203" pitchFamily="34" charset="77"/>
                <a:cs typeface="Calibri Light" panose="020F0302020204030204" pitchFamily="34" charset="0"/>
              </a:defRPr>
            </a:lvl1pPr>
            <a:lvl2pPr marL="174638" indent="-174638">
              <a:lnSpc>
                <a:spcPct val="100000"/>
              </a:lnSpc>
              <a:spcBef>
                <a:spcPts val="121"/>
              </a:spcBef>
              <a:spcAft>
                <a:spcPts val="607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•"/>
              <a:defRPr sz="1213" b="0" i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349278" indent="-152810">
              <a:lnSpc>
                <a:spcPct val="100000"/>
              </a:lnSpc>
              <a:spcBef>
                <a:spcPts val="121"/>
              </a:spcBef>
              <a:spcAft>
                <a:spcPts val="303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 sz="1213" b="0" i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085" indent="-228584">
              <a:lnSpc>
                <a:spcPct val="130000"/>
              </a:lnSpc>
              <a:buClr>
                <a:schemeClr val="accent6"/>
              </a:buClr>
              <a:buFont typeface="System Font Regular"/>
              <a:buChar char="-"/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30000"/>
              </a:lnSpc>
              <a:buClr>
                <a:schemeClr val="accent6"/>
              </a:buClr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/>
              <a:t>Lorem ipsum </a:t>
            </a:r>
            <a:br>
              <a:rPr lang="en-US"/>
            </a:br>
            <a:r>
              <a:rPr lang="en-US"/>
              <a:t>dolor sit </a:t>
            </a:r>
            <a:r>
              <a:rPr lang="en-US" err="1"/>
              <a:t>amet</a:t>
            </a:r>
            <a:r>
              <a:rPr lang="en-US"/>
              <a:t> </a:t>
            </a:r>
            <a:br>
              <a:rPr lang="en-US"/>
            </a:br>
            <a:r>
              <a:rPr lang="en-US"/>
              <a:t>ad minim</a:t>
            </a:r>
          </a:p>
        </p:txBody>
      </p:sp>
      <p:sp>
        <p:nvSpPr>
          <p:cNvPr id="25" name="Text Placeholder 3">
            <a:extLst>
              <a:ext uri="{FF2B5EF4-FFF2-40B4-BE49-F238E27FC236}">
                <a16:creationId xmlns:a16="http://schemas.microsoft.com/office/drawing/2014/main" id="{131197F1-7FB6-4204-5BC0-FB8BE83325B4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9353798" y="2857395"/>
            <a:ext cx="1285105" cy="644485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algn="ctr">
              <a:lnSpc>
                <a:spcPct val="100000"/>
              </a:lnSpc>
              <a:spcBef>
                <a:spcPts val="121"/>
              </a:spcBef>
              <a:spcAft>
                <a:spcPts val="909"/>
              </a:spcAft>
              <a:buClr>
                <a:schemeClr val="accent6"/>
              </a:buClr>
              <a:defRPr sz="1600" b="1" i="0">
                <a:solidFill>
                  <a:schemeClr val="tx1"/>
                </a:solidFill>
                <a:latin typeface="Lato" panose="020F0502020204030203" pitchFamily="34" charset="77"/>
                <a:cs typeface="Calibri Light" panose="020F0302020204030204" pitchFamily="34" charset="0"/>
              </a:defRPr>
            </a:lvl1pPr>
            <a:lvl2pPr marL="174638" indent="-174638">
              <a:lnSpc>
                <a:spcPct val="100000"/>
              </a:lnSpc>
              <a:spcBef>
                <a:spcPts val="121"/>
              </a:spcBef>
              <a:spcAft>
                <a:spcPts val="607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•"/>
              <a:defRPr sz="1213" b="0" i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349278" indent="-152810">
              <a:lnSpc>
                <a:spcPct val="100000"/>
              </a:lnSpc>
              <a:spcBef>
                <a:spcPts val="121"/>
              </a:spcBef>
              <a:spcAft>
                <a:spcPts val="303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 sz="1213" b="0" i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085" indent="-228584">
              <a:lnSpc>
                <a:spcPct val="130000"/>
              </a:lnSpc>
              <a:buClr>
                <a:schemeClr val="accent6"/>
              </a:buClr>
              <a:buFont typeface="System Font Regular"/>
              <a:buChar char="-"/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30000"/>
              </a:lnSpc>
              <a:buClr>
                <a:schemeClr val="accent6"/>
              </a:buClr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/>
              <a:t>Lorem ipsum </a:t>
            </a:r>
            <a:br>
              <a:rPr lang="en-US"/>
            </a:br>
            <a:r>
              <a:rPr lang="en-US"/>
              <a:t>dolor sit </a:t>
            </a:r>
            <a:r>
              <a:rPr lang="en-US" err="1"/>
              <a:t>amet</a:t>
            </a:r>
            <a:r>
              <a:rPr lang="en-US"/>
              <a:t> </a:t>
            </a:r>
            <a:br>
              <a:rPr lang="en-US"/>
            </a:br>
            <a:r>
              <a:rPr lang="en-US"/>
              <a:t>ad minim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E4357FE0-7184-7EC4-2A44-4BFB714AD694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1560584" y="3704136"/>
            <a:ext cx="1285243" cy="1695247"/>
          </a:xfrm>
          <a:prstGeom prst="rect">
            <a:avLst/>
          </a:prstGeom>
        </p:spPr>
        <p:txBody>
          <a:bodyPr>
            <a:noAutofit/>
          </a:bodyPr>
          <a:lstStyle>
            <a:lvl1pPr marL="152810" indent="-152810">
              <a:lnSpc>
                <a:spcPct val="90000"/>
              </a:lnSpc>
              <a:spcAft>
                <a:spcPts val="607"/>
              </a:spcAft>
              <a:buFont typeface="Arial" panose="020B0604020202020204" pitchFamily="34" charset="0"/>
              <a:buChar char="•"/>
              <a:defRPr sz="1000" b="0" i="0">
                <a:latin typeface="Lato" panose="020F0502020204030203" pitchFamily="34" charset="77"/>
                <a:ea typeface="Lato" panose="020F0502020204030203" pitchFamily="34" charset="77"/>
                <a:cs typeface="Lato" panose="020F0502020204030203" pitchFamily="34" charset="77"/>
              </a:defRPr>
            </a:lvl1pPr>
            <a:lvl2pPr marL="450514" indent="-173274">
              <a:buFont typeface="Arial" panose="020B0604020202020204" pitchFamily="34" charset="0"/>
              <a:buChar char="•"/>
              <a:defRPr sz="1092"/>
            </a:lvl2pPr>
          </a:lstStyle>
          <a:p>
            <a:pPr lvl="0"/>
            <a:r>
              <a:rPr lang="en-US"/>
              <a:t>Second level – indent to go to this style. </a:t>
            </a:r>
          </a:p>
          <a:p>
            <a:pPr marL="152810" marR="0" lvl="0" indent="-152810" defTabSz="554478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7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Second level – indent to go to this style. </a:t>
            </a:r>
          </a:p>
          <a:p>
            <a:pPr marL="152810" marR="0" lvl="0" indent="-152810" defTabSz="554478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7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Second level – indent to go to this style. </a:t>
            </a:r>
          </a:p>
          <a:p>
            <a:pPr lvl="0"/>
            <a:endParaRPr lang="en-US"/>
          </a:p>
        </p:txBody>
      </p:sp>
      <p:sp>
        <p:nvSpPr>
          <p:cNvPr id="38" name="Text Placeholder 29">
            <a:extLst>
              <a:ext uri="{FF2B5EF4-FFF2-40B4-BE49-F238E27FC236}">
                <a16:creationId xmlns:a16="http://schemas.microsoft.com/office/drawing/2014/main" id="{9BE329EA-4B4D-9F45-BA58-288C37313873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3505468" y="3695351"/>
            <a:ext cx="1285243" cy="1695247"/>
          </a:xfrm>
          <a:prstGeom prst="rect">
            <a:avLst/>
          </a:prstGeom>
        </p:spPr>
        <p:txBody>
          <a:bodyPr>
            <a:noAutofit/>
          </a:bodyPr>
          <a:lstStyle>
            <a:lvl1pPr marL="152810" indent="-152810">
              <a:lnSpc>
                <a:spcPct val="90000"/>
              </a:lnSpc>
              <a:spcAft>
                <a:spcPts val="607"/>
              </a:spcAft>
              <a:buFont typeface="Arial" panose="020B0604020202020204" pitchFamily="34" charset="0"/>
              <a:buChar char="•"/>
              <a:defRPr sz="1000" b="0" i="0">
                <a:latin typeface="Lato" panose="020F0502020204030203" pitchFamily="34" charset="77"/>
                <a:ea typeface="Lato" panose="020F0502020204030203" pitchFamily="34" charset="77"/>
                <a:cs typeface="Lato" panose="020F0502020204030203" pitchFamily="34" charset="77"/>
              </a:defRPr>
            </a:lvl1pPr>
            <a:lvl2pPr marL="450514" indent="-173274">
              <a:buFont typeface="Arial" panose="020B0604020202020204" pitchFamily="34" charset="0"/>
              <a:buChar char="•"/>
              <a:defRPr sz="1092"/>
            </a:lvl2pPr>
          </a:lstStyle>
          <a:p>
            <a:pPr lvl="0"/>
            <a:r>
              <a:rPr lang="en-US"/>
              <a:t>Second level – indent to go to this style. </a:t>
            </a:r>
          </a:p>
          <a:p>
            <a:pPr marL="152810" marR="0" lvl="0" indent="-152810" defTabSz="554478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7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Second level – indent to go to this style. </a:t>
            </a:r>
          </a:p>
          <a:p>
            <a:pPr marL="152810" marR="0" lvl="0" indent="-152810" defTabSz="554478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7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Second level – indent to go to this style. </a:t>
            </a:r>
          </a:p>
          <a:p>
            <a:pPr lvl="0"/>
            <a:endParaRPr lang="en-US"/>
          </a:p>
        </p:txBody>
      </p:sp>
      <p:sp>
        <p:nvSpPr>
          <p:cNvPr id="39" name="Text Placeholder 29">
            <a:extLst>
              <a:ext uri="{FF2B5EF4-FFF2-40B4-BE49-F238E27FC236}">
                <a16:creationId xmlns:a16="http://schemas.microsoft.com/office/drawing/2014/main" id="{610D4394-3617-F1E5-EC09-3D13903A2859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5457413" y="3704136"/>
            <a:ext cx="1285243" cy="1695247"/>
          </a:xfrm>
          <a:prstGeom prst="rect">
            <a:avLst/>
          </a:prstGeom>
        </p:spPr>
        <p:txBody>
          <a:bodyPr>
            <a:noAutofit/>
          </a:bodyPr>
          <a:lstStyle>
            <a:lvl1pPr marL="152810" indent="-152810">
              <a:lnSpc>
                <a:spcPct val="90000"/>
              </a:lnSpc>
              <a:spcAft>
                <a:spcPts val="607"/>
              </a:spcAft>
              <a:buFont typeface="Arial" panose="020B0604020202020204" pitchFamily="34" charset="0"/>
              <a:buChar char="•"/>
              <a:defRPr sz="1000" b="0" i="0">
                <a:latin typeface="Lato" panose="020F0502020204030203" pitchFamily="34" charset="77"/>
                <a:ea typeface="Lato" panose="020F0502020204030203" pitchFamily="34" charset="77"/>
                <a:cs typeface="Lato" panose="020F0502020204030203" pitchFamily="34" charset="77"/>
              </a:defRPr>
            </a:lvl1pPr>
            <a:lvl2pPr marL="450514" indent="-173274">
              <a:buFont typeface="Arial" panose="020B0604020202020204" pitchFamily="34" charset="0"/>
              <a:buChar char="•"/>
              <a:defRPr sz="1092"/>
            </a:lvl2pPr>
          </a:lstStyle>
          <a:p>
            <a:pPr lvl="0"/>
            <a:r>
              <a:rPr lang="en-US"/>
              <a:t>Second level – indent to go to this style. </a:t>
            </a:r>
          </a:p>
          <a:p>
            <a:pPr marL="152810" marR="0" lvl="0" indent="-152810" defTabSz="554478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7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Second level – indent to go to this style. </a:t>
            </a:r>
          </a:p>
          <a:p>
            <a:pPr marL="152810" marR="0" lvl="0" indent="-152810" defTabSz="554478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7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Second level – indent to go to this style. </a:t>
            </a:r>
          </a:p>
          <a:p>
            <a:pPr lvl="0"/>
            <a:endParaRPr lang="en-US"/>
          </a:p>
        </p:txBody>
      </p:sp>
      <p:sp>
        <p:nvSpPr>
          <p:cNvPr id="40" name="Text Placeholder 29">
            <a:extLst>
              <a:ext uri="{FF2B5EF4-FFF2-40B4-BE49-F238E27FC236}">
                <a16:creationId xmlns:a16="http://schemas.microsoft.com/office/drawing/2014/main" id="{E618C698-ED93-F54A-61C7-07DD9C5F9E28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7404359" y="3681432"/>
            <a:ext cx="1285243" cy="1695247"/>
          </a:xfrm>
          <a:prstGeom prst="rect">
            <a:avLst/>
          </a:prstGeom>
        </p:spPr>
        <p:txBody>
          <a:bodyPr>
            <a:noAutofit/>
          </a:bodyPr>
          <a:lstStyle>
            <a:lvl1pPr marL="152810" indent="-152810">
              <a:lnSpc>
                <a:spcPct val="90000"/>
              </a:lnSpc>
              <a:spcAft>
                <a:spcPts val="607"/>
              </a:spcAft>
              <a:buFont typeface="Arial" panose="020B0604020202020204" pitchFamily="34" charset="0"/>
              <a:buChar char="•"/>
              <a:defRPr sz="1000" b="0" i="0">
                <a:latin typeface="Lato" panose="020F0502020204030203" pitchFamily="34" charset="77"/>
                <a:ea typeface="Lato" panose="020F0502020204030203" pitchFamily="34" charset="77"/>
                <a:cs typeface="Lato" panose="020F0502020204030203" pitchFamily="34" charset="77"/>
              </a:defRPr>
            </a:lvl1pPr>
            <a:lvl2pPr marL="450514" indent="-173274">
              <a:buFont typeface="Arial" panose="020B0604020202020204" pitchFamily="34" charset="0"/>
              <a:buChar char="•"/>
              <a:defRPr sz="1092"/>
            </a:lvl2pPr>
          </a:lstStyle>
          <a:p>
            <a:pPr lvl="0"/>
            <a:r>
              <a:rPr lang="en-US"/>
              <a:t>Second level – indent to go to this style. </a:t>
            </a:r>
          </a:p>
          <a:p>
            <a:pPr marL="152810" marR="0" lvl="0" indent="-152810" defTabSz="554478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7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Second level – indent to go to this style. </a:t>
            </a:r>
          </a:p>
          <a:p>
            <a:pPr marL="152810" marR="0" lvl="0" indent="-152810" defTabSz="554478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7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Second level – indent to go to this style. </a:t>
            </a:r>
          </a:p>
          <a:p>
            <a:pPr lvl="0"/>
            <a:endParaRPr lang="en-US"/>
          </a:p>
        </p:txBody>
      </p:sp>
      <p:sp>
        <p:nvSpPr>
          <p:cNvPr id="41" name="Text Placeholder 29">
            <a:extLst>
              <a:ext uri="{FF2B5EF4-FFF2-40B4-BE49-F238E27FC236}">
                <a16:creationId xmlns:a16="http://schemas.microsoft.com/office/drawing/2014/main" id="{79ED459D-EF9D-9F17-CEC8-A5504EC6D805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9362373" y="3655682"/>
            <a:ext cx="1285243" cy="1695247"/>
          </a:xfrm>
          <a:prstGeom prst="rect">
            <a:avLst/>
          </a:prstGeom>
        </p:spPr>
        <p:txBody>
          <a:bodyPr>
            <a:noAutofit/>
          </a:bodyPr>
          <a:lstStyle>
            <a:lvl1pPr marL="152810" indent="-152810">
              <a:lnSpc>
                <a:spcPct val="90000"/>
              </a:lnSpc>
              <a:spcAft>
                <a:spcPts val="607"/>
              </a:spcAft>
              <a:buFont typeface="Arial" panose="020B0604020202020204" pitchFamily="34" charset="0"/>
              <a:buChar char="•"/>
              <a:defRPr sz="1000" b="0" i="0">
                <a:latin typeface="Lato" panose="020F0502020204030203" pitchFamily="34" charset="77"/>
                <a:ea typeface="Lato" panose="020F0502020204030203" pitchFamily="34" charset="77"/>
                <a:cs typeface="Lato" panose="020F0502020204030203" pitchFamily="34" charset="77"/>
              </a:defRPr>
            </a:lvl1pPr>
            <a:lvl2pPr marL="450514" indent="-173274">
              <a:buFont typeface="Arial" panose="020B0604020202020204" pitchFamily="34" charset="0"/>
              <a:buChar char="•"/>
              <a:defRPr sz="1092"/>
            </a:lvl2pPr>
          </a:lstStyle>
          <a:p>
            <a:pPr lvl="0"/>
            <a:r>
              <a:rPr lang="en-US"/>
              <a:t>Second level – indent to go to this style. </a:t>
            </a:r>
          </a:p>
          <a:p>
            <a:pPr marL="152810" marR="0" lvl="0" indent="-152810" defTabSz="554478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7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Second level – indent to go to this style. </a:t>
            </a:r>
          </a:p>
          <a:p>
            <a:pPr marL="152810" marR="0" lvl="0" indent="-152810" defTabSz="554478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7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Second level – indent to go to this style. </a:t>
            </a:r>
          </a:p>
          <a:p>
            <a:pPr lvl="0"/>
            <a:endParaRPr lang="en-US"/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5513CED9-DDEE-E0A4-A7AD-EFF1C001F5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 i="0">
                <a:latin typeface="+mj-lt"/>
              </a:defRPr>
            </a:lvl1pPr>
          </a:lstStyle>
          <a:p>
            <a:r>
              <a:rPr lang="en-US"/>
              <a:t>Create your headline with </a:t>
            </a:r>
            <a:r>
              <a:rPr lang="en-US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word emphasis</a:t>
            </a:r>
            <a:endParaRPr lang="en-US"/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EC87DF13-A358-9852-269D-C0174A5E471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3610" y="365124"/>
            <a:ext cx="5545319" cy="206963"/>
          </a:xfrm>
          <a:prstGeom prst="rect">
            <a:avLst/>
          </a:prstGeom>
        </p:spPr>
        <p:txBody>
          <a:bodyPr/>
          <a:lstStyle>
            <a:lvl1pPr>
              <a:defRPr sz="971" b="0" i="0" cap="all" spc="364" baseline="0">
                <a:solidFill>
                  <a:schemeClr val="tx2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GB"/>
              <a:t>EYEBROW TITLE</a:t>
            </a:r>
          </a:p>
        </p:txBody>
      </p:sp>
      <p:sp>
        <p:nvSpPr>
          <p:cNvPr id="43" name="Date Placeholder 42">
            <a:extLst>
              <a:ext uri="{FF2B5EF4-FFF2-40B4-BE49-F238E27FC236}">
                <a16:creationId xmlns:a16="http://schemas.microsoft.com/office/drawing/2014/main" id="{D89399D8-4D03-F96A-7A54-8CA51B56BFAE}"/>
              </a:ext>
            </a:extLst>
          </p:cNvPr>
          <p:cNvSpPr>
            <a:spLocks noGrp="1"/>
          </p:cNvSpPr>
          <p:nvPr>
            <p:ph type="dt" sz="half" idx="6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4" name="Footer Placeholder 43">
            <a:extLst>
              <a:ext uri="{FF2B5EF4-FFF2-40B4-BE49-F238E27FC236}">
                <a16:creationId xmlns:a16="http://schemas.microsoft.com/office/drawing/2014/main" id="{5C9BA482-E588-D55F-784F-3638A461E86E}"/>
              </a:ext>
            </a:extLst>
          </p:cNvPr>
          <p:cNvSpPr>
            <a:spLocks noGrp="1"/>
          </p:cNvSpPr>
          <p:nvPr>
            <p:ph type="ftr" sz="quarter" idx="67"/>
          </p:nvPr>
        </p:nvSpPr>
        <p:spPr/>
        <p:txBody>
          <a:bodyPr/>
          <a:lstStyle/>
          <a:p>
            <a:r>
              <a:rPr lang="en-US"/>
              <a:t>Copyright © 2026 Kinaxis. All Rights Reserved. Access limited to internal use only.</a:t>
            </a:r>
          </a:p>
        </p:txBody>
      </p:sp>
      <p:sp>
        <p:nvSpPr>
          <p:cNvPr id="45" name="Slide Number Placeholder 44">
            <a:extLst>
              <a:ext uri="{FF2B5EF4-FFF2-40B4-BE49-F238E27FC236}">
                <a16:creationId xmlns:a16="http://schemas.microsoft.com/office/drawing/2014/main" id="{7888D132-6CE6-4125-BC55-EA3F364A1065}"/>
              </a:ext>
            </a:extLst>
          </p:cNvPr>
          <p:cNvSpPr>
            <a:spLocks noGrp="1"/>
          </p:cNvSpPr>
          <p:nvPr>
            <p:ph type="sldNum" sz="quarter" idx="68"/>
          </p:nvPr>
        </p:nvSpPr>
        <p:spPr/>
        <p:txBody>
          <a:bodyPr/>
          <a:lstStyle/>
          <a:p>
            <a:fld id="{F1488A8B-C121-C846-AEE5-0D98B869D111}" type="slidenum">
              <a:rPr lang="en-US" sz="800" smtClean="0">
                <a:cs typeface="Calibri" panose="020F0502020204030204" pitchFamily="34" charset="0"/>
              </a:rPr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4815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449" userDrawn="1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Card 6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A791AD59-7441-BB85-10BF-2B9FB23263F6}"/>
              </a:ext>
            </a:extLst>
          </p:cNvPr>
          <p:cNvSpPr/>
          <p:nvPr userDrawn="1"/>
        </p:nvSpPr>
        <p:spPr>
          <a:xfrm>
            <a:off x="0" y="1526153"/>
            <a:ext cx="12192000" cy="4546645"/>
          </a:xfrm>
          <a:custGeom>
            <a:avLst/>
            <a:gdLst/>
            <a:ahLst/>
            <a:cxnLst/>
            <a:rect l="l" t="t" r="r" b="b"/>
            <a:pathLst>
              <a:path w="20104100" h="7183120">
                <a:moveTo>
                  <a:pt x="20104099" y="0"/>
                </a:moveTo>
                <a:lnTo>
                  <a:pt x="0" y="0"/>
                </a:lnTo>
                <a:lnTo>
                  <a:pt x="0" y="7183027"/>
                </a:lnTo>
                <a:lnTo>
                  <a:pt x="20104099" y="7183027"/>
                </a:lnTo>
                <a:lnTo>
                  <a:pt x="20104099" y="0"/>
                </a:lnTo>
                <a:close/>
              </a:path>
            </a:pathLst>
          </a:custGeom>
          <a:solidFill>
            <a:srgbClr val="EA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Vertical Text Placeholder 34">
            <a:extLst>
              <a:ext uri="{FF2B5EF4-FFF2-40B4-BE49-F238E27FC236}">
                <a16:creationId xmlns:a16="http://schemas.microsoft.com/office/drawing/2014/main" id="{E64B1CDC-38C8-1B7E-80E0-210C5FB0FCFD}"/>
              </a:ext>
            </a:extLst>
          </p:cNvPr>
          <p:cNvSpPr>
            <a:spLocks noGrp="1"/>
          </p:cNvSpPr>
          <p:nvPr>
            <p:ph type="body" orient="vert" sz="quarter" idx="45" hasCustomPrompt="1"/>
          </p:nvPr>
        </p:nvSpPr>
        <p:spPr>
          <a:xfrm>
            <a:off x="319626" y="2242435"/>
            <a:ext cx="1772788" cy="3286187"/>
          </a:xfrm>
          <a:custGeom>
            <a:avLst/>
            <a:gdLst>
              <a:gd name="connsiteX0" fmla="*/ 204004 w 2923253"/>
              <a:gd name="connsiteY0" fmla="*/ 0 h 4129318"/>
              <a:gd name="connsiteX1" fmla="*/ 491598 w 2923253"/>
              <a:gd name="connsiteY1" fmla="*/ 0 h 4129318"/>
              <a:gd name="connsiteX2" fmla="*/ 1318997 w 2923253"/>
              <a:gd name="connsiteY2" fmla="*/ 0 h 4129318"/>
              <a:gd name="connsiteX3" fmla="*/ 1599142 w 2923253"/>
              <a:gd name="connsiteY3" fmla="*/ 0 h 4129318"/>
              <a:gd name="connsiteX4" fmla="*/ 2434098 w 2923253"/>
              <a:gd name="connsiteY4" fmla="*/ 0 h 4129318"/>
              <a:gd name="connsiteX5" fmla="*/ 2714135 w 2923253"/>
              <a:gd name="connsiteY5" fmla="*/ 0 h 4129318"/>
              <a:gd name="connsiteX6" fmla="*/ 2918139 w 2923253"/>
              <a:gd name="connsiteY6" fmla="*/ 204004 h 4129318"/>
              <a:gd name="connsiteX7" fmla="*/ 2918139 w 2923253"/>
              <a:gd name="connsiteY7" fmla="*/ 469787 h 4129318"/>
              <a:gd name="connsiteX8" fmla="*/ 2919737 w 2923253"/>
              <a:gd name="connsiteY8" fmla="*/ 485639 h 4129318"/>
              <a:gd name="connsiteX9" fmla="*/ 2919737 w 2923253"/>
              <a:gd name="connsiteY9" fmla="*/ 3074444 h 4129318"/>
              <a:gd name="connsiteX10" fmla="*/ 2923253 w 2923253"/>
              <a:gd name="connsiteY10" fmla="*/ 3109322 h 4129318"/>
              <a:gd name="connsiteX11" fmla="*/ 2923253 w 2923253"/>
              <a:gd name="connsiteY11" fmla="*/ 3925314 h 4129318"/>
              <a:gd name="connsiteX12" fmla="*/ 2719249 w 2923253"/>
              <a:gd name="connsiteY12" fmla="*/ 4129318 h 4129318"/>
              <a:gd name="connsiteX13" fmla="*/ 2434098 w 2923253"/>
              <a:gd name="connsiteY13" fmla="*/ 4129318 h 4129318"/>
              <a:gd name="connsiteX14" fmla="*/ 1604256 w 2923253"/>
              <a:gd name="connsiteY14" fmla="*/ 4129318 h 4129318"/>
              <a:gd name="connsiteX15" fmla="*/ 1324111 w 2923253"/>
              <a:gd name="connsiteY15" fmla="*/ 4129318 h 4129318"/>
              <a:gd name="connsiteX16" fmla="*/ 491598 w 2923253"/>
              <a:gd name="connsiteY16" fmla="*/ 4129318 h 4129318"/>
              <a:gd name="connsiteX17" fmla="*/ 209118 w 2923253"/>
              <a:gd name="connsiteY17" fmla="*/ 4129318 h 4129318"/>
              <a:gd name="connsiteX18" fmla="*/ 5114 w 2923253"/>
              <a:gd name="connsiteY18" fmla="*/ 3925314 h 4129318"/>
              <a:gd name="connsiteX19" fmla="*/ 5114 w 2923253"/>
              <a:gd name="connsiteY19" fmla="*/ 3109322 h 4129318"/>
              <a:gd name="connsiteX20" fmla="*/ 5959 w 2923253"/>
              <a:gd name="connsiteY20" fmla="*/ 3100940 h 4129318"/>
              <a:gd name="connsiteX21" fmla="*/ 5959 w 2923253"/>
              <a:gd name="connsiteY21" fmla="*/ 1066955 h 4129318"/>
              <a:gd name="connsiteX22" fmla="*/ 4145 w 2923253"/>
              <a:gd name="connsiteY22" fmla="*/ 1061110 h 4129318"/>
              <a:gd name="connsiteX23" fmla="*/ 0 w 2923253"/>
              <a:gd name="connsiteY23" fmla="*/ 1019996 h 4129318"/>
              <a:gd name="connsiteX24" fmla="*/ 0 w 2923253"/>
              <a:gd name="connsiteY24" fmla="*/ 204004 h 4129318"/>
              <a:gd name="connsiteX25" fmla="*/ 204004 w 2923253"/>
              <a:gd name="connsiteY25" fmla="*/ 0 h 4129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2923253" h="4129318">
                <a:moveTo>
                  <a:pt x="204004" y="0"/>
                </a:moveTo>
                <a:lnTo>
                  <a:pt x="491598" y="0"/>
                </a:lnTo>
                <a:lnTo>
                  <a:pt x="1318997" y="0"/>
                </a:lnTo>
                <a:lnTo>
                  <a:pt x="1599142" y="0"/>
                </a:lnTo>
                <a:lnTo>
                  <a:pt x="2434098" y="0"/>
                </a:lnTo>
                <a:lnTo>
                  <a:pt x="2714135" y="0"/>
                </a:lnTo>
                <a:cubicBezTo>
                  <a:pt x="2826803" y="0"/>
                  <a:pt x="2918139" y="91336"/>
                  <a:pt x="2918139" y="204004"/>
                </a:cubicBezTo>
                <a:lnTo>
                  <a:pt x="2918139" y="469787"/>
                </a:lnTo>
                <a:lnTo>
                  <a:pt x="2919737" y="485639"/>
                </a:lnTo>
                <a:lnTo>
                  <a:pt x="2919737" y="3074444"/>
                </a:lnTo>
                <a:lnTo>
                  <a:pt x="2923253" y="3109322"/>
                </a:lnTo>
                <a:lnTo>
                  <a:pt x="2923253" y="3925314"/>
                </a:lnTo>
                <a:cubicBezTo>
                  <a:pt x="2923253" y="4037982"/>
                  <a:pt x="2831917" y="4129318"/>
                  <a:pt x="2719249" y="4129318"/>
                </a:cubicBezTo>
                <a:lnTo>
                  <a:pt x="2434098" y="4129318"/>
                </a:lnTo>
                <a:lnTo>
                  <a:pt x="1604256" y="4129318"/>
                </a:lnTo>
                <a:lnTo>
                  <a:pt x="1324111" y="4129318"/>
                </a:lnTo>
                <a:lnTo>
                  <a:pt x="491598" y="4129318"/>
                </a:lnTo>
                <a:lnTo>
                  <a:pt x="209118" y="4129318"/>
                </a:lnTo>
                <a:cubicBezTo>
                  <a:pt x="96450" y="4129318"/>
                  <a:pt x="5114" y="4037982"/>
                  <a:pt x="5114" y="3925314"/>
                </a:cubicBezTo>
                <a:lnTo>
                  <a:pt x="5114" y="3109322"/>
                </a:lnTo>
                <a:lnTo>
                  <a:pt x="5959" y="3100940"/>
                </a:lnTo>
                <a:lnTo>
                  <a:pt x="5959" y="1066955"/>
                </a:lnTo>
                <a:lnTo>
                  <a:pt x="4145" y="1061110"/>
                </a:lnTo>
                <a:cubicBezTo>
                  <a:pt x="1427" y="1047829"/>
                  <a:pt x="0" y="1034079"/>
                  <a:pt x="0" y="1019996"/>
                </a:cubicBezTo>
                <a:lnTo>
                  <a:pt x="0" y="204004"/>
                </a:lnTo>
                <a:cubicBezTo>
                  <a:pt x="0" y="91336"/>
                  <a:pt x="91336" y="0"/>
                  <a:pt x="204004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vert="eaVert" wrap="square">
            <a:noAutofit/>
          </a:bodyPr>
          <a:lstStyle>
            <a:lvl1pPr>
              <a:defRPr b="0" i="0">
                <a:solidFill>
                  <a:srgbClr val="010233"/>
                </a:solidFill>
                <a:latin typeface="Lato" panose="020F0502020204030203" pitchFamily="34" charset="77"/>
              </a:defRPr>
            </a:lvl1pPr>
          </a:lstStyle>
          <a:p>
            <a:pPr marL="0" marR="0" lvl="0" indent="0" defTabSz="55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 </a:t>
            </a:r>
          </a:p>
        </p:txBody>
      </p:sp>
      <p:sp>
        <p:nvSpPr>
          <p:cNvPr id="7" name="Vertical Text Placeholder 37">
            <a:extLst>
              <a:ext uri="{FF2B5EF4-FFF2-40B4-BE49-F238E27FC236}">
                <a16:creationId xmlns:a16="http://schemas.microsoft.com/office/drawing/2014/main" id="{B93CEB39-06F8-09E8-5F52-9C27F9FC2F70}"/>
              </a:ext>
            </a:extLst>
          </p:cNvPr>
          <p:cNvSpPr>
            <a:spLocks noGrp="1"/>
          </p:cNvSpPr>
          <p:nvPr>
            <p:ph type="body" orient="vert" sz="quarter" idx="48" hasCustomPrompt="1"/>
          </p:nvPr>
        </p:nvSpPr>
        <p:spPr>
          <a:xfrm>
            <a:off x="2267818" y="2242435"/>
            <a:ext cx="1772788" cy="3286187"/>
          </a:xfrm>
          <a:custGeom>
            <a:avLst/>
            <a:gdLst>
              <a:gd name="connsiteX0" fmla="*/ 204004 w 2923253"/>
              <a:gd name="connsiteY0" fmla="*/ 0 h 4129318"/>
              <a:gd name="connsiteX1" fmla="*/ 491598 w 2923253"/>
              <a:gd name="connsiteY1" fmla="*/ 0 h 4129318"/>
              <a:gd name="connsiteX2" fmla="*/ 1318997 w 2923253"/>
              <a:gd name="connsiteY2" fmla="*/ 0 h 4129318"/>
              <a:gd name="connsiteX3" fmla="*/ 1599142 w 2923253"/>
              <a:gd name="connsiteY3" fmla="*/ 0 h 4129318"/>
              <a:gd name="connsiteX4" fmla="*/ 2434098 w 2923253"/>
              <a:gd name="connsiteY4" fmla="*/ 0 h 4129318"/>
              <a:gd name="connsiteX5" fmla="*/ 2714135 w 2923253"/>
              <a:gd name="connsiteY5" fmla="*/ 0 h 4129318"/>
              <a:gd name="connsiteX6" fmla="*/ 2918139 w 2923253"/>
              <a:gd name="connsiteY6" fmla="*/ 204004 h 4129318"/>
              <a:gd name="connsiteX7" fmla="*/ 2918139 w 2923253"/>
              <a:gd name="connsiteY7" fmla="*/ 469787 h 4129318"/>
              <a:gd name="connsiteX8" fmla="*/ 2919737 w 2923253"/>
              <a:gd name="connsiteY8" fmla="*/ 485639 h 4129318"/>
              <a:gd name="connsiteX9" fmla="*/ 2919737 w 2923253"/>
              <a:gd name="connsiteY9" fmla="*/ 3074444 h 4129318"/>
              <a:gd name="connsiteX10" fmla="*/ 2923253 w 2923253"/>
              <a:gd name="connsiteY10" fmla="*/ 3109322 h 4129318"/>
              <a:gd name="connsiteX11" fmla="*/ 2923253 w 2923253"/>
              <a:gd name="connsiteY11" fmla="*/ 3925314 h 4129318"/>
              <a:gd name="connsiteX12" fmla="*/ 2719249 w 2923253"/>
              <a:gd name="connsiteY12" fmla="*/ 4129318 h 4129318"/>
              <a:gd name="connsiteX13" fmla="*/ 2434098 w 2923253"/>
              <a:gd name="connsiteY13" fmla="*/ 4129318 h 4129318"/>
              <a:gd name="connsiteX14" fmla="*/ 1604256 w 2923253"/>
              <a:gd name="connsiteY14" fmla="*/ 4129318 h 4129318"/>
              <a:gd name="connsiteX15" fmla="*/ 1324111 w 2923253"/>
              <a:gd name="connsiteY15" fmla="*/ 4129318 h 4129318"/>
              <a:gd name="connsiteX16" fmla="*/ 491598 w 2923253"/>
              <a:gd name="connsiteY16" fmla="*/ 4129318 h 4129318"/>
              <a:gd name="connsiteX17" fmla="*/ 209118 w 2923253"/>
              <a:gd name="connsiteY17" fmla="*/ 4129318 h 4129318"/>
              <a:gd name="connsiteX18" fmla="*/ 5114 w 2923253"/>
              <a:gd name="connsiteY18" fmla="*/ 3925314 h 4129318"/>
              <a:gd name="connsiteX19" fmla="*/ 5114 w 2923253"/>
              <a:gd name="connsiteY19" fmla="*/ 3109322 h 4129318"/>
              <a:gd name="connsiteX20" fmla="*/ 5959 w 2923253"/>
              <a:gd name="connsiteY20" fmla="*/ 3100940 h 4129318"/>
              <a:gd name="connsiteX21" fmla="*/ 5959 w 2923253"/>
              <a:gd name="connsiteY21" fmla="*/ 1066955 h 4129318"/>
              <a:gd name="connsiteX22" fmla="*/ 4145 w 2923253"/>
              <a:gd name="connsiteY22" fmla="*/ 1061110 h 4129318"/>
              <a:gd name="connsiteX23" fmla="*/ 0 w 2923253"/>
              <a:gd name="connsiteY23" fmla="*/ 1019996 h 4129318"/>
              <a:gd name="connsiteX24" fmla="*/ 0 w 2923253"/>
              <a:gd name="connsiteY24" fmla="*/ 204004 h 4129318"/>
              <a:gd name="connsiteX25" fmla="*/ 204004 w 2923253"/>
              <a:gd name="connsiteY25" fmla="*/ 0 h 4129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2923253" h="4129318">
                <a:moveTo>
                  <a:pt x="204004" y="0"/>
                </a:moveTo>
                <a:lnTo>
                  <a:pt x="491598" y="0"/>
                </a:lnTo>
                <a:lnTo>
                  <a:pt x="1318997" y="0"/>
                </a:lnTo>
                <a:lnTo>
                  <a:pt x="1599142" y="0"/>
                </a:lnTo>
                <a:lnTo>
                  <a:pt x="2434098" y="0"/>
                </a:lnTo>
                <a:lnTo>
                  <a:pt x="2714135" y="0"/>
                </a:lnTo>
                <a:cubicBezTo>
                  <a:pt x="2826803" y="0"/>
                  <a:pt x="2918139" y="91336"/>
                  <a:pt x="2918139" y="204004"/>
                </a:cubicBezTo>
                <a:lnTo>
                  <a:pt x="2918139" y="469787"/>
                </a:lnTo>
                <a:lnTo>
                  <a:pt x="2919737" y="485639"/>
                </a:lnTo>
                <a:lnTo>
                  <a:pt x="2919737" y="3074444"/>
                </a:lnTo>
                <a:lnTo>
                  <a:pt x="2923253" y="3109322"/>
                </a:lnTo>
                <a:lnTo>
                  <a:pt x="2923253" y="3925314"/>
                </a:lnTo>
                <a:cubicBezTo>
                  <a:pt x="2923253" y="4037982"/>
                  <a:pt x="2831917" y="4129318"/>
                  <a:pt x="2719249" y="4129318"/>
                </a:cubicBezTo>
                <a:lnTo>
                  <a:pt x="2434098" y="4129318"/>
                </a:lnTo>
                <a:lnTo>
                  <a:pt x="1604256" y="4129318"/>
                </a:lnTo>
                <a:lnTo>
                  <a:pt x="1324111" y="4129318"/>
                </a:lnTo>
                <a:lnTo>
                  <a:pt x="491598" y="4129318"/>
                </a:lnTo>
                <a:lnTo>
                  <a:pt x="209118" y="4129318"/>
                </a:lnTo>
                <a:cubicBezTo>
                  <a:pt x="96450" y="4129318"/>
                  <a:pt x="5114" y="4037982"/>
                  <a:pt x="5114" y="3925314"/>
                </a:cubicBezTo>
                <a:lnTo>
                  <a:pt x="5114" y="3109322"/>
                </a:lnTo>
                <a:lnTo>
                  <a:pt x="5959" y="3100940"/>
                </a:lnTo>
                <a:lnTo>
                  <a:pt x="5959" y="1066955"/>
                </a:lnTo>
                <a:lnTo>
                  <a:pt x="4145" y="1061110"/>
                </a:lnTo>
                <a:cubicBezTo>
                  <a:pt x="1427" y="1047829"/>
                  <a:pt x="0" y="1034079"/>
                  <a:pt x="0" y="1019996"/>
                </a:cubicBezTo>
                <a:lnTo>
                  <a:pt x="0" y="204004"/>
                </a:lnTo>
                <a:cubicBezTo>
                  <a:pt x="0" y="91336"/>
                  <a:pt x="91336" y="0"/>
                  <a:pt x="204004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vert="eaVert" wrap="square">
            <a:noAutofit/>
          </a:bodyPr>
          <a:lstStyle>
            <a:lvl1pPr>
              <a:defRPr sz="2800" b="0" i="0">
                <a:solidFill>
                  <a:srgbClr val="010233"/>
                </a:solidFill>
                <a:latin typeface="Lato" panose="020F0502020204030203" pitchFamily="34" charset="77"/>
              </a:defRPr>
            </a:lvl1pPr>
          </a:lstStyle>
          <a:p>
            <a:pPr marL="0" marR="0" lvl="0" indent="0" defTabSz="55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 </a:t>
            </a:r>
          </a:p>
        </p:txBody>
      </p:sp>
      <p:sp>
        <p:nvSpPr>
          <p:cNvPr id="8" name="Vertical Text Placeholder 38">
            <a:extLst>
              <a:ext uri="{FF2B5EF4-FFF2-40B4-BE49-F238E27FC236}">
                <a16:creationId xmlns:a16="http://schemas.microsoft.com/office/drawing/2014/main" id="{4EBD2635-8771-5740-943D-757DB824F802}"/>
              </a:ext>
            </a:extLst>
          </p:cNvPr>
          <p:cNvSpPr>
            <a:spLocks noGrp="1"/>
          </p:cNvSpPr>
          <p:nvPr>
            <p:ph type="body" orient="vert" sz="quarter" idx="49" hasCustomPrompt="1"/>
          </p:nvPr>
        </p:nvSpPr>
        <p:spPr>
          <a:xfrm>
            <a:off x="4216010" y="2242435"/>
            <a:ext cx="1772788" cy="3286187"/>
          </a:xfrm>
          <a:custGeom>
            <a:avLst/>
            <a:gdLst>
              <a:gd name="connsiteX0" fmla="*/ 204004 w 2923253"/>
              <a:gd name="connsiteY0" fmla="*/ 0 h 4129318"/>
              <a:gd name="connsiteX1" fmla="*/ 491598 w 2923253"/>
              <a:gd name="connsiteY1" fmla="*/ 0 h 4129318"/>
              <a:gd name="connsiteX2" fmla="*/ 1318997 w 2923253"/>
              <a:gd name="connsiteY2" fmla="*/ 0 h 4129318"/>
              <a:gd name="connsiteX3" fmla="*/ 1599142 w 2923253"/>
              <a:gd name="connsiteY3" fmla="*/ 0 h 4129318"/>
              <a:gd name="connsiteX4" fmla="*/ 2434098 w 2923253"/>
              <a:gd name="connsiteY4" fmla="*/ 0 h 4129318"/>
              <a:gd name="connsiteX5" fmla="*/ 2714135 w 2923253"/>
              <a:gd name="connsiteY5" fmla="*/ 0 h 4129318"/>
              <a:gd name="connsiteX6" fmla="*/ 2918139 w 2923253"/>
              <a:gd name="connsiteY6" fmla="*/ 204004 h 4129318"/>
              <a:gd name="connsiteX7" fmla="*/ 2918139 w 2923253"/>
              <a:gd name="connsiteY7" fmla="*/ 469787 h 4129318"/>
              <a:gd name="connsiteX8" fmla="*/ 2919737 w 2923253"/>
              <a:gd name="connsiteY8" fmla="*/ 485639 h 4129318"/>
              <a:gd name="connsiteX9" fmla="*/ 2919737 w 2923253"/>
              <a:gd name="connsiteY9" fmla="*/ 3074444 h 4129318"/>
              <a:gd name="connsiteX10" fmla="*/ 2923253 w 2923253"/>
              <a:gd name="connsiteY10" fmla="*/ 3109322 h 4129318"/>
              <a:gd name="connsiteX11" fmla="*/ 2923253 w 2923253"/>
              <a:gd name="connsiteY11" fmla="*/ 3925314 h 4129318"/>
              <a:gd name="connsiteX12" fmla="*/ 2719249 w 2923253"/>
              <a:gd name="connsiteY12" fmla="*/ 4129318 h 4129318"/>
              <a:gd name="connsiteX13" fmla="*/ 2434098 w 2923253"/>
              <a:gd name="connsiteY13" fmla="*/ 4129318 h 4129318"/>
              <a:gd name="connsiteX14" fmla="*/ 1604256 w 2923253"/>
              <a:gd name="connsiteY14" fmla="*/ 4129318 h 4129318"/>
              <a:gd name="connsiteX15" fmla="*/ 1324111 w 2923253"/>
              <a:gd name="connsiteY15" fmla="*/ 4129318 h 4129318"/>
              <a:gd name="connsiteX16" fmla="*/ 491598 w 2923253"/>
              <a:gd name="connsiteY16" fmla="*/ 4129318 h 4129318"/>
              <a:gd name="connsiteX17" fmla="*/ 209118 w 2923253"/>
              <a:gd name="connsiteY17" fmla="*/ 4129318 h 4129318"/>
              <a:gd name="connsiteX18" fmla="*/ 5114 w 2923253"/>
              <a:gd name="connsiteY18" fmla="*/ 3925314 h 4129318"/>
              <a:gd name="connsiteX19" fmla="*/ 5114 w 2923253"/>
              <a:gd name="connsiteY19" fmla="*/ 3109322 h 4129318"/>
              <a:gd name="connsiteX20" fmla="*/ 5959 w 2923253"/>
              <a:gd name="connsiteY20" fmla="*/ 3100940 h 4129318"/>
              <a:gd name="connsiteX21" fmla="*/ 5959 w 2923253"/>
              <a:gd name="connsiteY21" fmla="*/ 1066955 h 4129318"/>
              <a:gd name="connsiteX22" fmla="*/ 4145 w 2923253"/>
              <a:gd name="connsiteY22" fmla="*/ 1061110 h 4129318"/>
              <a:gd name="connsiteX23" fmla="*/ 0 w 2923253"/>
              <a:gd name="connsiteY23" fmla="*/ 1019996 h 4129318"/>
              <a:gd name="connsiteX24" fmla="*/ 0 w 2923253"/>
              <a:gd name="connsiteY24" fmla="*/ 204004 h 4129318"/>
              <a:gd name="connsiteX25" fmla="*/ 204004 w 2923253"/>
              <a:gd name="connsiteY25" fmla="*/ 0 h 4129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2923253" h="4129318">
                <a:moveTo>
                  <a:pt x="204004" y="0"/>
                </a:moveTo>
                <a:lnTo>
                  <a:pt x="491598" y="0"/>
                </a:lnTo>
                <a:lnTo>
                  <a:pt x="1318997" y="0"/>
                </a:lnTo>
                <a:lnTo>
                  <a:pt x="1599142" y="0"/>
                </a:lnTo>
                <a:lnTo>
                  <a:pt x="2434098" y="0"/>
                </a:lnTo>
                <a:lnTo>
                  <a:pt x="2714135" y="0"/>
                </a:lnTo>
                <a:cubicBezTo>
                  <a:pt x="2826803" y="0"/>
                  <a:pt x="2918139" y="91336"/>
                  <a:pt x="2918139" y="204004"/>
                </a:cubicBezTo>
                <a:lnTo>
                  <a:pt x="2918139" y="469787"/>
                </a:lnTo>
                <a:lnTo>
                  <a:pt x="2919737" y="485639"/>
                </a:lnTo>
                <a:lnTo>
                  <a:pt x="2919737" y="3074444"/>
                </a:lnTo>
                <a:lnTo>
                  <a:pt x="2923253" y="3109322"/>
                </a:lnTo>
                <a:lnTo>
                  <a:pt x="2923253" y="3925314"/>
                </a:lnTo>
                <a:cubicBezTo>
                  <a:pt x="2923253" y="4037982"/>
                  <a:pt x="2831917" y="4129318"/>
                  <a:pt x="2719249" y="4129318"/>
                </a:cubicBezTo>
                <a:lnTo>
                  <a:pt x="2434098" y="4129318"/>
                </a:lnTo>
                <a:lnTo>
                  <a:pt x="1604256" y="4129318"/>
                </a:lnTo>
                <a:lnTo>
                  <a:pt x="1324111" y="4129318"/>
                </a:lnTo>
                <a:lnTo>
                  <a:pt x="491598" y="4129318"/>
                </a:lnTo>
                <a:lnTo>
                  <a:pt x="209118" y="4129318"/>
                </a:lnTo>
                <a:cubicBezTo>
                  <a:pt x="96450" y="4129318"/>
                  <a:pt x="5114" y="4037982"/>
                  <a:pt x="5114" y="3925314"/>
                </a:cubicBezTo>
                <a:lnTo>
                  <a:pt x="5114" y="3109322"/>
                </a:lnTo>
                <a:lnTo>
                  <a:pt x="5959" y="3100940"/>
                </a:lnTo>
                <a:lnTo>
                  <a:pt x="5959" y="1066955"/>
                </a:lnTo>
                <a:lnTo>
                  <a:pt x="4145" y="1061110"/>
                </a:lnTo>
                <a:cubicBezTo>
                  <a:pt x="1427" y="1047829"/>
                  <a:pt x="0" y="1034079"/>
                  <a:pt x="0" y="1019996"/>
                </a:cubicBezTo>
                <a:lnTo>
                  <a:pt x="0" y="204004"/>
                </a:lnTo>
                <a:cubicBezTo>
                  <a:pt x="0" y="91336"/>
                  <a:pt x="91336" y="0"/>
                  <a:pt x="204004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vert="eaVert" wrap="square">
            <a:noAutofit/>
          </a:bodyPr>
          <a:lstStyle>
            <a:lvl1pPr>
              <a:defRPr b="0" i="0">
                <a:solidFill>
                  <a:srgbClr val="010233"/>
                </a:solidFill>
                <a:latin typeface="Lato" panose="020F0502020204030203" pitchFamily="34" charset="77"/>
              </a:defRPr>
            </a:lvl1pPr>
          </a:lstStyle>
          <a:p>
            <a:pPr marL="0" marR="0" lvl="0" indent="0" defTabSz="55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 </a:t>
            </a:r>
          </a:p>
        </p:txBody>
      </p:sp>
      <p:sp>
        <p:nvSpPr>
          <p:cNvPr id="15" name="Vertical Text Placeholder 39">
            <a:extLst>
              <a:ext uri="{FF2B5EF4-FFF2-40B4-BE49-F238E27FC236}">
                <a16:creationId xmlns:a16="http://schemas.microsoft.com/office/drawing/2014/main" id="{389DE4AD-DE5E-C1A2-4695-72336A6899EB}"/>
              </a:ext>
            </a:extLst>
          </p:cNvPr>
          <p:cNvSpPr>
            <a:spLocks noGrp="1"/>
          </p:cNvSpPr>
          <p:nvPr>
            <p:ph type="body" orient="vert" sz="quarter" idx="50" hasCustomPrompt="1"/>
          </p:nvPr>
        </p:nvSpPr>
        <p:spPr>
          <a:xfrm>
            <a:off x="6164202" y="2242435"/>
            <a:ext cx="1772788" cy="3286187"/>
          </a:xfrm>
          <a:custGeom>
            <a:avLst/>
            <a:gdLst>
              <a:gd name="connsiteX0" fmla="*/ 204004 w 2923253"/>
              <a:gd name="connsiteY0" fmla="*/ 0 h 4129318"/>
              <a:gd name="connsiteX1" fmla="*/ 491598 w 2923253"/>
              <a:gd name="connsiteY1" fmla="*/ 0 h 4129318"/>
              <a:gd name="connsiteX2" fmla="*/ 1318997 w 2923253"/>
              <a:gd name="connsiteY2" fmla="*/ 0 h 4129318"/>
              <a:gd name="connsiteX3" fmla="*/ 1599142 w 2923253"/>
              <a:gd name="connsiteY3" fmla="*/ 0 h 4129318"/>
              <a:gd name="connsiteX4" fmla="*/ 2434098 w 2923253"/>
              <a:gd name="connsiteY4" fmla="*/ 0 h 4129318"/>
              <a:gd name="connsiteX5" fmla="*/ 2714135 w 2923253"/>
              <a:gd name="connsiteY5" fmla="*/ 0 h 4129318"/>
              <a:gd name="connsiteX6" fmla="*/ 2918139 w 2923253"/>
              <a:gd name="connsiteY6" fmla="*/ 204004 h 4129318"/>
              <a:gd name="connsiteX7" fmla="*/ 2918139 w 2923253"/>
              <a:gd name="connsiteY7" fmla="*/ 469787 h 4129318"/>
              <a:gd name="connsiteX8" fmla="*/ 2919737 w 2923253"/>
              <a:gd name="connsiteY8" fmla="*/ 485639 h 4129318"/>
              <a:gd name="connsiteX9" fmla="*/ 2919737 w 2923253"/>
              <a:gd name="connsiteY9" fmla="*/ 3074444 h 4129318"/>
              <a:gd name="connsiteX10" fmla="*/ 2923253 w 2923253"/>
              <a:gd name="connsiteY10" fmla="*/ 3109322 h 4129318"/>
              <a:gd name="connsiteX11" fmla="*/ 2923253 w 2923253"/>
              <a:gd name="connsiteY11" fmla="*/ 3925314 h 4129318"/>
              <a:gd name="connsiteX12" fmla="*/ 2719249 w 2923253"/>
              <a:gd name="connsiteY12" fmla="*/ 4129318 h 4129318"/>
              <a:gd name="connsiteX13" fmla="*/ 2434098 w 2923253"/>
              <a:gd name="connsiteY13" fmla="*/ 4129318 h 4129318"/>
              <a:gd name="connsiteX14" fmla="*/ 1604256 w 2923253"/>
              <a:gd name="connsiteY14" fmla="*/ 4129318 h 4129318"/>
              <a:gd name="connsiteX15" fmla="*/ 1324111 w 2923253"/>
              <a:gd name="connsiteY15" fmla="*/ 4129318 h 4129318"/>
              <a:gd name="connsiteX16" fmla="*/ 491598 w 2923253"/>
              <a:gd name="connsiteY16" fmla="*/ 4129318 h 4129318"/>
              <a:gd name="connsiteX17" fmla="*/ 209118 w 2923253"/>
              <a:gd name="connsiteY17" fmla="*/ 4129318 h 4129318"/>
              <a:gd name="connsiteX18" fmla="*/ 5114 w 2923253"/>
              <a:gd name="connsiteY18" fmla="*/ 3925314 h 4129318"/>
              <a:gd name="connsiteX19" fmla="*/ 5114 w 2923253"/>
              <a:gd name="connsiteY19" fmla="*/ 3109322 h 4129318"/>
              <a:gd name="connsiteX20" fmla="*/ 5959 w 2923253"/>
              <a:gd name="connsiteY20" fmla="*/ 3100940 h 4129318"/>
              <a:gd name="connsiteX21" fmla="*/ 5959 w 2923253"/>
              <a:gd name="connsiteY21" fmla="*/ 1066955 h 4129318"/>
              <a:gd name="connsiteX22" fmla="*/ 4145 w 2923253"/>
              <a:gd name="connsiteY22" fmla="*/ 1061110 h 4129318"/>
              <a:gd name="connsiteX23" fmla="*/ 0 w 2923253"/>
              <a:gd name="connsiteY23" fmla="*/ 1019996 h 4129318"/>
              <a:gd name="connsiteX24" fmla="*/ 0 w 2923253"/>
              <a:gd name="connsiteY24" fmla="*/ 204004 h 4129318"/>
              <a:gd name="connsiteX25" fmla="*/ 204004 w 2923253"/>
              <a:gd name="connsiteY25" fmla="*/ 0 h 4129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2923253" h="4129318">
                <a:moveTo>
                  <a:pt x="204004" y="0"/>
                </a:moveTo>
                <a:lnTo>
                  <a:pt x="491598" y="0"/>
                </a:lnTo>
                <a:lnTo>
                  <a:pt x="1318997" y="0"/>
                </a:lnTo>
                <a:lnTo>
                  <a:pt x="1599142" y="0"/>
                </a:lnTo>
                <a:lnTo>
                  <a:pt x="2434098" y="0"/>
                </a:lnTo>
                <a:lnTo>
                  <a:pt x="2714135" y="0"/>
                </a:lnTo>
                <a:cubicBezTo>
                  <a:pt x="2826803" y="0"/>
                  <a:pt x="2918139" y="91336"/>
                  <a:pt x="2918139" y="204004"/>
                </a:cubicBezTo>
                <a:lnTo>
                  <a:pt x="2918139" y="469787"/>
                </a:lnTo>
                <a:lnTo>
                  <a:pt x="2919737" y="485639"/>
                </a:lnTo>
                <a:lnTo>
                  <a:pt x="2919737" y="3074444"/>
                </a:lnTo>
                <a:lnTo>
                  <a:pt x="2923253" y="3109322"/>
                </a:lnTo>
                <a:lnTo>
                  <a:pt x="2923253" y="3925314"/>
                </a:lnTo>
                <a:cubicBezTo>
                  <a:pt x="2923253" y="4037982"/>
                  <a:pt x="2831917" y="4129318"/>
                  <a:pt x="2719249" y="4129318"/>
                </a:cubicBezTo>
                <a:lnTo>
                  <a:pt x="2434098" y="4129318"/>
                </a:lnTo>
                <a:lnTo>
                  <a:pt x="1604256" y="4129318"/>
                </a:lnTo>
                <a:lnTo>
                  <a:pt x="1324111" y="4129318"/>
                </a:lnTo>
                <a:lnTo>
                  <a:pt x="491598" y="4129318"/>
                </a:lnTo>
                <a:lnTo>
                  <a:pt x="209118" y="4129318"/>
                </a:lnTo>
                <a:cubicBezTo>
                  <a:pt x="96450" y="4129318"/>
                  <a:pt x="5114" y="4037982"/>
                  <a:pt x="5114" y="3925314"/>
                </a:cubicBezTo>
                <a:lnTo>
                  <a:pt x="5114" y="3109322"/>
                </a:lnTo>
                <a:lnTo>
                  <a:pt x="5959" y="3100940"/>
                </a:lnTo>
                <a:lnTo>
                  <a:pt x="5959" y="1066955"/>
                </a:lnTo>
                <a:lnTo>
                  <a:pt x="4145" y="1061110"/>
                </a:lnTo>
                <a:cubicBezTo>
                  <a:pt x="1427" y="1047829"/>
                  <a:pt x="0" y="1034079"/>
                  <a:pt x="0" y="1019996"/>
                </a:cubicBezTo>
                <a:lnTo>
                  <a:pt x="0" y="204004"/>
                </a:lnTo>
                <a:cubicBezTo>
                  <a:pt x="0" y="91336"/>
                  <a:pt x="91336" y="0"/>
                  <a:pt x="204004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vert="eaVert" wrap="square">
            <a:noAutofit/>
          </a:bodyPr>
          <a:lstStyle>
            <a:lvl1pPr>
              <a:defRPr b="0" i="0">
                <a:solidFill>
                  <a:srgbClr val="010233"/>
                </a:solidFill>
                <a:latin typeface="Lato" panose="020F0502020204030203" pitchFamily="34" charset="77"/>
              </a:defRPr>
            </a:lvl1pPr>
          </a:lstStyle>
          <a:p>
            <a:pPr marL="0" marR="0" lvl="0" indent="0" defTabSz="55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 </a:t>
            </a:r>
          </a:p>
        </p:txBody>
      </p:sp>
      <p:sp>
        <p:nvSpPr>
          <p:cNvPr id="16" name="Vertical Text Placeholder 40">
            <a:extLst>
              <a:ext uri="{FF2B5EF4-FFF2-40B4-BE49-F238E27FC236}">
                <a16:creationId xmlns:a16="http://schemas.microsoft.com/office/drawing/2014/main" id="{0D5B83EE-8AE7-97F2-D0D6-96C145BC5B1E}"/>
              </a:ext>
            </a:extLst>
          </p:cNvPr>
          <p:cNvSpPr>
            <a:spLocks noGrp="1"/>
          </p:cNvSpPr>
          <p:nvPr>
            <p:ph type="body" orient="vert" sz="quarter" idx="51" hasCustomPrompt="1"/>
          </p:nvPr>
        </p:nvSpPr>
        <p:spPr>
          <a:xfrm>
            <a:off x="8112394" y="2242435"/>
            <a:ext cx="1772788" cy="3286187"/>
          </a:xfrm>
          <a:custGeom>
            <a:avLst/>
            <a:gdLst>
              <a:gd name="connsiteX0" fmla="*/ 204004 w 2923253"/>
              <a:gd name="connsiteY0" fmla="*/ 0 h 4129318"/>
              <a:gd name="connsiteX1" fmla="*/ 491598 w 2923253"/>
              <a:gd name="connsiteY1" fmla="*/ 0 h 4129318"/>
              <a:gd name="connsiteX2" fmla="*/ 1318997 w 2923253"/>
              <a:gd name="connsiteY2" fmla="*/ 0 h 4129318"/>
              <a:gd name="connsiteX3" fmla="*/ 1599142 w 2923253"/>
              <a:gd name="connsiteY3" fmla="*/ 0 h 4129318"/>
              <a:gd name="connsiteX4" fmla="*/ 2434098 w 2923253"/>
              <a:gd name="connsiteY4" fmla="*/ 0 h 4129318"/>
              <a:gd name="connsiteX5" fmla="*/ 2714135 w 2923253"/>
              <a:gd name="connsiteY5" fmla="*/ 0 h 4129318"/>
              <a:gd name="connsiteX6" fmla="*/ 2918139 w 2923253"/>
              <a:gd name="connsiteY6" fmla="*/ 204004 h 4129318"/>
              <a:gd name="connsiteX7" fmla="*/ 2918139 w 2923253"/>
              <a:gd name="connsiteY7" fmla="*/ 469787 h 4129318"/>
              <a:gd name="connsiteX8" fmla="*/ 2919737 w 2923253"/>
              <a:gd name="connsiteY8" fmla="*/ 485639 h 4129318"/>
              <a:gd name="connsiteX9" fmla="*/ 2919737 w 2923253"/>
              <a:gd name="connsiteY9" fmla="*/ 3074444 h 4129318"/>
              <a:gd name="connsiteX10" fmla="*/ 2923253 w 2923253"/>
              <a:gd name="connsiteY10" fmla="*/ 3109322 h 4129318"/>
              <a:gd name="connsiteX11" fmla="*/ 2923253 w 2923253"/>
              <a:gd name="connsiteY11" fmla="*/ 3925314 h 4129318"/>
              <a:gd name="connsiteX12" fmla="*/ 2719249 w 2923253"/>
              <a:gd name="connsiteY12" fmla="*/ 4129318 h 4129318"/>
              <a:gd name="connsiteX13" fmla="*/ 2434098 w 2923253"/>
              <a:gd name="connsiteY13" fmla="*/ 4129318 h 4129318"/>
              <a:gd name="connsiteX14" fmla="*/ 1604256 w 2923253"/>
              <a:gd name="connsiteY14" fmla="*/ 4129318 h 4129318"/>
              <a:gd name="connsiteX15" fmla="*/ 1324111 w 2923253"/>
              <a:gd name="connsiteY15" fmla="*/ 4129318 h 4129318"/>
              <a:gd name="connsiteX16" fmla="*/ 491598 w 2923253"/>
              <a:gd name="connsiteY16" fmla="*/ 4129318 h 4129318"/>
              <a:gd name="connsiteX17" fmla="*/ 209118 w 2923253"/>
              <a:gd name="connsiteY17" fmla="*/ 4129318 h 4129318"/>
              <a:gd name="connsiteX18" fmla="*/ 5114 w 2923253"/>
              <a:gd name="connsiteY18" fmla="*/ 3925314 h 4129318"/>
              <a:gd name="connsiteX19" fmla="*/ 5114 w 2923253"/>
              <a:gd name="connsiteY19" fmla="*/ 3109322 h 4129318"/>
              <a:gd name="connsiteX20" fmla="*/ 5959 w 2923253"/>
              <a:gd name="connsiteY20" fmla="*/ 3100940 h 4129318"/>
              <a:gd name="connsiteX21" fmla="*/ 5959 w 2923253"/>
              <a:gd name="connsiteY21" fmla="*/ 1066955 h 4129318"/>
              <a:gd name="connsiteX22" fmla="*/ 4145 w 2923253"/>
              <a:gd name="connsiteY22" fmla="*/ 1061110 h 4129318"/>
              <a:gd name="connsiteX23" fmla="*/ 0 w 2923253"/>
              <a:gd name="connsiteY23" fmla="*/ 1019996 h 4129318"/>
              <a:gd name="connsiteX24" fmla="*/ 0 w 2923253"/>
              <a:gd name="connsiteY24" fmla="*/ 204004 h 4129318"/>
              <a:gd name="connsiteX25" fmla="*/ 204004 w 2923253"/>
              <a:gd name="connsiteY25" fmla="*/ 0 h 4129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2923253" h="4129318">
                <a:moveTo>
                  <a:pt x="204004" y="0"/>
                </a:moveTo>
                <a:lnTo>
                  <a:pt x="491598" y="0"/>
                </a:lnTo>
                <a:lnTo>
                  <a:pt x="1318997" y="0"/>
                </a:lnTo>
                <a:lnTo>
                  <a:pt x="1599142" y="0"/>
                </a:lnTo>
                <a:lnTo>
                  <a:pt x="2434098" y="0"/>
                </a:lnTo>
                <a:lnTo>
                  <a:pt x="2714135" y="0"/>
                </a:lnTo>
                <a:cubicBezTo>
                  <a:pt x="2826803" y="0"/>
                  <a:pt x="2918139" y="91336"/>
                  <a:pt x="2918139" y="204004"/>
                </a:cubicBezTo>
                <a:lnTo>
                  <a:pt x="2918139" y="469787"/>
                </a:lnTo>
                <a:lnTo>
                  <a:pt x="2919737" y="485639"/>
                </a:lnTo>
                <a:lnTo>
                  <a:pt x="2919737" y="3074444"/>
                </a:lnTo>
                <a:lnTo>
                  <a:pt x="2923253" y="3109322"/>
                </a:lnTo>
                <a:lnTo>
                  <a:pt x="2923253" y="3925314"/>
                </a:lnTo>
                <a:cubicBezTo>
                  <a:pt x="2923253" y="4037982"/>
                  <a:pt x="2831917" y="4129318"/>
                  <a:pt x="2719249" y="4129318"/>
                </a:cubicBezTo>
                <a:lnTo>
                  <a:pt x="2434098" y="4129318"/>
                </a:lnTo>
                <a:lnTo>
                  <a:pt x="1604256" y="4129318"/>
                </a:lnTo>
                <a:lnTo>
                  <a:pt x="1324111" y="4129318"/>
                </a:lnTo>
                <a:lnTo>
                  <a:pt x="491598" y="4129318"/>
                </a:lnTo>
                <a:lnTo>
                  <a:pt x="209118" y="4129318"/>
                </a:lnTo>
                <a:cubicBezTo>
                  <a:pt x="96450" y="4129318"/>
                  <a:pt x="5114" y="4037982"/>
                  <a:pt x="5114" y="3925314"/>
                </a:cubicBezTo>
                <a:lnTo>
                  <a:pt x="5114" y="3109322"/>
                </a:lnTo>
                <a:lnTo>
                  <a:pt x="5959" y="3100940"/>
                </a:lnTo>
                <a:lnTo>
                  <a:pt x="5959" y="1066955"/>
                </a:lnTo>
                <a:lnTo>
                  <a:pt x="4145" y="1061110"/>
                </a:lnTo>
                <a:cubicBezTo>
                  <a:pt x="1427" y="1047829"/>
                  <a:pt x="0" y="1034079"/>
                  <a:pt x="0" y="1019996"/>
                </a:cubicBezTo>
                <a:lnTo>
                  <a:pt x="0" y="204004"/>
                </a:lnTo>
                <a:cubicBezTo>
                  <a:pt x="0" y="91336"/>
                  <a:pt x="91336" y="0"/>
                  <a:pt x="204004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vert="eaVert" wrap="square">
            <a:noAutofit/>
          </a:bodyPr>
          <a:lstStyle>
            <a:lvl1pPr>
              <a:defRPr b="0" i="0">
                <a:solidFill>
                  <a:srgbClr val="010233"/>
                </a:solidFill>
                <a:latin typeface="Lato" panose="020F0502020204030203" pitchFamily="34" charset="77"/>
              </a:defRPr>
            </a:lvl1pPr>
          </a:lstStyle>
          <a:p>
            <a:pPr marL="0" marR="0" lvl="0" indent="0" defTabSz="55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 </a:t>
            </a:r>
          </a:p>
        </p:txBody>
      </p:sp>
      <p:sp>
        <p:nvSpPr>
          <p:cNvPr id="9" name="Picture Placeholder 23">
            <a:extLst>
              <a:ext uri="{FF2B5EF4-FFF2-40B4-BE49-F238E27FC236}">
                <a16:creationId xmlns:a16="http://schemas.microsoft.com/office/drawing/2014/main" id="{57360EDA-D7F9-7690-E895-004DCF99F2A3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811951" y="1874643"/>
            <a:ext cx="788136" cy="742235"/>
          </a:xfrm>
          <a:prstGeom prst="ellipse">
            <a:avLst/>
          </a:prstGeom>
          <a:solidFill>
            <a:schemeClr val="tx2"/>
          </a:solidFill>
        </p:spPr>
        <p:txBody>
          <a:bodyPr lIns="90000" anchor="ctr">
            <a:noAutofit/>
          </a:bodyPr>
          <a:lstStyle>
            <a:lvl1pPr algn="ctr">
              <a:defRPr sz="900" b="0" i="0">
                <a:latin typeface="Lato" panose="020F0502020204030203" pitchFamily="34" charset="77"/>
              </a:defRPr>
            </a:lvl1pPr>
          </a:lstStyle>
          <a:p>
            <a:endParaRPr lang="en-US"/>
          </a:p>
        </p:txBody>
      </p:sp>
      <p:sp>
        <p:nvSpPr>
          <p:cNvPr id="22" name="Picture Placeholder 23">
            <a:extLst>
              <a:ext uri="{FF2B5EF4-FFF2-40B4-BE49-F238E27FC236}">
                <a16:creationId xmlns:a16="http://schemas.microsoft.com/office/drawing/2014/main" id="{85C264EE-8558-BEBF-4E93-CA10DE81F02C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2760143" y="1874644"/>
            <a:ext cx="788136" cy="742177"/>
          </a:xfrm>
          <a:prstGeom prst="ellipse">
            <a:avLst/>
          </a:prstGeom>
          <a:solidFill>
            <a:schemeClr val="tx2"/>
          </a:solidFill>
        </p:spPr>
        <p:txBody>
          <a:bodyPr anchor="ctr">
            <a:noAutofit/>
          </a:bodyPr>
          <a:lstStyle>
            <a:lvl1pPr algn="ctr">
              <a:defRPr sz="900" b="0" i="0">
                <a:latin typeface="Lato" panose="020F0502020204030203" pitchFamily="34" charset="77"/>
              </a:defRPr>
            </a:lvl1pPr>
          </a:lstStyle>
          <a:p>
            <a:endParaRPr lang="en-US"/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F54E6052-D21B-AA91-ABDA-CB4871BF65B3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4708335" y="1894100"/>
            <a:ext cx="788136" cy="742177"/>
          </a:xfrm>
          <a:prstGeom prst="ellipse">
            <a:avLst/>
          </a:prstGeom>
          <a:solidFill>
            <a:schemeClr val="tx2"/>
          </a:solidFill>
        </p:spPr>
        <p:txBody>
          <a:bodyPr anchor="ctr">
            <a:noAutofit/>
          </a:bodyPr>
          <a:lstStyle>
            <a:lvl1pPr algn="ctr">
              <a:defRPr sz="900" b="0" i="0">
                <a:latin typeface="Lato" panose="020F0502020204030203" pitchFamily="34" charset="77"/>
              </a:defRPr>
            </a:lvl1pPr>
          </a:lstStyle>
          <a:p>
            <a:endParaRPr lang="en-US"/>
          </a:p>
        </p:txBody>
      </p:sp>
      <p:sp>
        <p:nvSpPr>
          <p:cNvPr id="26" name="Picture Placeholder 23">
            <a:extLst>
              <a:ext uri="{FF2B5EF4-FFF2-40B4-BE49-F238E27FC236}">
                <a16:creationId xmlns:a16="http://schemas.microsoft.com/office/drawing/2014/main" id="{52C4E79A-9580-2569-917A-D579CB555B3B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6656527" y="1874644"/>
            <a:ext cx="788136" cy="742177"/>
          </a:xfrm>
          <a:prstGeom prst="ellipse">
            <a:avLst/>
          </a:prstGeom>
          <a:solidFill>
            <a:schemeClr val="tx2"/>
          </a:solidFill>
        </p:spPr>
        <p:txBody>
          <a:bodyPr anchor="ctr">
            <a:noAutofit/>
          </a:bodyPr>
          <a:lstStyle>
            <a:lvl1pPr algn="ctr">
              <a:defRPr sz="900" b="0" i="0">
                <a:latin typeface="Lato" panose="020F0502020204030203" pitchFamily="34" charset="77"/>
              </a:defRPr>
            </a:lvl1pPr>
          </a:lstStyle>
          <a:p>
            <a:endParaRPr lang="en-US"/>
          </a:p>
        </p:txBody>
      </p:sp>
      <p:sp>
        <p:nvSpPr>
          <p:cNvPr id="28" name="Picture Placeholder 23">
            <a:extLst>
              <a:ext uri="{FF2B5EF4-FFF2-40B4-BE49-F238E27FC236}">
                <a16:creationId xmlns:a16="http://schemas.microsoft.com/office/drawing/2014/main" id="{2E2831E3-2F20-FA6C-53E0-182FC3FB24DE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8604719" y="1894100"/>
            <a:ext cx="788136" cy="742177"/>
          </a:xfrm>
          <a:prstGeom prst="ellipse">
            <a:avLst/>
          </a:prstGeom>
          <a:solidFill>
            <a:schemeClr val="tx2"/>
          </a:solidFill>
        </p:spPr>
        <p:txBody>
          <a:bodyPr anchor="ctr">
            <a:noAutofit/>
          </a:bodyPr>
          <a:lstStyle>
            <a:lvl1pPr algn="ctr">
              <a:defRPr sz="900" b="0" i="0">
                <a:latin typeface="Lato" panose="020F0502020204030203" pitchFamily="34" charset="77"/>
              </a:defRPr>
            </a:lvl1pPr>
          </a:lstStyle>
          <a:p>
            <a:endParaRPr lang="en-US"/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327F0D26-7EEC-88E0-F708-801BC44E5F3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63468" y="2851716"/>
            <a:ext cx="1285105" cy="644485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algn="ctr">
              <a:lnSpc>
                <a:spcPct val="100000"/>
              </a:lnSpc>
              <a:spcBef>
                <a:spcPts val="121"/>
              </a:spcBef>
              <a:spcAft>
                <a:spcPts val="909"/>
              </a:spcAft>
              <a:buClr>
                <a:schemeClr val="accent6"/>
              </a:buClr>
              <a:defRPr sz="1600" b="1" i="0">
                <a:solidFill>
                  <a:schemeClr val="tx1"/>
                </a:solidFill>
                <a:latin typeface="Lato" panose="020F0502020204030203" pitchFamily="34" charset="77"/>
                <a:cs typeface="Calibri Light" panose="020F0302020204030204" pitchFamily="34" charset="0"/>
              </a:defRPr>
            </a:lvl1pPr>
            <a:lvl2pPr marL="174638" indent="-174638">
              <a:lnSpc>
                <a:spcPct val="100000"/>
              </a:lnSpc>
              <a:spcBef>
                <a:spcPts val="121"/>
              </a:spcBef>
              <a:spcAft>
                <a:spcPts val="607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•"/>
              <a:defRPr sz="1213" b="0" i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349278" indent="-152810">
              <a:lnSpc>
                <a:spcPct val="100000"/>
              </a:lnSpc>
              <a:spcBef>
                <a:spcPts val="121"/>
              </a:spcBef>
              <a:spcAft>
                <a:spcPts val="303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 sz="1213" b="0" i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085" indent="-228584">
              <a:lnSpc>
                <a:spcPct val="130000"/>
              </a:lnSpc>
              <a:buClr>
                <a:schemeClr val="accent6"/>
              </a:buClr>
              <a:buFont typeface="System Font Regular"/>
              <a:buChar char="-"/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30000"/>
              </a:lnSpc>
              <a:buClr>
                <a:schemeClr val="accent6"/>
              </a:buClr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/>
              <a:t>Lorem ipsum </a:t>
            </a:r>
            <a:br>
              <a:rPr lang="en-US"/>
            </a:br>
            <a:r>
              <a:rPr lang="en-US"/>
              <a:t>dolor sit </a:t>
            </a:r>
            <a:r>
              <a:rPr lang="en-US" err="1"/>
              <a:t>amet</a:t>
            </a:r>
            <a:r>
              <a:rPr lang="en-US"/>
              <a:t> </a:t>
            </a:r>
            <a:br>
              <a:rPr lang="en-US"/>
            </a:br>
            <a:r>
              <a:rPr lang="en-US"/>
              <a:t>ad minim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54BD2F1C-9C90-B41F-1718-9057BBA3D6F7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2508042" y="2857395"/>
            <a:ext cx="1285105" cy="644485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algn="ctr">
              <a:lnSpc>
                <a:spcPct val="100000"/>
              </a:lnSpc>
              <a:spcBef>
                <a:spcPts val="121"/>
              </a:spcBef>
              <a:spcAft>
                <a:spcPts val="909"/>
              </a:spcAft>
              <a:buClr>
                <a:schemeClr val="accent6"/>
              </a:buClr>
              <a:defRPr sz="1600" b="1" i="0">
                <a:solidFill>
                  <a:schemeClr val="tx1"/>
                </a:solidFill>
                <a:latin typeface="Lato" panose="020F0502020204030203" pitchFamily="34" charset="77"/>
                <a:cs typeface="Calibri Light" panose="020F0302020204030204" pitchFamily="34" charset="0"/>
              </a:defRPr>
            </a:lvl1pPr>
            <a:lvl2pPr marL="174638" indent="-174638">
              <a:lnSpc>
                <a:spcPct val="100000"/>
              </a:lnSpc>
              <a:spcBef>
                <a:spcPts val="121"/>
              </a:spcBef>
              <a:spcAft>
                <a:spcPts val="607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•"/>
              <a:defRPr sz="1213" b="0" i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349278" indent="-152810">
              <a:lnSpc>
                <a:spcPct val="100000"/>
              </a:lnSpc>
              <a:spcBef>
                <a:spcPts val="121"/>
              </a:spcBef>
              <a:spcAft>
                <a:spcPts val="303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 sz="1213" b="0" i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085" indent="-228584">
              <a:lnSpc>
                <a:spcPct val="130000"/>
              </a:lnSpc>
              <a:buClr>
                <a:schemeClr val="accent6"/>
              </a:buClr>
              <a:buFont typeface="System Font Regular"/>
              <a:buChar char="-"/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30000"/>
              </a:lnSpc>
              <a:buClr>
                <a:schemeClr val="accent6"/>
              </a:buClr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/>
              <a:t>Lorem ipsum </a:t>
            </a:r>
            <a:br>
              <a:rPr lang="en-US"/>
            </a:br>
            <a:r>
              <a:rPr lang="en-US"/>
              <a:t>dolor sit </a:t>
            </a:r>
            <a:r>
              <a:rPr lang="en-US" err="1"/>
              <a:t>amet</a:t>
            </a:r>
            <a:r>
              <a:rPr lang="en-US"/>
              <a:t> </a:t>
            </a:r>
            <a:br>
              <a:rPr lang="en-US"/>
            </a:br>
            <a:r>
              <a:rPr lang="en-US"/>
              <a:t>ad minim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CF0DC524-58A2-BA5B-D537-042FDE27E655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4459852" y="2857395"/>
            <a:ext cx="1285105" cy="644485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algn="ctr">
              <a:lnSpc>
                <a:spcPct val="100000"/>
              </a:lnSpc>
              <a:spcBef>
                <a:spcPts val="121"/>
              </a:spcBef>
              <a:spcAft>
                <a:spcPts val="909"/>
              </a:spcAft>
              <a:buClr>
                <a:schemeClr val="accent6"/>
              </a:buClr>
              <a:defRPr sz="1600" b="1" i="0">
                <a:solidFill>
                  <a:schemeClr val="tx1"/>
                </a:solidFill>
                <a:latin typeface="Lato" panose="020F0502020204030203" pitchFamily="34" charset="77"/>
                <a:cs typeface="Calibri Light" panose="020F0302020204030204" pitchFamily="34" charset="0"/>
              </a:defRPr>
            </a:lvl1pPr>
            <a:lvl2pPr marL="174638" indent="-174638">
              <a:lnSpc>
                <a:spcPct val="100000"/>
              </a:lnSpc>
              <a:spcBef>
                <a:spcPts val="121"/>
              </a:spcBef>
              <a:spcAft>
                <a:spcPts val="607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•"/>
              <a:defRPr sz="1213" b="0" i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349278" indent="-152810">
              <a:lnSpc>
                <a:spcPct val="100000"/>
              </a:lnSpc>
              <a:spcBef>
                <a:spcPts val="121"/>
              </a:spcBef>
              <a:spcAft>
                <a:spcPts val="303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 sz="1213" b="0" i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085" indent="-228584">
              <a:lnSpc>
                <a:spcPct val="130000"/>
              </a:lnSpc>
              <a:buClr>
                <a:schemeClr val="accent6"/>
              </a:buClr>
              <a:buFont typeface="System Font Regular"/>
              <a:buChar char="-"/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30000"/>
              </a:lnSpc>
              <a:buClr>
                <a:schemeClr val="accent6"/>
              </a:buClr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/>
              <a:t>Lorem ipsum </a:t>
            </a:r>
            <a:br>
              <a:rPr lang="en-US"/>
            </a:br>
            <a:r>
              <a:rPr lang="en-US"/>
              <a:t>dolor sit </a:t>
            </a:r>
            <a:r>
              <a:rPr lang="en-US" err="1"/>
              <a:t>amet</a:t>
            </a:r>
            <a:r>
              <a:rPr lang="en-US"/>
              <a:t> </a:t>
            </a:r>
            <a:br>
              <a:rPr lang="en-US"/>
            </a:br>
            <a:r>
              <a:rPr lang="en-US"/>
              <a:t>ad minim</a:t>
            </a:r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930ABA49-F8C6-EDB7-73F7-939196EF5C3C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6408042" y="2863573"/>
            <a:ext cx="1285105" cy="644485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algn="ctr">
              <a:lnSpc>
                <a:spcPct val="100000"/>
              </a:lnSpc>
              <a:spcBef>
                <a:spcPts val="121"/>
              </a:spcBef>
              <a:spcAft>
                <a:spcPts val="909"/>
              </a:spcAft>
              <a:buClr>
                <a:schemeClr val="accent6"/>
              </a:buClr>
              <a:defRPr sz="1600" b="1" i="0">
                <a:solidFill>
                  <a:schemeClr val="tx1"/>
                </a:solidFill>
                <a:latin typeface="Lato" panose="020F0502020204030203" pitchFamily="34" charset="77"/>
                <a:cs typeface="Calibri Light" panose="020F0302020204030204" pitchFamily="34" charset="0"/>
              </a:defRPr>
            </a:lvl1pPr>
            <a:lvl2pPr marL="174638" indent="-174638">
              <a:lnSpc>
                <a:spcPct val="100000"/>
              </a:lnSpc>
              <a:spcBef>
                <a:spcPts val="121"/>
              </a:spcBef>
              <a:spcAft>
                <a:spcPts val="607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•"/>
              <a:defRPr sz="1213" b="0" i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349278" indent="-152810">
              <a:lnSpc>
                <a:spcPct val="100000"/>
              </a:lnSpc>
              <a:spcBef>
                <a:spcPts val="121"/>
              </a:spcBef>
              <a:spcAft>
                <a:spcPts val="303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 sz="1213" b="0" i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085" indent="-228584">
              <a:lnSpc>
                <a:spcPct val="130000"/>
              </a:lnSpc>
              <a:buClr>
                <a:schemeClr val="accent6"/>
              </a:buClr>
              <a:buFont typeface="System Font Regular"/>
              <a:buChar char="-"/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30000"/>
              </a:lnSpc>
              <a:buClr>
                <a:schemeClr val="accent6"/>
              </a:buClr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/>
              <a:t>Lorem ipsum </a:t>
            </a:r>
            <a:br>
              <a:rPr lang="en-US"/>
            </a:br>
            <a:r>
              <a:rPr lang="en-US"/>
              <a:t>dolor sit </a:t>
            </a:r>
            <a:r>
              <a:rPr lang="en-US" err="1"/>
              <a:t>amet</a:t>
            </a:r>
            <a:r>
              <a:rPr lang="en-US"/>
              <a:t> </a:t>
            </a:r>
            <a:br>
              <a:rPr lang="en-US"/>
            </a:br>
            <a:r>
              <a:rPr lang="en-US"/>
              <a:t>ad minim</a:t>
            </a:r>
          </a:p>
        </p:txBody>
      </p:sp>
      <p:sp>
        <p:nvSpPr>
          <p:cNvPr id="25" name="Text Placeholder 3">
            <a:extLst>
              <a:ext uri="{FF2B5EF4-FFF2-40B4-BE49-F238E27FC236}">
                <a16:creationId xmlns:a16="http://schemas.microsoft.com/office/drawing/2014/main" id="{131197F1-7FB6-4204-5BC0-FB8BE83325B4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8356234" y="2857395"/>
            <a:ext cx="1285105" cy="644485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algn="ctr">
              <a:lnSpc>
                <a:spcPct val="100000"/>
              </a:lnSpc>
              <a:spcBef>
                <a:spcPts val="121"/>
              </a:spcBef>
              <a:spcAft>
                <a:spcPts val="909"/>
              </a:spcAft>
              <a:buClr>
                <a:schemeClr val="accent6"/>
              </a:buClr>
              <a:defRPr sz="1600" b="1" i="0">
                <a:solidFill>
                  <a:schemeClr val="tx1"/>
                </a:solidFill>
                <a:latin typeface="Lato" panose="020F0502020204030203" pitchFamily="34" charset="77"/>
                <a:cs typeface="Calibri Light" panose="020F0302020204030204" pitchFamily="34" charset="0"/>
              </a:defRPr>
            </a:lvl1pPr>
            <a:lvl2pPr marL="174638" indent="-174638">
              <a:lnSpc>
                <a:spcPct val="100000"/>
              </a:lnSpc>
              <a:spcBef>
                <a:spcPts val="121"/>
              </a:spcBef>
              <a:spcAft>
                <a:spcPts val="607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•"/>
              <a:defRPr sz="1213" b="0" i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349278" indent="-152810">
              <a:lnSpc>
                <a:spcPct val="100000"/>
              </a:lnSpc>
              <a:spcBef>
                <a:spcPts val="121"/>
              </a:spcBef>
              <a:spcAft>
                <a:spcPts val="303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 sz="1213" b="0" i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085" indent="-228584">
              <a:lnSpc>
                <a:spcPct val="130000"/>
              </a:lnSpc>
              <a:buClr>
                <a:schemeClr val="accent6"/>
              </a:buClr>
              <a:buFont typeface="System Font Regular"/>
              <a:buChar char="-"/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30000"/>
              </a:lnSpc>
              <a:buClr>
                <a:schemeClr val="accent6"/>
              </a:buClr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/>
              <a:t>Lorem ipsum </a:t>
            </a:r>
            <a:br>
              <a:rPr lang="en-US"/>
            </a:br>
            <a:r>
              <a:rPr lang="en-US"/>
              <a:t>dolor sit </a:t>
            </a:r>
            <a:r>
              <a:rPr lang="en-US" err="1"/>
              <a:t>amet</a:t>
            </a:r>
            <a:r>
              <a:rPr lang="en-US"/>
              <a:t> </a:t>
            </a:r>
            <a:br>
              <a:rPr lang="en-US"/>
            </a:br>
            <a:r>
              <a:rPr lang="en-US"/>
              <a:t>ad minim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E4357FE0-7184-7EC4-2A44-4BFB714AD694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563020" y="3704136"/>
            <a:ext cx="1285243" cy="1695247"/>
          </a:xfrm>
          <a:prstGeom prst="rect">
            <a:avLst/>
          </a:prstGeom>
        </p:spPr>
        <p:txBody>
          <a:bodyPr>
            <a:noAutofit/>
          </a:bodyPr>
          <a:lstStyle>
            <a:lvl1pPr marL="152810" indent="-152810">
              <a:lnSpc>
                <a:spcPct val="90000"/>
              </a:lnSpc>
              <a:spcAft>
                <a:spcPts val="607"/>
              </a:spcAft>
              <a:buFont typeface="Arial" panose="020B0604020202020204" pitchFamily="34" charset="0"/>
              <a:buChar char="•"/>
              <a:defRPr sz="1000" b="0" i="0">
                <a:latin typeface="Lato" panose="020F0502020204030203" pitchFamily="34" charset="77"/>
                <a:ea typeface="Lato" panose="020F0502020204030203" pitchFamily="34" charset="77"/>
                <a:cs typeface="Lato" panose="020F0502020204030203" pitchFamily="34" charset="77"/>
              </a:defRPr>
            </a:lvl1pPr>
            <a:lvl2pPr marL="450514" indent="-173274">
              <a:buFont typeface="Arial" panose="020B0604020202020204" pitchFamily="34" charset="0"/>
              <a:buChar char="•"/>
              <a:defRPr sz="1092"/>
            </a:lvl2pPr>
          </a:lstStyle>
          <a:p>
            <a:pPr lvl="0"/>
            <a:r>
              <a:rPr lang="en-US"/>
              <a:t>Second level – indent to go to this style. </a:t>
            </a:r>
          </a:p>
          <a:p>
            <a:pPr marL="152810" marR="0" lvl="0" indent="-152810" defTabSz="554478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7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Second level – indent to go to this style. </a:t>
            </a:r>
          </a:p>
          <a:p>
            <a:pPr marL="152810" marR="0" lvl="0" indent="-152810" defTabSz="554478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7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Second level – indent to go to this style. </a:t>
            </a:r>
          </a:p>
          <a:p>
            <a:pPr lvl="0"/>
            <a:endParaRPr lang="en-US"/>
          </a:p>
        </p:txBody>
      </p:sp>
      <p:sp>
        <p:nvSpPr>
          <p:cNvPr id="38" name="Text Placeholder 29">
            <a:extLst>
              <a:ext uri="{FF2B5EF4-FFF2-40B4-BE49-F238E27FC236}">
                <a16:creationId xmlns:a16="http://schemas.microsoft.com/office/drawing/2014/main" id="{9BE329EA-4B4D-9F45-BA58-288C37313873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2507904" y="3695351"/>
            <a:ext cx="1285243" cy="1695247"/>
          </a:xfrm>
          <a:prstGeom prst="rect">
            <a:avLst/>
          </a:prstGeom>
        </p:spPr>
        <p:txBody>
          <a:bodyPr>
            <a:noAutofit/>
          </a:bodyPr>
          <a:lstStyle>
            <a:lvl1pPr marL="152810" indent="-152810">
              <a:lnSpc>
                <a:spcPct val="90000"/>
              </a:lnSpc>
              <a:spcAft>
                <a:spcPts val="607"/>
              </a:spcAft>
              <a:buFont typeface="Arial" panose="020B0604020202020204" pitchFamily="34" charset="0"/>
              <a:buChar char="•"/>
              <a:defRPr sz="1000" b="0" i="0">
                <a:latin typeface="Lato" panose="020F0502020204030203" pitchFamily="34" charset="77"/>
                <a:ea typeface="Lato" panose="020F0502020204030203" pitchFamily="34" charset="77"/>
                <a:cs typeface="Lato" panose="020F0502020204030203" pitchFamily="34" charset="77"/>
              </a:defRPr>
            </a:lvl1pPr>
            <a:lvl2pPr marL="450514" indent="-173274">
              <a:buFont typeface="Arial" panose="020B0604020202020204" pitchFamily="34" charset="0"/>
              <a:buChar char="•"/>
              <a:defRPr sz="1092"/>
            </a:lvl2pPr>
          </a:lstStyle>
          <a:p>
            <a:pPr lvl="0"/>
            <a:r>
              <a:rPr lang="en-US"/>
              <a:t>Second level – indent to go to this style. </a:t>
            </a:r>
          </a:p>
          <a:p>
            <a:pPr marL="152810" marR="0" lvl="0" indent="-152810" defTabSz="554478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7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Second level – indent to go to this style. </a:t>
            </a:r>
          </a:p>
          <a:p>
            <a:pPr marL="152810" marR="0" lvl="0" indent="-152810" defTabSz="554478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7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Second level – indent to go to this style. </a:t>
            </a:r>
          </a:p>
          <a:p>
            <a:pPr lvl="0"/>
            <a:endParaRPr lang="en-US"/>
          </a:p>
        </p:txBody>
      </p:sp>
      <p:sp>
        <p:nvSpPr>
          <p:cNvPr id="39" name="Text Placeholder 29">
            <a:extLst>
              <a:ext uri="{FF2B5EF4-FFF2-40B4-BE49-F238E27FC236}">
                <a16:creationId xmlns:a16="http://schemas.microsoft.com/office/drawing/2014/main" id="{610D4394-3617-F1E5-EC09-3D13903A2859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4459849" y="3704136"/>
            <a:ext cx="1285243" cy="1695247"/>
          </a:xfrm>
          <a:prstGeom prst="rect">
            <a:avLst/>
          </a:prstGeom>
        </p:spPr>
        <p:txBody>
          <a:bodyPr>
            <a:noAutofit/>
          </a:bodyPr>
          <a:lstStyle>
            <a:lvl1pPr marL="152810" indent="-152810">
              <a:lnSpc>
                <a:spcPct val="90000"/>
              </a:lnSpc>
              <a:spcAft>
                <a:spcPts val="607"/>
              </a:spcAft>
              <a:buFont typeface="Arial" panose="020B0604020202020204" pitchFamily="34" charset="0"/>
              <a:buChar char="•"/>
              <a:defRPr sz="1000" b="0" i="0">
                <a:latin typeface="Lato" panose="020F0502020204030203" pitchFamily="34" charset="77"/>
                <a:ea typeface="Lato" panose="020F0502020204030203" pitchFamily="34" charset="77"/>
                <a:cs typeface="Lato" panose="020F0502020204030203" pitchFamily="34" charset="77"/>
              </a:defRPr>
            </a:lvl1pPr>
            <a:lvl2pPr marL="450514" indent="-173274">
              <a:buFont typeface="Arial" panose="020B0604020202020204" pitchFamily="34" charset="0"/>
              <a:buChar char="•"/>
              <a:defRPr sz="1092"/>
            </a:lvl2pPr>
          </a:lstStyle>
          <a:p>
            <a:pPr lvl="0"/>
            <a:r>
              <a:rPr lang="en-US"/>
              <a:t>Second level – indent to go to this style. </a:t>
            </a:r>
          </a:p>
          <a:p>
            <a:pPr marL="152810" marR="0" lvl="0" indent="-152810" defTabSz="554478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7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Second level – indent to go to this style. </a:t>
            </a:r>
          </a:p>
          <a:p>
            <a:pPr marL="152810" marR="0" lvl="0" indent="-152810" defTabSz="554478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7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Second level – indent to go to this style. </a:t>
            </a:r>
          </a:p>
          <a:p>
            <a:pPr lvl="0"/>
            <a:endParaRPr lang="en-US"/>
          </a:p>
        </p:txBody>
      </p:sp>
      <p:sp>
        <p:nvSpPr>
          <p:cNvPr id="40" name="Text Placeholder 29">
            <a:extLst>
              <a:ext uri="{FF2B5EF4-FFF2-40B4-BE49-F238E27FC236}">
                <a16:creationId xmlns:a16="http://schemas.microsoft.com/office/drawing/2014/main" id="{E618C698-ED93-F54A-61C7-07DD9C5F9E28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6406795" y="3681432"/>
            <a:ext cx="1285243" cy="1695247"/>
          </a:xfrm>
          <a:prstGeom prst="rect">
            <a:avLst/>
          </a:prstGeom>
        </p:spPr>
        <p:txBody>
          <a:bodyPr>
            <a:noAutofit/>
          </a:bodyPr>
          <a:lstStyle>
            <a:lvl1pPr marL="152810" indent="-152810">
              <a:lnSpc>
                <a:spcPct val="90000"/>
              </a:lnSpc>
              <a:spcAft>
                <a:spcPts val="607"/>
              </a:spcAft>
              <a:buFont typeface="Arial" panose="020B0604020202020204" pitchFamily="34" charset="0"/>
              <a:buChar char="•"/>
              <a:defRPr sz="1000" b="0" i="0">
                <a:latin typeface="Lato" panose="020F0502020204030203" pitchFamily="34" charset="77"/>
                <a:ea typeface="Lato" panose="020F0502020204030203" pitchFamily="34" charset="77"/>
                <a:cs typeface="Lato" panose="020F0502020204030203" pitchFamily="34" charset="77"/>
              </a:defRPr>
            </a:lvl1pPr>
            <a:lvl2pPr marL="450514" indent="-173274">
              <a:buFont typeface="Arial" panose="020B0604020202020204" pitchFamily="34" charset="0"/>
              <a:buChar char="•"/>
              <a:defRPr sz="1092"/>
            </a:lvl2pPr>
          </a:lstStyle>
          <a:p>
            <a:pPr lvl="0"/>
            <a:r>
              <a:rPr lang="en-US"/>
              <a:t>Second level – indent to go to this style. </a:t>
            </a:r>
          </a:p>
          <a:p>
            <a:pPr marL="152810" marR="0" lvl="0" indent="-152810" defTabSz="554478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7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Second level – indent to go to this style. </a:t>
            </a:r>
          </a:p>
          <a:p>
            <a:pPr marL="152810" marR="0" lvl="0" indent="-152810" defTabSz="554478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7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Second level – indent to go to this style. </a:t>
            </a:r>
          </a:p>
          <a:p>
            <a:pPr lvl="0"/>
            <a:endParaRPr lang="en-US"/>
          </a:p>
        </p:txBody>
      </p:sp>
      <p:sp>
        <p:nvSpPr>
          <p:cNvPr id="41" name="Text Placeholder 29">
            <a:extLst>
              <a:ext uri="{FF2B5EF4-FFF2-40B4-BE49-F238E27FC236}">
                <a16:creationId xmlns:a16="http://schemas.microsoft.com/office/drawing/2014/main" id="{79ED459D-EF9D-9F17-CEC8-A5504EC6D805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8364809" y="3655682"/>
            <a:ext cx="1285243" cy="1695247"/>
          </a:xfrm>
          <a:prstGeom prst="rect">
            <a:avLst/>
          </a:prstGeom>
        </p:spPr>
        <p:txBody>
          <a:bodyPr>
            <a:noAutofit/>
          </a:bodyPr>
          <a:lstStyle>
            <a:lvl1pPr marL="152810" indent="-152810">
              <a:lnSpc>
                <a:spcPct val="90000"/>
              </a:lnSpc>
              <a:spcAft>
                <a:spcPts val="607"/>
              </a:spcAft>
              <a:buFont typeface="Arial" panose="020B0604020202020204" pitchFamily="34" charset="0"/>
              <a:buChar char="•"/>
              <a:defRPr sz="1000" b="0" i="0">
                <a:latin typeface="Lato" panose="020F0502020204030203" pitchFamily="34" charset="77"/>
                <a:ea typeface="Lato" panose="020F0502020204030203" pitchFamily="34" charset="77"/>
                <a:cs typeface="Lato" panose="020F0502020204030203" pitchFamily="34" charset="77"/>
              </a:defRPr>
            </a:lvl1pPr>
            <a:lvl2pPr marL="450514" indent="-173274">
              <a:buFont typeface="Arial" panose="020B0604020202020204" pitchFamily="34" charset="0"/>
              <a:buChar char="•"/>
              <a:defRPr sz="1092"/>
            </a:lvl2pPr>
          </a:lstStyle>
          <a:p>
            <a:pPr lvl="0"/>
            <a:r>
              <a:rPr lang="en-US"/>
              <a:t>Second level – indent to go to this style. </a:t>
            </a:r>
          </a:p>
          <a:p>
            <a:pPr marL="152810" marR="0" lvl="0" indent="-152810" defTabSz="554478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7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Second level – indent to go to this style. </a:t>
            </a:r>
          </a:p>
          <a:p>
            <a:pPr marL="152810" marR="0" lvl="0" indent="-152810" defTabSz="554478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7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Second level – indent to go to this style. </a:t>
            </a:r>
          </a:p>
          <a:p>
            <a:pPr lvl="0"/>
            <a:endParaRPr lang="en-US"/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5513CED9-DDEE-E0A4-A7AD-EFF1C001F5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 i="0">
                <a:latin typeface="+mj-lt"/>
              </a:defRPr>
            </a:lvl1pPr>
          </a:lstStyle>
          <a:p>
            <a:r>
              <a:rPr lang="en-US"/>
              <a:t>Create your headline with </a:t>
            </a:r>
            <a:r>
              <a:rPr lang="en-US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word emphasis</a:t>
            </a:r>
            <a:endParaRPr lang="en-US"/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EC87DF13-A358-9852-269D-C0174A5E471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3610" y="365124"/>
            <a:ext cx="5545319" cy="206963"/>
          </a:xfrm>
          <a:prstGeom prst="rect">
            <a:avLst/>
          </a:prstGeom>
        </p:spPr>
        <p:txBody>
          <a:bodyPr/>
          <a:lstStyle>
            <a:lvl1pPr>
              <a:defRPr sz="971" b="0" i="0" cap="all" spc="364" baseline="0">
                <a:solidFill>
                  <a:schemeClr val="tx2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GB"/>
              <a:t>EYEBROW TITLE</a:t>
            </a:r>
          </a:p>
        </p:txBody>
      </p:sp>
      <p:sp>
        <p:nvSpPr>
          <p:cNvPr id="5" name="Vertical Text Placeholder 40">
            <a:extLst>
              <a:ext uri="{FF2B5EF4-FFF2-40B4-BE49-F238E27FC236}">
                <a16:creationId xmlns:a16="http://schemas.microsoft.com/office/drawing/2014/main" id="{C4FB89EF-1064-D7D8-F277-2061D93519E7}"/>
              </a:ext>
            </a:extLst>
          </p:cNvPr>
          <p:cNvSpPr>
            <a:spLocks noGrp="1"/>
          </p:cNvSpPr>
          <p:nvPr>
            <p:ph type="body" orient="vert" sz="quarter" idx="69" hasCustomPrompt="1"/>
          </p:nvPr>
        </p:nvSpPr>
        <p:spPr>
          <a:xfrm>
            <a:off x="10054315" y="2242435"/>
            <a:ext cx="1772788" cy="3286187"/>
          </a:xfrm>
          <a:custGeom>
            <a:avLst/>
            <a:gdLst>
              <a:gd name="connsiteX0" fmla="*/ 204004 w 2923253"/>
              <a:gd name="connsiteY0" fmla="*/ 0 h 4129318"/>
              <a:gd name="connsiteX1" fmla="*/ 491598 w 2923253"/>
              <a:gd name="connsiteY1" fmla="*/ 0 h 4129318"/>
              <a:gd name="connsiteX2" fmla="*/ 1318997 w 2923253"/>
              <a:gd name="connsiteY2" fmla="*/ 0 h 4129318"/>
              <a:gd name="connsiteX3" fmla="*/ 1599142 w 2923253"/>
              <a:gd name="connsiteY3" fmla="*/ 0 h 4129318"/>
              <a:gd name="connsiteX4" fmla="*/ 2434098 w 2923253"/>
              <a:gd name="connsiteY4" fmla="*/ 0 h 4129318"/>
              <a:gd name="connsiteX5" fmla="*/ 2714135 w 2923253"/>
              <a:gd name="connsiteY5" fmla="*/ 0 h 4129318"/>
              <a:gd name="connsiteX6" fmla="*/ 2918139 w 2923253"/>
              <a:gd name="connsiteY6" fmla="*/ 204004 h 4129318"/>
              <a:gd name="connsiteX7" fmla="*/ 2918139 w 2923253"/>
              <a:gd name="connsiteY7" fmla="*/ 469787 h 4129318"/>
              <a:gd name="connsiteX8" fmla="*/ 2919737 w 2923253"/>
              <a:gd name="connsiteY8" fmla="*/ 485639 h 4129318"/>
              <a:gd name="connsiteX9" fmla="*/ 2919737 w 2923253"/>
              <a:gd name="connsiteY9" fmla="*/ 3074444 h 4129318"/>
              <a:gd name="connsiteX10" fmla="*/ 2923253 w 2923253"/>
              <a:gd name="connsiteY10" fmla="*/ 3109322 h 4129318"/>
              <a:gd name="connsiteX11" fmla="*/ 2923253 w 2923253"/>
              <a:gd name="connsiteY11" fmla="*/ 3925314 h 4129318"/>
              <a:gd name="connsiteX12" fmla="*/ 2719249 w 2923253"/>
              <a:gd name="connsiteY12" fmla="*/ 4129318 h 4129318"/>
              <a:gd name="connsiteX13" fmla="*/ 2434098 w 2923253"/>
              <a:gd name="connsiteY13" fmla="*/ 4129318 h 4129318"/>
              <a:gd name="connsiteX14" fmla="*/ 1604256 w 2923253"/>
              <a:gd name="connsiteY14" fmla="*/ 4129318 h 4129318"/>
              <a:gd name="connsiteX15" fmla="*/ 1324111 w 2923253"/>
              <a:gd name="connsiteY15" fmla="*/ 4129318 h 4129318"/>
              <a:gd name="connsiteX16" fmla="*/ 491598 w 2923253"/>
              <a:gd name="connsiteY16" fmla="*/ 4129318 h 4129318"/>
              <a:gd name="connsiteX17" fmla="*/ 209118 w 2923253"/>
              <a:gd name="connsiteY17" fmla="*/ 4129318 h 4129318"/>
              <a:gd name="connsiteX18" fmla="*/ 5114 w 2923253"/>
              <a:gd name="connsiteY18" fmla="*/ 3925314 h 4129318"/>
              <a:gd name="connsiteX19" fmla="*/ 5114 w 2923253"/>
              <a:gd name="connsiteY19" fmla="*/ 3109322 h 4129318"/>
              <a:gd name="connsiteX20" fmla="*/ 5959 w 2923253"/>
              <a:gd name="connsiteY20" fmla="*/ 3100940 h 4129318"/>
              <a:gd name="connsiteX21" fmla="*/ 5959 w 2923253"/>
              <a:gd name="connsiteY21" fmla="*/ 1066955 h 4129318"/>
              <a:gd name="connsiteX22" fmla="*/ 4145 w 2923253"/>
              <a:gd name="connsiteY22" fmla="*/ 1061110 h 4129318"/>
              <a:gd name="connsiteX23" fmla="*/ 0 w 2923253"/>
              <a:gd name="connsiteY23" fmla="*/ 1019996 h 4129318"/>
              <a:gd name="connsiteX24" fmla="*/ 0 w 2923253"/>
              <a:gd name="connsiteY24" fmla="*/ 204004 h 4129318"/>
              <a:gd name="connsiteX25" fmla="*/ 204004 w 2923253"/>
              <a:gd name="connsiteY25" fmla="*/ 0 h 4129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2923253" h="4129318">
                <a:moveTo>
                  <a:pt x="204004" y="0"/>
                </a:moveTo>
                <a:lnTo>
                  <a:pt x="491598" y="0"/>
                </a:lnTo>
                <a:lnTo>
                  <a:pt x="1318997" y="0"/>
                </a:lnTo>
                <a:lnTo>
                  <a:pt x="1599142" y="0"/>
                </a:lnTo>
                <a:lnTo>
                  <a:pt x="2434098" y="0"/>
                </a:lnTo>
                <a:lnTo>
                  <a:pt x="2714135" y="0"/>
                </a:lnTo>
                <a:cubicBezTo>
                  <a:pt x="2826803" y="0"/>
                  <a:pt x="2918139" y="91336"/>
                  <a:pt x="2918139" y="204004"/>
                </a:cubicBezTo>
                <a:lnTo>
                  <a:pt x="2918139" y="469787"/>
                </a:lnTo>
                <a:lnTo>
                  <a:pt x="2919737" y="485639"/>
                </a:lnTo>
                <a:lnTo>
                  <a:pt x="2919737" y="3074444"/>
                </a:lnTo>
                <a:lnTo>
                  <a:pt x="2923253" y="3109322"/>
                </a:lnTo>
                <a:lnTo>
                  <a:pt x="2923253" y="3925314"/>
                </a:lnTo>
                <a:cubicBezTo>
                  <a:pt x="2923253" y="4037982"/>
                  <a:pt x="2831917" y="4129318"/>
                  <a:pt x="2719249" y="4129318"/>
                </a:cubicBezTo>
                <a:lnTo>
                  <a:pt x="2434098" y="4129318"/>
                </a:lnTo>
                <a:lnTo>
                  <a:pt x="1604256" y="4129318"/>
                </a:lnTo>
                <a:lnTo>
                  <a:pt x="1324111" y="4129318"/>
                </a:lnTo>
                <a:lnTo>
                  <a:pt x="491598" y="4129318"/>
                </a:lnTo>
                <a:lnTo>
                  <a:pt x="209118" y="4129318"/>
                </a:lnTo>
                <a:cubicBezTo>
                  <a:pt x="96450" y="4129318"/>
                  <a:pt x="5114" y="4037982"/>
                  <a:pt x="5114" y="3925314"/>
                </a:cubicBezTo>
                <a:lnTo>
                  <a:pt x="5114" y="3109322"/>
                </a:lnTo>
                <a:lnTo>
                  <a:pt x="5959" y="3100940"/>
                </a:lnTo>
                <a:lnTo>
                  <a:pt x="5959" y="1066955"/>
                </a:lnTo>
                <a:lnTo>
                  <a:pt x="4145" y="1061110"/>
                </a:lnTo>
                <a:cubicBezTo>
                  <a:pt x="1427" y="1047829"/>
                  <a:pt x="0" y="1034079"/>
                  <a:pt x="0" y="1019996"/>
                </a:cubicBezTo>
                <a:lnTo>
                  <a:pt x="0" y="204004"/>
                </a:lnTo>
                <a:cubicBezTo>
                  <a:pt x="0" y="91336"/>
                  <a:pt x="91336" y="0"/>
                  <a:pt x="204004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vert="eaVert" wrap="square">
            <a:noAutofit/>
          </a:bodyPr>
          <a:lstStyle>
            <a:lvl1pPr>
              <a:defRPr b="0" i="0">
                <a:solidFill>
                  <a:srgbClr val="010233"/>
                </a:solidFill>
                <a:latin typeface="Lato" panose="020F0502020204030203" pitchFamily="34" charset="77"/>
              </a:defRPr>
            </a:lvl1pPr>
          </a:lstStyle>
          <a:p>
            <a:pPr marL="0" marR="0" lvl="0" indent="0" defTabSz="55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 </a:t>
            </a:r>
          </a:p>
        </p:txBody>
      </p:sp>
      <p:sp>
        <p:nvSpPr>
          <p:cNvPr id="6" name="Picture Placeholder 23">
            <a:extLst>
              <a:ext uri="{FF2B5EF4-FFF2-40B4-BE49-F238E27FC236}">
                <a16:creationId xmlns:a16="http://schemas.microsoft.com/office/drawing/2014/main" id="{CD1B4E28-552E-9385-D527-B5A26DAC5CD9}"/>
              </a:ext>
            </a:extLst>
          </p:cNvPr>
          <p:cNvSpPr>
            <a:spLocks noGrp="1"/>
          </p:cNvSpPr>
          <p:nvPr>
            <p:ph type="pic" sz="quarter" idx="70"/>
          </p:nvPr>
        </p:nvSpPr>
        <p:spPr>
          <a:xfrm>
            <a:off x="10546640" y="1894100"/>
            <a:ext cx="788136" cy="742177"/>
          </a:xfrm>
          <a:prstGeom prst="ellipse">
            <a:avLst/>
          </a:prstGeom>
          <a:solidFill>
            <a:schemeClr val="tx2"/>
          </a:solidFill>
        </p:spPr>
        <p:txBody>
          <a:bodyPr anchor="ctr">
            <a:noAutofit/>
          </a:bodyPr>
          <a:lstStyle>
            <a:lvl1pPr algn="ctr">
              <a:defRPr sz="900" b="0" i="0">
                <a:latin typeface="Lato" panose="020F0502020204030203" pitchFamily="34" charset="77"/>
              </a:defRPr>
            </a:lvl1pPr>
          </a:lstStyle>
          <a:p>
            <a:endParaRPr lang="en-US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5B6C3585-E4C5-FBEF-FF3E-6B694A5CE10F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10298155" y="2857395"/>
            <a:ext cx="1285105" cy="644485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algn="ctr">
              <a:lnSpc>
                <a:spcPct val="100000"/>
              </a:lnSpc>
              <a:spcBef>
                <a:spcPts val="121"/>
              </a:spcBef>
              <a:spcAft>
                <a:spcPts val="909"/>
              </a:spcAft>
              <a:buClr>
                <a:schemeClr val="accent6"/>
              </a:buClr>
              <a:defRPr sz="1600" b="1" i="0">
                <a:solidFill>
                  <a:schemeClr val="tx1"/>
                </a:solidFill>
                <a:latin typeface="Lato" panose="020F0502020204030203" pitchFamily="34" charset="77"/>
                <a:cs typeface="Calibri Light" panose="020F0302020204030204" pitchFamily="34" charset="0"/>
              </a:defRPr>
            </a:lvl1pPr>
            <a:lvl2pPr marL="174638" indent="-174638">
              <a:lnSpc>
                <a:spcPct val="100000"/>
              </a:lnSpc>
              <a:spcBef>
                <a:spcPts val="121"/>
              </a:spcBef>
              <a:spcAft>
                <a:spcPts val="607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•"/>
              <a:defRPr sz="1213" b="0" i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349278" indent="-152810">
              <a:lnSpc>
                <a:spcPct val="100000"/>
              </a:lnSpc>
              <a:spcBef>
                <a:spcPts val="121"/>
              </a:spcBef>
              <a:spcAft>
                <a:spcPts val="303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 sz="1213" b="0" i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085" indent="-228584">
              <a:lnSpc>
                <a:spcPct val="130000"/>
              </a:lnSpc>
              <a:buClr>
                <a:schemeClr val="accent6"/>
              </a:buClr>
              <a:buFont typeface="System Font Regular"/>
              <a:buChar char="-"/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30000"/>
              </a:lnSpc>
              <a:buClr>
                <a:schemeClr val="accent6"/>
              </a:buClr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/>
              <a:t>Lorem ipsum </a:t>
            </a:r>
            <a:br>
              <a:rPr lang="en-US"/>
            </a:br>
            <a:r>
              <a:rPr lang="en-US"/>
              <a:t>dolor sit </a:t>
            </a:r>
            <a:r>
              <a:rPr lang="en-US" err="1"/>
              <a:t>amet</a:t>
            </a:r>
            <a:r>
              <a:rPr lang="en-US"/>
              <a:t> </a:t>
            </a:r>
            <a:br>
              <a:rPr lang="en-US"/>
            </a:br>
            <a:r>
              <a:rPr lang="en-US"/>
              <a:t>ad minim</a:t>
            </a:r>
          </a:p>
        </p:txBody>
      </p:sp>
      <p:sp>
        <p:nvSpPr>
          <p:cNvPr id="13" name="Text Placeholder 29">
            <a:extLst>
              <a:ext uri="{FF2B5EF4-FFF2-40B4-BE49-F238E27FC236}">
                <a16:creationId xmlns:a16="http://schemas.microsoft.com/office/drawing/2014/main" id="{30CFD4A6-435E-8ED2-FFD2-2D1C09DE0A99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10306730" y="3655682"/>
            <a:ext cx="1285243" cy="1695247"/>
          </a:xfrm>
          <a:prstGeom prst="rect">
            <a:avLst/>
          </a:prstGeom>
        </p:spPr>
        <p:txBody>
          <a:bodyPr>
            <a:noAutofit/>
          </a:bodyPr>
          <a:lstStyle>
            <a:lvl1pPr marL="152810" indent="-152810">
              <a:lnSpc>
                <a:spcPct val="90000"/>
              </a:lnSpc>
              <a:spcAft>
                <a:spcPts val="607"/>
              </a:spcAft>
              <a:buFont typeface="Arial" panose="020B0604020202020204" pitchFamily="34" charset="0"/>
              <a:buChar char="•"/>
              <a:defRPr sz="1000" b="0" i="0">
                <a:latin typeface="Lato" panose="020F0502020204030203" pitchFamily="34" charset="77"/>
                <a:ea typeface="Lato" panose="020F0502020204030203" pitchFamily="34" charset="77"/>
                <a:cs typeface="Lato" panose="020F0502020204030203" pitchFamily="34" charset="77"/>
              </a:defRPr>
            </a:lvl1pPr>
            <a:lvl2pPr marL="450514" indent="-173274">
              <a:buFont typeface="Arial" panose="020B0604020202020204" pitchFamily="34" charset="0"/>
              <a:buChar char="•"/>
              <a:defRPr sz="1092"/>
            </a:lvl2pPr>
          </a:lstStyle>
          <a:p>
            <a:pPr lvl="0"/>
            <a:r>
              <a:rPr lang="en-US"/>
              <a:t>Second level – indent to go to this style. </a:t>
            </a:r>
          </a:p>
          <a:p>
            <a:pPr marL="152810" marR="0" lvl="0" indent="-152810" defTabSz="554478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7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Second level – indent to go to this style. </a:t>
            </a:r>
          </a:p>
          <a:p>
            <a:pPr marL="152810" marR="0" lvl="0" indent="-152810" defTabSz="554478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7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Second level – indent to go to this style. </a:t>
            </a:r>
          </a:p>
          <a:p>
            <a:pPr lvl="0"/>
            <a:endParaRPr lang="en-US"/>
          </a:p>
        </p:txBody>
      </p:sp>
      <p:sp>
        <p:nvSpPr>
          <p:cNvPr id="43" name="Date Placeholder 42">
            <a:extLst>
              <a:ext uri="{FF2B5EF4-FFF2-40B4-BE49-F238E27FC236}">
                <a16:creationId xmlns:a16="http://schemas.microsoft.com/office/drawing/2014/main" id="{FA797D99-01A4-D5C7-B18D-F01D9F3F6F34}"/>
              </a:ext>
            </a:extLst>
          </p:cNvPr>
          <p:cNvSpPr>
            <a:spLocks noGrp="1"/>
          </p:cNvSpPr>
          <p:nvPr>
            <p:ph type="dt" sz="half" idx="7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4" name="Footer Placeholder 43">
            <a:extLst>
              <a:ext uri="{FF2B5EF4-FFF2-40B4-BE49-F238E27FC236}">
                <a16:creationId xmlns:a16="http://schemas.microsoft.com/office/drawing/2014/main" id="{42E3C635-080D-597F-BBEB-05B6526EBD40}"/>
              </a:ext>
            </a:extLst>
          </p:cNvPr>
          <p:cNvSpPr>
            <a:spLocks noGrp="1"/>
          </p:cNvSpPr>
          <p:nvPr>
            <p:ph type="ftr" sz="quarter" idx="74"/>
          </p:nvPr>
        </p:nvSpPr>
        <p:spPr/>
        <p:txBody>
          <a:bodyPr/>
          <a:lstStyle/>
          <a:p>
            <a:r>
              <a:rPr lang="en-US"/>
              <a:t>Copyright © 2026 Kinaxis. All Rights Reserved. Access limited to internal use only.</a:t>
            </a:r>
          </a:p>
        </p:txBody>
      </p:sp>
      <p:sp>
        <p:nvSpPr>
          <p:cNvPr id="45" name="Slide Number Placeholder 44">
            <a:extLst>
              <a:ext uri="{FF2B5EF4-FFF2-40B4-BE49-F238E27FC236}">
                <a16:creationId xmlns:a16="http://schemas.microsoft.com/office/drawing/2014/main" id="{A7A203AD-9699-F576-310B-8280A3109A77}"/>
              </a:ext>
            </a:extLst>
          </p:cNvPr>
          <p:cNvSpPr>
            <a:spLocks noGrp="1"/>
          </p:cNvSpPr>
          <p:nvPr>
            <p:ph type="sldNum" sz="quarter" idx="75"/>
          </p:nvPr>
        </p:nvSpPr>
        <p:spPr/>
        <p:txBody>
          <a:bodyPr/>
          <a:lstStyle/>
          <a:p>
            <a:fld id="{F1488A8B-C121-C846-AEE5-0D98B869D111}" type="slidenum">
              <a:rPr lang="en-US" sz="800" smtClean="0">
                <a:cs typeface="Calibri" panose="020F0502020204030204" pitchFamily="34" charset="0"/>
              </a:rPr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6628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449" userDrawn="1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Card_Icons_6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>
            <a:extLst>
              <a:ext uri="{FF2B5EF4-FFF2-40B4-BE49-F238E27FC236}">
                <a16:creationId xmlns:a16="http://schemas.microsoft.com/office/drawing/2014/main" id="{EA7B197E-65C0-7C16-0CB9-BC01BBC84045}"/>
              </a:ext>
            </a:extLst>
          </p:cNvPr>
          <p:cNvSpPr/>
          <p:nvPr userDrawn="1"/>
        </p:nvSpPr>
        <p:spPr>
          <a:xfrm>
            <a:off x="0" y="1526153"/>
            <a:ext cx="12192000" cy="4546645"/>
          </a:xfrm>
          <a:custGeom>
            <a:avLst/>
            <a:gdLst/>
            <a:ahLst/>
            <a:cxnLst/>
            <a:rect l="l" t="t" r="r" b="b"/>
            <a:pathLst>
              <a:path w="20104100" h="7183120">
                <a:moveTo>
                  <a:pt x="20104099" y="0"/>
                </a:moveTo>
                <a:lnTo>
                  <a:pt x="0" y="0"/>
                </a:lnTo>
                <a:lnTo>
                  <a:pt x="0" y="7183027"/>
                </a:lnTo>
                <a:lnTo>
                  <a:pt x="20104099" y="7183027"/>
                </a:lnTo>
                <a:lnTo>
                  <a:pt x="20104099" y="0"/>
                </a:lnTo>
                <a:close/>
              </a:path>
            </a:pathLst>
          </a:custGeom>
          <a:solidFill>
            <a:srgbClr val="EAF1F1"/>
          </a:solidFill>
        </p:spPr>
        <p:txBody>
          <a:bodyPr wrap="square" lIns="0" tIns="0" rIns="0" bIns="0" rtlCol="0"/>
          <a:lstStyle/>
          <a:p>
            <a:endParaRPr b="0" i="0">
              <a:latin typeface="Lato" panose="020F0502020204030203" pitchFamily="34" charset="77"/>
            </a:endParaRPr>
          </a:p>
        </p:txBody>
      </p:sp>
      <p:sp>
        <p:nvSpPr>
          <p:cNvPr id="35" name="Vertical Text Placeholder 34">
            <a:extLst>
              <a:ext uri="{FF2B5EF4-FFF2-40B4-BE49-F238E27FC236}">
                <a16:creationId xmlns:a16="http://schemas.microsoft.com/office/drawing/2014/main" id="{4B873618-73BE-4430-1002-EF3C1A202A52}"/>
              </a:ext>
            </a:extLst>
          </p:cNvPr>
          <p:cNvSpPr>
            <a:spLocks noGrp="1"/>
          </p:cNvSpPr>
          <p:nvPr>
            <p:ph type="body" orient="vert" sz="quarter" idx="45" hasCustomPrompt="1"/>
          </p:nvPr>
        </p:nvSpPr>
        <p:spPr>
          <a:xfrm>
            <a:off x="329187" y="2637503"/>
            <a:ext cx="1772788" cy="2504023"/>
          </a:xfrm>
          <a:custGeom>
            <a:avLst/>
            <a:gdLst>
              <a:gd name="connsiteX0" fmla="*/ 204004 w 2923253"/>
              <a:gd name="connsiteY0" fmla="*/ 0 h 4129318"/>
              <a:gd name="connsiteX1" fmla="*/ 491598 w 2923253"/>
              <a:gd name="connsiteY1" fmla="*/ 0 h 4129318"/>
              <a:gd name="connsiteX2" fmla="*/ 1318997 w 2923253"/>
              <a:gd name="connsiteY2" fmla="*/ 0 h 4129318"/>
              <a:gd name="connsiteX3" fmla="*/ 1599142 w 2923253"/>
              <a:gd name="connsiteY3" fmla="*/ 0 h 4129318"/>
              <a:gd name="connsiteX4" fmla="*/ 2434098 w 2923253"/>
              <a:gd name="connsiteY4" fmla="*/ 0 h 4129318"/>
              <a:gd name="connsiteX5" fmla="*/ 2714135 w 2923253"/>
              <a:gd name="connsiteY5" fmla="*/ 0 h 4129318"/>
              <a:gd name="connsiteX6" fmla="*/ 2918139 w 2923253"/>
              <a:gd name="connsiteY6" fmla="*/ 204004 h 4129318"/>
              <a:gd name="connsiteX7" fmla="*/ 2918139 w 2923253"/>
              <a:gd name="connsiteY7" fmla="*/ 469787 h 4129318"/>
              <a:gd name="connsiteX8" fmla="*/ 2919737 w 2923253"/>
              <a:gd name="connsiteY8" fmla="*/ 485639 h 4129318"/>
              <a:gd name="connsiteX9" fmla="*/ 2919737 w 2923253"/>
              <a:gd name="connsiteY9" fmla="*/ 3074444 h 4129318"/>
              <a:gd name="connsiteX10" fmla="*/ 2923253 w 2923253"/>
              <a:gd name="connsiteY10" fmla="*/ 3109322 h 4129318"/>
              <a:gd name="connsiteX11" fmla="*/ 2923253 w 2923253"/>
              <a:gd name="connsiteY11" fmla="*/ 3925314 h 4129318"/>
              <a:gd name="connsiteX12" fmla="*/ 2719249 w 2923253"/>
              <a:gd name="connsiteY12" fmla="*/ 4129318 h 4129318"/>
              <a:gd name="connsiteX13" fmla="*/ 2434098 w 2923253"/>
              <a:gd name="connsiteY13" fmla="*/ 4129318 h 4129318"/>
              <a:gd name="connsiteX14" fmla="*/ 1604256 w 2923253"/>
              <a:gd name="connsiteY14" fmla="*/ 4129318 h 4129318"/>
              <a:gd name="connsiteX15" fmla="*/ 1324111 w 2923253"/>
              <a:gd name="connsiteY15" fmla="*/ 4129318 h 4129318"/>
              <a:gd name="connsiteX16" fmla="*/ 491598 w 2923253"/>
              <a:gd name="connsiteY16" fmla="*/ 4129318 h 4129318"/>
              <a:gd name="connsiteX17" fmla="*/ 209118 w 2923253"/>
              <a:gd name="connsiteY17" fmla="*/ 4129318 h 4129318"/>
              <a:gd name="connsiteX18" fmla="*/ 5114 w 2923253"/>
              <a:gd name="connsiteY18" fmla="*/ 3925314 h 4129318"/>
              <a:gd name="connsiteX19" fmla="*/ 5114 w 2923253"/>
              <a:gd name="connsiteY19" fmla="*/ 3109322 h 4129318"/>
              <a:gd name="connsiteX20" fmla="*/ 5959 w 2923253"/>
              <a:gd name="connsiteY20" fmla="*/ 3100940 h 4129318"/>
              <a:gd name="connsiteX21" fmla="*/ 5959 w 2923253"/>
              <a:gd name="connsiteY21" fmla="*/ 1066955 h 4129318"/>
              <a:gd name="connsiteX22" fmla="*/ 4145 w 2923253"/>
              <a:gd name="connsiteY22" fmla="*/ 1061110 h 4129318"/>
              <a:gd name="connsiteX23" fmla="*/ 0 w 2923253"/>
              <a:gd name="connsiteY23" fmla="*/ 1019996 h 4129318"/>
              <a:gd name="connsiteX24" fmla="*/ 0 w 2923253"/>
              <a:gd name="connsiteY24" fmla="*/ 204004 h 4129318"/>
              <a:gd name="connsiteX25" fmla="*/ 204004 w 2923253"/>
              <a:gd name="connsiteY25" fmla="*/ 0 h 4129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2923253" h="4129318">
                <a:moveTo>
                  <a:pt x="204004" y="0"/>
                </a:moveTo>
                <a:lnTo>
                  <a:pt x="491598" y="0"/>
                </a:lnTo>
                <a:lnTo>
                  <a:pt x="1318997" y="0"/>
                </a:lnTo>
                <a:lnTo>
                  <a:pt x="1599142" y="0"/>
                </a:lnTo>
                <a:lnTo>
                  <a:pt x="2434098" y="0"/>
                </a:lnTo>
                <a:lnTo>
                  <a:pt x="2714135" y="0"/>
                </a:lnTo>
                <a:cubicBezTo>
                  <a:pt x="2826803" y="0"/>
                  <a:pt x="2918139" y="91336"/>
                  <a:pt x="2918139" y="204004"/>
                </a:cubicBezTo>
                <a:lnTo>
                  <a:pt x="2918139" y="469787"/>
                </a:lnTo>
                <a:lnTo>
                  <a:pt x="2919737" y="485639"/>
                </a:lnTo>
                <a:lnTo>
                  <a:pt x="2919737" y="3074444"/>
                </a:lnTo>
                <a:lnTo>
                  <a:pt x="2923253" y="3109322"/>
                </a:lnTo>
                <a:lnTo>
                  <a:pt x="2923253" y="3925314"/>
                </a:lnTo>
                <a:cubicBezTo>
                  <a:pt x="2923253" y="4037982"/>
                  <a:pt x="2831917" y="4129318"/>
                  <a:pt x="2719249" y="4129318"/>
                </a:cubicBezTo>
                <a:lnTo>
                  <a:pt x="2434098" y="4129318"/>
                </a:lnTo>
                <a:lnTo>
                  <a:pt x="1604256" y="4129318"/>
                </a:lnTo>
                <a:lnTo>
                  <a:pt x="1324111" y="4129318"/>
                </a:lnTo>
                <a:lnTo>
                  <a:pt x="491598" y="4129318"/>
                </a:lnTo>
                <a:lnTo>
                  <a:pt x="209118" y="4129318"/>
                </a:lnTo>
                <a:cubicBezTo>
                  <a:pt x="96450" y="4129318"/>
                  <a:pt x="5114" y="4037982"/>
                  <a:pt x="5114" y="3925314"/>
                </a:cubicBezTo>
                <a:lnTo>
                  <a:pt x="5114" y="3109322"/>
                </a:lnTo>
                <a:lnTo>
                  <a:pt x="5959" y="3100940"/>
                </a:lnTo>
                <a:lnTo>
                  <a:pt x="5959" y="1066955"/>
                </a:lnTo>
                <a:lnTo>
                  <a:pt x="4145" y="1061110"/>
                </a:lnTo>
                <a:cubicBezTo>
                  <a:pt x="1427" y="1047829"/>
                  <a:pt x="0" y="1034079"/>
                  <a:pt x="0" y="1019996"/>
                </a:cubicBezTo>
                <a:lnTo>
                  <a:pt x="0" y="204004"/>
                </a:lnTo>
                <a:cubicBezTo>
                  <a:pt x="0" y="91336"/>
                  <a:pt x="91336" y="0"/>
                  <a:pt x="204004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vert="eaVert" wrap="square">
            <a:noAutofit/>
          </a:bodyPr>
          <a:lstStyle>
            <a:lvl1pPr>
              <a:defRPr b="0" i="0">
                <a:solidFill>
                  <a:srgbClr val="010233"/>
                </a:solidFill>
                <a:latin typeface="Lato" panose="020F0502020204030203" pitchFamily="34" charset="77"/>
              </a:defRPr>
            </a:lvl1pPr>
          </a:lstStyle>
          <a:p>
            <a:pPr marL="0" marR="0" lvl="0" indent="0" defTabSz="55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 </a:t>
            </a:r>
          </a:p>
        </p:txBody>
      </p:sp>
      <p:sp>
        <p:nvSpPr>
          <p:cNvPr id="38" name="Vertical Text Placeholder 37">
            <a:extLst>
              <a:ext uri="{FF2B5EF4-FFF2-40B4-BE49-F238E27FC236}">
                <a16:creationId xmlns:a16="http://schemas.microsoft.com/office/drawing/2014/main" id="{F78EC956-3625-E1F4-BA64-471EB328C8E0}"/>
              </a:ext>
            </a:extLst>
          </p:cNvPr>
          <p:cNvSpPr>
            <a:spLocks noGrp="1"/>
          </p:cNvSpPr>
          <p:nvPr>
            <p:ph type="body" orient="vert" sz="quarter" idx="48" hasCustomPrompt="1"/>
          </p:nvPr>
        </p:nvSpPr>
        <p:spPr>
          <a:xfrm>
            <a:off x="2277379" y="2637503"/>
            <a:ext cx="1772788" cy="2504023"/>
          </a:xfrm>
          <a:custGeom>
            <a:avLst/>
            <a:gdLst>
              <a:gd name="connsiteX0" fmla="*/ 204004 w 2923253"/>
              <a:gd name="connsiteY0" fmla="*/ 0 h 4129318"/>
              <a:gd name="connsiteX1" fmla="*/ 491598 w 2923253"/>
              <a:gd name="connsiteY1" fmla="*/ 0 h 4129318"/>
              <a:gd name="connsiteX2" fmla="*/ 1318997 w 2923253"/>
              <a:gd name="connsiteY2" fmla="*/ 0 h 4129318"/>
              <a:gd name="connsiteX3" fmla="*/ 1599142 w 2923253"/>
              <a:gd name="connsiteY3" fmla="*/ 0 h 4129318"/>
              <a:gd name="connsiteX4" fmla="*/ 2434098 w 2923253"/>
              <a:gd name="connsiteY4" fmla="*/ 0 h 4129318"/>
              <a:gd name="connsiteX5" fmla="*/ 2714135 w 2923253"/>
              <a:gd name="connsiteY5" fmla="*/ 0 h 4129318"/>
              <a:gd name="connsiteX6" fmla="*/ 2918139 w 2923253"/>
              <a:gd name="connsiteY6" fmla="*/ 204004 h 4129318"/>
              <a:gd name="connsiteX7" fmla="*/ 2918139 w 2923253"/>
              <a:gd name="connsiteY7" fmla="*/ 469787 h 4129318"/>
              <a:gd name="connsiteX8" fmla="*/ 2919737 w 2923253"/>
              <a:gd name="connsiteY8" fmla="*/ 485639 h 4129318"/>
              <a:gd name="connsiteX9" fmla="*/ 2919737 w 2923253"/>
              <a:gd name="connsiteY9" fmla="*/ 3074444 h 4129318"/>
              <a:gd name="connsiteX10" fmla="*/ 2923253 w 2923253"/>
              <a:gd name="connsiteY10" fmla="*/ 3109322 h 4129318"/>
              <a:gd name="connsiteX11" fmla="*/ 2923253 w 2923253"/>
              <a:gd name="connsiteY11" fmla="*/ 3925314 h 4129318"/>
              <a:gd name="connsiteX12" fmla="*/ 2719249 w 2923253"/>
              <a:gd name="connsiteY12" fmla="*/ 4129318 h 4129318"/>
              <a:gd name="connsiteX13" fmla="*/ 2434098 w 2923253"/>
              <a:gd name="connsiteY13" fmla="*/ 4129318 h 4129318"/>
              <a:gd name="connsiteX14" fmla="*/ 1604256 w 2923253"/>
              <a:gd name="connsiteY14" fmla="*/ 4129318 h 4129318"/>
              <a:gd name="connsiteX15" fmla="*/ 1324111 w 2923253"/>
              <a:gd name="connsiteY15" fmla="*/ 4129318 h 4129318"/>
              <a:gd name="connsiteX16" fmla="*/ 491598 w 2923253"/>
              <a:gd name="connsiteY16" fmla="*/ 4129318 h 4129318"/>
              <a:gd name="connsiteX17" fmla="*/ 209118 w 2923253"/>
              <a:gd name="connsiteY17" fmla="*/ 4129318 h 4129318"/>
              <a:gd name="connsiteX18" fmla="*/ 5114 w 2923253"/>
              <a:gd name="connsiteY18" fmla="*/ 3925314 h 4129318"/>
              <a:gd name="connsiteX19" fmla="*/ 5114 w 2923253"/>
              <a:gd name="connsiteY19" fmla="*/ 3109322 h 4129318"/>
              <a:gd name="connsiteX20" fmla="*/ 5959 w 2923253"/>
              <a:gd name="connsiteY20" fmla="*/ 3100940 h 4129318"/>
              <a:gd name="connsiteX21" fmla="*/ 5959 w 2923253"/>
              <a:gd name="connsiteY21" fmla="*/ 1066955 h 4129318"/>
              <a:gd name="connsiteX22" fmla="*/ 4145 w 2923253"/>
              <a:gd name="connsiteY22" fmla="*/ 1061110 h 4129318"/>
              <a:gd name="connsiteX23" fmla="*/ 0 w 2923253"/>
              <a:gd name="connsiteY23" fmla="*/ 1019996 h 4129318"/>
              <a:gd name="connsiteX24" fmla="*/ 0 w 2923253"/>
              <a:gd name="connsiteY24" fmla="*/ 204004 h 4129318"/>
              <a:gd name="connsiteX25" fmla="*/ 204004 w 2923253"/>
              <a:gd name="connsiteY25" fmla="*/ 0 h 4129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2923253" h="4129318">
                <a:moveTo>
                  <a:pt x="204004" y="0"/>
                </a:moveTo>
                <a:lnTo>
                  <a:pt x="491598" y="0"/>
                </a:lnTo>
                <a:lnTo>
                  <a:pt x="1318997" y="0"/>
                </a:lnTo>
                <a:lnTo>
                  <a:pt x="1599142" y="0"/>
                </a:lnTo>
                <a:lnTo>
                  <a:pt x="2434098" y="0"/>
                </a:lnTo>
                <a:lnTo>
                  <a:pt x="2714135" y="0"/>
                </a:lnTo>
                <a:cubicBezTo>
                  <a:pt x="2826803" y="0"/>
                  <a:pt x="2918139" y="91336"/>
                  <a:pt x="2918139" y="204004"/>
                </a:cubicBezTo>
                <a:lnTo>
                  <a:pt x="2918139" y="469787"/>
                </a:lnTo>
                <a:lnTo>
                  <a:pt x="2919737" y="485639"/>
                </a:lnTo>
                <a:lnTo>
                  <a:pt x="2919737" y="3074444"/>
                </a:lnTo>
                <a:lnTo>
                  <a:pt x="2923253" y="3109322"/>
                </a:lnTo>
                <a:lnTo>
                  <a:pt x="2923253" y="3925314"/>
                </a:lnTo>
                <a:cubicBezTo>
                  <a:pt x="2923253" y="4037982"/>
                  <a:pt x="2831917" y="4129318"/>
                  <a:pt x="2719249" y="4129318"/>
                </a:cubicBezTo>
                <a:lnTo>
                  <a:pt x="2434098" y="4129318"/>
                </a:lnTo>
                <a:lnTo>
                  <a:pt x="1604256" y="4129318"/>
                </a:lnTo>
                <a:lnTo>
                  <a:pt x="1324111" y="4129318"/>
                </a:lnTo>
                <a:lnTo>
                  <a:pt x="491598" y="4129318"/>
                </a:lnTo>
                <a:lnTo>
                  <a:pt x="209118" y="4129318"/>
                </a:lnTo>
                <a:cubicBezTo>
                  <a:pt x="96450" y="4129318"/>
                  <a:pt x="5114" y="4037982"/>
                  <a:pt x="5114" y="3925314"/>
                </a:cubicBezTo>
                <a:lnTo>
                  <a:pt x="5114" y="3109322"/>
                </a:lnTo>
                <a:lnTo>
                  <a:pt x="5959" y="3100940"/>
                </a:lnTo>
                <a:lnTo>
                  <a:pt x="5959" y="1066955"/>
                </a:lnTo>
                <a:lnTo>
                  <a:pt x="4145" y="1061110"/>
                </a:lnTo>
                <a:cubicBezTo>
                  <a:pt x="1427" y="1047829"/>
                  <a:pt x="0" y="1034079"/>
                  <a:pt x="0" y="1019996"/>
                </a:cubicBezTo>
                <a:lnTo>
                  <a:pt x="0" y="204004"/>
                </a:lnTo>
                <a:cubicBezTo>
                  <a:pt x="0" y="91336"/>
                  <a:pt x="91336" y="0"/>
                  <a:pt x="204004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vert="eaVert" wrap="square">
            <a:noAutofit/>
          </a:bodyPr>
          <a:lstStyle>
            <a:lvl1pPr>
              <a:defRPr b="0" i="0">
                <a:solidFill>
                  <a:srgbClr val="010233"/>
                </a:solidFill>
                <a:latin typeface="Lato" panose="020F0502020204030203" pitchFamily="34" charset="77"/>
              </a:defRPr>
            </a:lvl1pPr>
          </a:lstStyle>
          <a:p>
            <a:pPr marL="0" marR="0" lvl="0" indent="0" defTabSz="55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 </a:t>
            </a:r>
          </a:p>
        </p:txBody>
      </p:sp>
      <p:sp>
        <p:nvSpPr>
          <p:cNvPr id="39" name="Vertical Text Placeholder 38">
            <a:extLst>
              <a:ext uri="{FF2B5EF4-FFF2-40B4-BE49-F238E27FC236}">
                <a16:creationId xmlns:a16="http://schemas.microsoft.com/office/drawing/2014/main" id="{7FCEDF9C-039A-1F85-E183-BFB755DF9350}"/>
              </a:ext>
            </a:extLst>
          </p:cNvPr>
          <p:cNvSpPr>
            <a:spLocks noGrp="1"/>
          </p:cNvSpPr>
          <p:nvPr>
            <p:ph type="body" orient="vert" sz="quarter" idx="49" hasCustomPrompt="1"/>
          </p:nvPr>
        </p:nvSpPr>
        <p:spPr>
          <a:xfrm>
            <a:off x="4225571" y="2637503"/>
            <a:ext cx="1772788" cy="2504023"/>
          </a:xfrm>
          <a:custGeom>
            <a:avLst/>
            <a:gdLst>
              <a:gd name="connsiteX0" fmla="*/ 204004 w 2923253"/>
              <a:gd name="connsiteY0" fmla="*/ 0 h 4129318"/>
              <a:gd name="connsiteX1" fmla="*/ 491598 w 2923253"/>
              <a:gd name="connsiteY1" fmla="*/ 0 h 4129318"/>
              <a:gd name="connsiteX2" fmla="*/ 1318997 w 2923253"/>
              <a:gd name="connsiteY2" fmla="*/ 0 h 4129318"/>
              <a:gd name="connsiteX3" fmla="*/ 1599142 w 2923253"/>
              <a:gd name="connsiteY3" fmla="*/ 0 h 4129318"/>
              <a:gd name="connsiteX4" fmla="*/ 2434098 w 2923253"/>
              <a:gd name="connsiteY4" fmla="*/ 0 h 4129318"/>
              <a:gd name="connsiteX5" fmla="*/ 2714135 w 2923253"/>
              <a:gd name="connsiteY5" fmla="*/ 0 h 4129318"/>
              <a:gd name="connsiteX6" fmla="*/ 2918139 w 2923253"/>
              <a:gd name="connsiteY6" fmla="*/ 204004 h 4129318"/>
              <a:gd name="connsiteX7" fmla="*/ 2918139 w 2923253"/>
              <a:gd name="connsiteY7" fmla="*/ 469787 h 4129318"/>
              <a:gd name="connsiteX8" fmla="*/ 2919737 w 2923253"/>
              <a:gd name="connsiteY8" fmla="*/ 485639 h 4129318"/>
              <a:gd name="connsiteX9" fmla="*/ 2919737 w 2923253"/>
              <a:gd name="connsiteY9" fmla="*/ 3074444 h 4129318"/>
              <a:gd name="connsiteX10" fmla="*/ 2923253 w 2923253"/>
              <a:gd name="connsiteY10" fmla="*/ 3109322 h 4129318"/>
              <a:gd name="connsiteX11" fmla="*/ 2923253 w 2923253"/>
              <a:gd name="connsiteY11" fmla="*/ 3925314 h 4129318"/>
              <a:gd name="connsiteX12" fmla="*/ 2719249 w 2923253"/>
              <a:gd name="connsiteY12" fmla="*/ 4129318 h 4129318"/>
              <a:gd name="connsiteX13" fmla="*/ 2434098 w 2923253"/>
              <a:gd name="connsiteY13" fmla="*/ 4129318 h 4129318"/>
              <a:gd name="connsiteX14" fmla="*/ 1604256 w 2923253"/>
              <a:gd name="connsiteY14" fmla="*/ 4129318 h 4129318"/>
              <a:gd name="connsiteX15" fmla="*/ 1324111 w 2923253"/>
              <a:gd name="connsiteY15" fmla="*/ 4129318 h 4129318"/>
              <a:gd name="connsiteX16" fmla="*/ 491598 w 2923253"/>
              <a:gd name="connsiteY16" fmla="*/ 4129318 h 4129318"/>
              <a:gd name="connsiteX17" fmla="*/ 209118 w 2923253"/>
              <a:gd name="connsiteY17" fmla="*/ 4129318 h 4129318"/>
              <a:gd name="connsiteX18" fmla="*/ 5114 w 2923253"/>
              <a:gd name="connsiteY18" fmla="*/ 3925314 h 4129318"/>
              <a:gd name="connsiteX19" fmla="*/ 5114 w 2923253"/>
              <a:gd name="connsiteY19" fmla="*/ 3109322 h 4129318"/>
              <a:gd name="connsiteX20" fmla="*/ 5959 w 2923253"/>
              <a:gd name="connsiteY20" fmla="*/ 3100940 h 4129318"/>
              <a:gd name="connsiteX21" fmla="*/ 5959 w 2923253"/>
              <a:gd name="connsiteY21" fmla="*/ 1066955 h 4129318"/>
              <a:gd name="connsiteX22" fmla="*/ 4145 w 2923253"/>
              <a:gd name="connsiteY22" fmla="*/ 1061110 h 4129318"/>
              <a:gd name="connsiteX23" fmla="*/ 0 w 2923253"/>
              <a:gd name="connsiteY23" fmla="*/ 1019996 h 4129318"/>
              <a:gd name="connsiteX24" fmla="*/ 0 w 2923253"/>
              <a:gd name="connsiteY24" fmla="*/ 204004 h 4129318"/>
              <a:gd name="connsiteX25" fmla="*/ 204004 w 2923253"/>
              <a:gd name="connsiteY25" fmla="*/ 0 h 4129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2923253" h="4129318">
                <a:moveTo>
                  <a:pt x="204004" y="0"/>
                </a:moveTo>
                <a:lnTo>
                  <a:pt x="491598" y="0"/>
                </a:lnTo>
                <a:lnTo>
                  <a:pt x="1318997" y="0"/>
                </a:lnTo>
                <a:lnTo>
                  <a:pt x="1599142" y="0"/>
                </a:lnTo>
                <a:lnTo>
                  <a:pt x="2434098" y="0"/>
                </a:lnTo>
                <a:lnTo>
                  <a:pt x="2714135" y="0"/>
                </a:lnTo>
                <a:cubicBezTo>
                  <a:pt x="2826803" y="0"/>
                  <a:pt x="2918139" y="91336"/>
                  <a:pt x="2918139" y="204004"/>
                </a:cubicBezTo>
                <a:lnTo>
                  <a:pt x="2918139" y="469787"/>
                </a:lnTo>
                <a:lnTo>
                  <a:pt x="2919737" y="485639"/>
                </a:lnTo>
                <a:lnTo>
                  <a:pt x="2919737" y="3074444"/>
                </a:lnTo>
                <a:lnTo>
                  <a:pt x="2923253" y="3109322"/>
                </a:lnTo>
                <a:lnTo>
                  <a:pt x="2923253" y="3925314"/>
                </a:lnTo>
                <a:cubicBezTo>
                  <a:pt x="2923253" y="4037982"/>
                  <a:pt x="2831917" y="4129318"/>
                  <a:pt x="2719249" y="4129318"/>
                </a:cubicBezTo>
                <a:lnTo>
                  <a:pt x="2434098" y="4129318"/>
                </a:lnTo>
                <a:lnTo>
                  <a:pt x="1604256" y="4129318"/>
                </a:lnTo>
                <a:lnTo>
                  <a:pt x="1324111" y="4129318"/>
                </a:lnTo>
                <a:lnTo>
                  <a:pt x="491598" y="4129318"/>
                </a:lnTo>
                <a:lnTo>
                  <a:pt x="209118" y="4129318"/>
                </a:lnTo>
                <a:cubicBezTo>
                  <a:pt x="96450" y="4129318"/>
                  <a:pt x="5114" y="4037982"/>
                  <a:pt x="5114" y="3925314"/>
                </a:cubicBezTo>
                <a:lnTo>
                  <a:pt x="5114" y="3109322"/>
                </a:lnTo>
                <a:lnTo>
                  <a:pt x="5959" y="3100940"/>
                </a:lnTo>
                <a:lnTo>
                  <a:pt x="5959" y="1066955"/>
                </a:lnTo>
                <a:lnTo>
                  <a:pt x="4145" y="1061110"/>
                </a:lnTo>
                <a:cubicBezTo>
                  <a:pt x="1427" y="1047829"/>
                  <a:pt x="0" y="1034079"/>
                  <a:pt x="0" y="1019996"/>
                </a:cubicBezTo>
                <a:lnTo>
                  <a:pt x="0" y="204004"/>
                </a:lnTo>
                <a:cubicBezTo>
                  <a:pt x="0" y="91336"/>
                  <a:pt x="91336" y="0"/>
                  <a:pt x="204004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vert="eaVert" wrap="square">
            <a:noAutofit/>
          </a:bodyPr>
          <a:lstStyle>
            <a:lvl1pPr>
              <a:defRPr b="0" i="0">
                <a:solidFill>
                  <a:srgbClr val="010233"/>
                </a:solidFill>
                <a:latin typeface="Lato" panose="020F0502020204030203" pitchFamily="34" charset="77"/>
              </a:defRPr>
            </a:lvl1pPr>
          </a:lstStyle>
          <a:p>
            <a:pPr marL="0" marR="0" lvl="0" indent="0" defTabSz="55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 </a:t>
            </a:r>
          </a:p>
        </p:txBody>
      </p:sp>
      <p:sp>
        <p:nvSpPr>
          <p:cNvPr id="40" name="Vertical Text Placeholder 39">
            <a:extLst>
              <a:ext uri="{FF2B5EF4-FFF2-40B4-BE49-F238E27FC236}">
                <a16:creationId xmlns:a16="http://schemas.microsoft.com/office/drawing/2014/main" id="{B0119575-0220-D527-D324-813D8CED73E3}"/>
              </a:ext>
            </a:extLst>
          </p:cNvPr>
          <p:cNvSpPr>
            <a:spLocks noGrp="1"/>
          </p:cNvSpPr>
          <p:nvPr>
            <p:ph type="body" orient="vert" sz="quarter" idx="50" hasCustomPrompt="1"/>
          </p:nvPr>
        </p:nvSpPr>
        <p:spPr>
          <a:xfrm>
            <a:off x="6173762" y="2637503"/>
            <a:ext cx="1772788" cy="2504023"/>
          </a:xfrm>
          <a:custGeom>
            <a:avLst/>
            <a:gdLst>
              <a:gd name="connsiteX0" fmla="*/ 204004 w 2923253"/>
              <a:gd name="connsiteY0" fmla="*/ 0 h 4129318"/>
              <a:gd name="connsiteX1" fmla="*/ 491598 w 2923253"/>
              <a:gd name="connsiteY1" fmla="*/ 0 h 4129318"/>
              <a:gd name="connsiteX2" fmla="*/ 1318997 w 2923253"/>
              <a:gd name="connsiteY2" fmla="*/ 0 h 4129318"/>
              <a:gd name="connsiteX3" fmla="*/ 1599142 w 2923253"/>
              <a:gd name="connsiteY3" fmla="*/ 0 h 4129318"/>
              <a:gd name="connsiteX4" fmla="*/ 2434098 w 2923253"/>
              <a:gd name="connsiteY4" fmla="*/ 0 h 4129318"/>
              <a:gd name="connsiteX5" fmla="*/ 2714135 w 2923253"/>
              <a:gd name="connsiteY5" fmla="*/ 0 h 4129318"/>
              <a:gd name="connsiteX6" fmla="*/ 2918139 w 2923253"/>
              <a:gd name="connsiteY6" fmla="*/ 204004 h 4129318"/>
              <a:gd name="connsiteX7" fmla="*/ 2918139 w 2923253"/>
              <a:gd name="connsiteY7" fmla="*/ 469787 h 4129318"/>
              <a:gd name="connsiteX8" fmla="*/ 2919737 w 2923253"/>
              <a:gd name="connsiteY8" fmla="*/ 485639 h 4129318"/>
              <a:gd name="connsiteX9" fmla="*/ 2919737 w 2923253"/>
              <a:gd name="connsiteY9" fmla="*/ 3074444 h 4129318"/>
              <a:gd name="connsiteX10" fmla="*/ 2923253 w 2923253"/>
              <a:gd name="connsiteY10" fmla="*/ 3109322 h 4129318"/>
              <a:gd name="connsiteX11" fmla="*/ 2923253 w 2923253"/>
              <a:gd name="connsiteY11" fmla="*/ 3925314 h 4129318"/>
              <a:gd name="connsiteX12" fmla="*/ 2719249 w 2923253"/>
              <a:gd name="connsiteY12" fmla="*/ 4129318 h 4129318"/>
              <a:gd name="connsiteX13" fmla="*/ 2434098 w 2923253"/>
              <a:gd name="connsiteY13" fmla="*/ 4129318 h 4129318"/>
              <a:gd name="connsiteX14" fmla="*/ 1604256 w 2923253"/>
              <a:gd name="connsiteY14" fmla="*/ 4129318 h 4129318"/>
              <a:gd name="connsiteX15" fmla="*/ 1324111 w 2923253"/>
              <a:gd name="connsiteY15" fmla="*/ 4129318 h 4129318"/>
              <a:gd name="connsiteX16" fmla="*/ 491598 w 2923253"/>
              <a:gd name="connsiteY16" fmla="*/ 4129318 h 4129318"/>
              <a:gd name="connsiteX17" fmla="*/ 209118 w 2923253"/>
              <a:gd name="connsiteY17" fmla="*/ 4129318 h 4129318"/>
              <a:gd name="connsiteX18" fmla="*/ 5114 w 2923253"/>
              <a:gd name="connsiteY18" fmla="*/ 3925314 h 4129318"/>
              <a:gd name="connsiteX19" fmla="*/ 5114 w 2923253"/>
              <a:gd name="connsiteY19" fmla="*/ 3109322 h 4129318"/>
              <a:gd name="connsiteX20" fmla="*/ 5959 w 2923253"/>
              <a:gd name="connsiteY20" fmla="*/ 3100940 h 4129318"/>
              <a:gd name="connsiteX21" fmla="*/ 5959 w 2923253"/>
              <a:gd name="connsiteY21" fmla="*/ 1066955 h 4129318"/>
              <a:gd name="connsiteX22" fmla="*/ 4145 w 2923253"/>
              <a:gd name="connsiteY22" fmla="*/ 1061110 h 4129318"/>
              <a:gd name="connsiteX23" fmla="*/ 0 w 2923253"/>
              <a:gd name="connsiteY23" fmla="*/ 1019996 h 4129318"/>
              <a:gd name="connsiteX24" fmla="*/ 0 w 2923253"/>
              <a:gd name="connsiteY24" fmla="*/ 204004 h 4129318"/>
              <a:gd name="connsiteX25" fmla="*/ 204004 w 2923253"/>
              <a:gd name="connsiteY25" fmla="*/ 0 h 4129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2923253" h="4129318">
                <a:moveTo>
                  <a:pt x="204004" y="0"/>
                </a:moveTo>
                <a:lnTo>
                  <a:pt x="491598" y="0"/>
                </a:lnTo>
                <a:lnTo>
                  <a:pt x="1318997" y="0"/>
                </a:lnTo>
                <a:lnTo>
                  <a:pt x="1599142" y="0"/>
                </a:lnTo>
                <a:lnTo>
                  <a:pt x="2434098" y="0"/>
                </a:lnTo>
                <a:lnTo>
                  <a:pt x="2714135" y="0"/>
                </a:lnTo>
                <a:cubicBezTo>
                  <a:pt x="2826803" y="0"/>
                  <a:pt x="2918139" y="91336"/>
                  <a:pt x="2918139" y="204004"/>
                </a:cubicBezTo>
                <a:lnTo>
                  <a:pt x="2918139" y="469787"/>
                </a:lnTo>
                <a:lnTo>
                  <a:pt x="2919737" y="485639"/>
                </a:lnTo>
                <a:lnTo>
                  <a:pt x="2919737" y="3074444"/>
                </a:lnTo>
                <a:lnTo>
                  <a:pt x="2923253" y="3109322"/>
                </a:lnTo>
                <a:lnTo>
                  <a:pt x="2923253" y="3925314"/>
                </a:lnTo>
                <a:cubicBezTo>
                  <a:pt x="2923253" y="4037982"/>
                  <a:pt x="2831917" y="4129318"/>
                  <a:pt x="2719249" y="4129318"/>
                </a:cubicBezTo>
                <a:lnTo>
                  <a:pt x="2434098" y="4129318"/>
                </a:lnTo>
                <a:lnTo>
                  <a:pt x="1604256" y="4129318"/>
                </a:lnTo>
                <a:lnTo>
                  <a:pt x="1324111" y="4129318"/>
                </a:lnTo>
                <a:lnTo>
                  <a:pt x="491598" y="4129318"/>
                </a:lnTo>
                <a:lnTo>
                  <a:pt x="209118" y="4129318"/>
                </a:lnTo>
                <a:cubicBezTo>
                  <a:pt x="96450" y="4129318"/>
                  <a:pt x="5114" y="4037982"/>
                  <a:pt x="5114" y="3925314"/>
                </a:cubicBezTo>
                <a:lnTo>
                  <a:pt x="5114" y="3109322"/>
                </a:lnTo>
                <a:lnTo>
                  <a:pt x="5959" y="3100940"/>
                </a:lnTo>
                <a:lnTo>
                  <a:pt x="5959" y="1066955"/>
                </a:lnTo>
                <a:lnTo>
                  <a:pt x="4145" y="1061110"/>
                </a:lnTo>
                <a:cubicBezTo>
                  <a:pt x="1427" y="1047829"/>
                  <a:pt x="0" y="1034079"/>
                  <a:pt x="0" y="1019996"/>
                </a:cubicBezTo>
                <a:lnTo>
                  <a:pt x="0" y="204004"/>
                </a:lnTo>
                <a:cubicBezTo>
                  <a:pt x="0" y="91336"/>
                  <a:pt x="91336" y="0"/>
                  <a:pt x="204004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vert="eaVert" wrap="square">
            <a:noAutofit/>
          </a:bodyPr>
          <a:lstStyle>
            <a:lvl1pPr>
              <a:defRPr b="0" i="0">
                <a:solidFill>
                  <a:srgbClr val="010233"/>
                </a:solidFill>
                <a:latin typeface="Lato" panose="020F0502020204030203" pitchFamily="34" charset="77"/>
              </a:defRPr>
            </a:lvl1pPr>
          </a:lstStyle>
          <a:p>
            <a:pPr marL="0" marR="0" lvl="0" indent="0" defTabSz="55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 </a:t>
            </a:r>
          </a:p>
        </p:txBody>
      </p:sp>
      <p:sp>
        <p:nvSpPr>
          <p:cNvPr id="41" name="Vertical Text Placeholder 40">
            <a:extLst>
              <a:ext uri="{FF2B5EF4-FFF2-40B4-BE49-F238E27FC236}">
                <a16:creationId xmlns:a16="http://schemas.microsoft.com/office/drawing/2014/main" id="{E48F41E8-07A9-EA72-55ED-FB8CCA433D6C}"/>
              </a:ext>
            </a:extLst>
          </p:cNvPr>
          <p:cNvSpPr>
            <a:spLocks noGrp="1"/>
          </p:cNvSpPr>
          <p:nvPr>
            <p:ph type="body" orient="vert" sz="quarter" idx="51" hasCustomPrompt="1"/>
          </p:nvPr>
        </p:nvSpPr>
        <p:spPr>
          <a:xfrm>
            <a:off x="8121954" y="2637503"/>
            <a:ext cx="1772788" cy="2504023"/>
          </a:xfrm>
          <a:custGeom>
            <a:avLst/>
            <a:gdLst>
              <a:gd name="connsiteX0" fmla="*/ 204004 w 2923253"/>
              <a:gd name="connsiteY0" fmla="*/ 0 h 4129318"/>
              <a:gd name="connsiteX1" fmla="*/ 491598 w 2923253"/>
              <a:gd name="connsiteY1" fmla="*/ 0 h 4129318"/>
              <a:gd name="connsiteX2" fmla="*/ 1318997 w 2923253"/>
              <a:gd name="connsiteY2" fmla="*/ 0 h 4129318"/>
              <a:gd name="connsiteX3" fmla="*/ 1599142 w 2923253"/>
              <a:gd name="connsiteY3" fmla="*/ 0 h 4129318"/>
              <a:gd name="connsiteX4" fmla="*/ 2434098 w 2923253"/>
              <a:gd name="connsiteY4" fmla="*/ 0 h 4129318"/>
              <a:gd name="connsiteX5" fmla="*/ 2714135 w 2923253"/>
              <a:gd name="connsiteY5" fmla="*/ 0 h 4129318"/>
              <a:gd name="connsiteX6" fmla="*/ 2918139 w 2923253"/>
              <a:gd name="connsiteY6" fmla="*/ 204004 h 4129318"/>
              <a:gd name="connsiteX7" fmla="*/ 2918139 w 2923253"/>
              <a:gd name="connsiteY7" fmla="*/ 469787 h 4129318"/>
              <a:gd name="connsiteX8" fmla="*/ 2919737 w 2923253"/>
              <a:gd name="connsiteY8" fmla="*/ 485639 h 4129318"/>
              <a:gd name="connsiteX9" fmla="*/ 2919737 w 2923253"/>
              <a:gd name="connsiteY9" fmla="*/ 3074444 h 4129318"/>
              <a:gd name="connsiteX10" fmla="*/ 2923253 w 2923253"/>
              <a:gd name="connsiteY10" fmla="*/ 3109322 h 4129318"/>
              <a:gd name="connsiteX11" fmla="*/ 2923253 w 2923253"/>
              <a:gd name="connsiteY11" fmla="*/ 3925314 h 4129318"/>
              <a:gd name="connsiteX12" fmla="*/ 2719249 w 2923253"/>
              <a:gd name="connsiteY12" fmla="*/ 4129318 h 4129318"/>
              <a:gd name="connsiteX13" fmla="*/ 2434098 w 2923253"/>
              <a:gd name="connsiteY13" fmla="*/ 4129318 h 4129318"/>
              <a:gd name="connsiteX14" fmla="*/ 1604256 w 2923253"/>
              <a:gd name="connsiteY14" fmla="*/ 4129318 h 4129318"/>
              <a:gd name="connsiteX15" fmla="*/ 1324111 w 2923253"/>
              <a:gd name="connsiteY15" fmla="*/ 4129318 h 4129318"/>
              <a:gd name="connsiteX16" fmla="*/ 491598 w 2923253"/>
              <a:gd name="connsiteY16" fmla="*/ 4129318 h 4129318"/>
              <a:gd name="connsiteX17" fmla="*/ 209118 w 2923253"/>
              <a:gd name="connsiteY17" fmla="*/ 4129318 h 4129318"/>
              <a:gd name="connsiteX18" fmla="*/ 5114 w 2923253"/>
              <a:gd name="connsiteY18" fmla="*/ 3925314 h 4129318"/>
              <a:gd name="connsiteX19" fmla="*/ 5114 w 2923253"/>
              <a:gd name="connsiteY19" fmla="*/ 3109322 h 4129318"/>
              <a:gd name="connsiteX20" fmla="*/ 5959 w 2923253"/>
              <a:gd name="connsiteY20" fmla="*/ 3100940 h 4129318"/>
              <a:gd name="connsiteX21" fmla="*/ 5959 w 2923253"/>
              <a:gd name="connsiteY21" fmla="*/ 1066955 h 4129318"/>
              <a:gd name="connsiteX22" fmla="*/ 4145 w 2923253"/>
              <a:gd name="connsiteY22" fmla="*/ 1061110 h 4129318"/>
              <a:gd name="connsiteX23" fmla="*/ 0 w 2923253"/>
              <a:gd name="connsiteY23" fmla="*/ 1019996 h 4129318"/>
              <a:gd name="connsiteX24" fmla="*/ 0 w 2923253"/>
              <a:gd name="connsiteY24" fmla="*/ 204004 h 4129318"/>
              <a:gd name="connsiteX25" fmla="*/ 204004 w 2923253"/>
              <a:gd name="connsiteY25" fmla="*/ 0 h 4129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2923253" h="4129318">
                <a:moveTo>
                  <a:pt x="204004" y="0"/>
                </a:moveTo>
                <a:lnTo>
                  <a:pt x="491598" y="0"/>
                </a:lnTo>
                <a:lnTo>
                  <a:pt x="1318997" y="0"/>
                </a:lnTo>
                <a:lnTo>
                  <a:pt x="1599142" y="0"/>
                </a:lnTo>
                <a:lnTo>
                  <a:pt x="2434098" y="0"/>
                </a:lnTo>
                <a:lnTo>
                  <a:pt x="2714135" y="0"/>
                </a:lnTo>
                <a:cubicBezTo>
                  <a:pt x="2826803" y="0"/>
                  <a:pt x="2918139" y="91336"/>
                  <a:pt x="2918139" y="204004"/>
                </a:cubicBezTo>
                <a:lnTo>
                  <a:pt x="2918139" y="469787"/>
                </a:lnTo>
                <a:lnTo>
                  <a:pt x="2919737" y="485639"/>
                </a:lnTo>
                <a:lnTo>
                  <a:pt x="2919737" y="3074444"/>
                </a:lnTo>
                <a:lnTo>
                  <a:pt x="2923253" y="3109322"/>
                </a:lnTo>
                <a:lnTo>
                  <a:pt x="2923253" y="3925314"/>
                </a:lnTo>
                <a:cubicBezTo>
                  <a:pt x="2923253" y="4037982"/>
                  <a:pt x="2831917" y="4129318"/>
                  <a:pt x="2719249" y="4129318"/>
                </a:cubicBezTo>
                <a:lnTo>
                  <a:pt x="2434098" y="4129318"/>
                </a:lnTo>
                <a:lnTo>
                  <a:pt x="1604256" y="4129318"/>
                </a:lnTo>
                <a:lnTo>
                  <a:pt x="1324111" y="4129318"/>
                </a:lnTo>
                <a:lnTo>
                  <a:pt x="491598" y="4129318"/>
                </a:lnTo>
                <a:lnTo>
                  <a:pt x="209118" y="4129318"/>
                </a:lnTo>
                <a:cubicBezTo>
                  <a:pt x="96450" y="4129318"/>
                  <a:pt x="5114" y="4037982"/>
                  <a:pt x="5114" y="3925314"/>
                </a:cubicBezTo>
                <a:lnTo>
                  <a:pt x="5114" y="3109322"/>
                </a:lnTo>
                <a:lnTo>
                  <a:pt x="5959" y="3100940"/>
                </a:lnTo>
                <a:lnTo>
                  <a:pt x="5959" y="1066955"/>
                </a:lnTo>
                <a:lnTo>
                  <a:pt x="4145" y="1061110"/>
                </a:lnTo>
                <a:cubicBezTo>
                  <a:pt x="1427" y="1047829"/>
                  <a:pt x="0" y="1034079"/>
                  <a:pt x="0" y="1019996"/>
                </a:cubicBezTo>
                <a:lnTo>
                  <a:pt x="0" y="204004"/>
                </a:lnTo>
                <a:cubicBezTo>
                  <a:pt x="0" y="91336"/>
                  <a:pt x="91336" y="0"/>
                  <a:pt x="204004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vert="eaVert" wrap="square">
            <a:noAutofit/>
          </a:bodyPr>
          <a:lstStyle>
            <a:lvl1pPr>
              <a:defRPr b="0" i="0">
                <a:solidFill>
                  <a:srgbClr val="010233"/>
                </a:solidFill>
                <a:latin typeface="Lato" panose="020F0502020204030203" pitchFamily="34" charset="77"/>
              </a:defRPr>
            </a:lvl1pPr>
          </a:lstStyle>
          <a:p>
            <a:pPr marL="0" marR="0" lvl="0" indent="0" defTabSz="55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 </a:t>
            </a:r>
          </a:p>
        </p:txBody>
      </p:sp>
      <p:sp>
        <p:nvSpPr>
          <p:cNvPr id="42" name="Vertical Text Placeholder 41">
            <a:extLst>
              <a:ext uri="{FF2B5EF4-FFF2-40B4-BE49-F238E27FC236}">
                <a16:creationId xmlns:a16="http://schemas.microsoft.com/office/drawing/2014/main" id="{45F7E323-A95F-E9F3-8B3E-504E710F89B2}"/>
              </a:ext>
            </a:extLst>
          </p:cNvPr>
          <p:cNvSpPr>
            <a:spLocks noGrp="1"/>
          </p:cNvSpPr>
          <p:nvPr>
            <p:ph type="body" orient="vert" sz="quarter" idx="52" hasCustomPrompt="1"/>
          </p:nvPr>
        </p:nvSpPr>
        <p:spPr>
          <a:xfrm>
            <a:off x="10070146" y="2637503"/>
            <a:ext cx="1772788" cy="2504023"/>
          </a:xfrm>
          <a:custGeom>
            <a:avLst/>
            <a:gdLst>
              <a:gd name="connsiteX0" fmla="*/ 204004 w 2923253"/>
              <a:gd name="connsiteY0" fmla="*/ 0 h 4129318"/>
              <a:gd name="connsiteX1" fmla="*/ 491598 w 2923253"/>
              <a:gd name="connsiteY1" fmla="*/ 0 h 4129318"/>
              <a:gd name="connsiteX2" fmla="*/ 1318997 w 2923253"/>
              <a:gd name="connsiteY2" fmla="*/ 0 h 4129318"/>
              <a:gd name="connsiteX3" fmla="*/ 1599142 w 2923253"/>
              <a:gd name="connsiteY3" fmla="*/ 0 h 4129318"/>
              <a:gd name="connsiteX4" fmla="*/ 2434098 w 2923253"/>
              <a:gd name="connsiteY4" fmla="*/ 0 h 4129318"/>
              <a:gd name="connsiteX5" fmla="*/ 2714135 w 2923253"/>
              <a:gd name="connsiteY5" fmla="*/ 0 h 4129318"/>
              <a:gd name="connsiteX6" fmla="*/ 2918139 w 2923253"/>
              <a:gd name="connsiteY6" fmla="*/ 204004 h 4129318"/>
              <a:gd name="connsiteX7" fmla="*/ 2918139 w 2923253"/>
              <a:gd name="connsiteY7" fmla="*/ 469787 h 4129318"/>
              <a:gd name="connsiteX8" fmla="*/ 2919737 w 2923253"/>
              <a:gd name="connsiteY8" fmla="*/ 485639 h 4129318"/>
              <a:gd name="connsiteX9" fmla="*/ 2919737 w 2923253"/>
              <a:gd name="connsiteY9" fmla="*/ 3074444 h 4129318"/>
              <a:gd name="connsiteX10" fmla="*/ 2923253 w 2923253"/>
              <a:gd name="connsiteY10" fmla="*/ 3109322 h 4129318"/>
              <a:gd name="connsiteX11" fmla="*/ 2923253 w 2923253"/>
              <a:gd name="connsiteY11" fmla="*/ 3925314 h 4129318"/>
              <a:gd name="connsiteX12" fmla="*/ 2719249 w 2923253"/>
              <a:gd name="connsiteY12" fmla="*/ 4129318 h 4129318"/>
              <a:gd name="connsiteX13" fmla="*/ 2434098 w 2923253"/>
              <a:gd name="connsiteY13" fmla="*/ 4129318 h 4129318"/>
              <a:gd name="connsiteX14" fmla="*/ 1604256 w 2923253"/>
              <a:gd name="connsiteY14" fmla="*/ 4129318 h 4129318"/>
              <a:gd name="connsiteX15" fmla="*/ 1324111 w 2923253"/>
              <a:gd name="connsiteY15" fmla="*/ 4129318 h 4129318"/>
              <a:gd name="connsiteX16" fmla="*/ 491598 w 2923253"/>
              <a:gd name="connsiteY16" fmla="*/ 4129318 h 4129318"/>
              <a:gd name="connsiteX17" fmla="*/ 209118 w 2923253"/>
              <a:gd name="connsiteY17" fmla="*/ 4129318 h 4129318"/>
              <a:gd name="connsiteX18" fmla="*/ 5114 w 2923253"/>
              <a:gd name="connsiteY18" fmla="*/ 3925314 h 4129318"/>
              <a:gd name="connsiteX19" fmla="*/ 5114 w 2923253"/>
              <a:gd name="connsiteY19" fmla="*/ 3109322 h 4129318"/>
              <a:gd name="connsiteX20" fmla="*/ 5959 w 2923253"/>
              <a:gd name="connsiteY20" fmla="*/ 3100940 h 4129318"/>
              <a:gd name="connsiteX21" fmla="*/ 5959 w 2923253"/>
              <a:gd name="connsiteY21" fmla="*/ 1066955 h 4129318"/>
              <a:gd name="connsiteX22" fmla="*/ 4145 w 2923253"/>
              <a:gd name="connsiteY22" fmla="*/ 1061110 h 4129318"/>
              <a:gd name="connsiteX23" fmla="*/ 0 w 2923253"/>
              <a:gd name="connsiteY23" fmla="*/ 1019996 h 4129318"/>
              <a:gd name="connsiteX24" fmla="*/ 0 w 2923253"/>
              <a:gd name="connsiteY24" fmla="*/ 204004 h 4129318"/>
              <a:gd name="connsiteX25" fmla="*/ 204004 w 2923253"/>
              <a:gd name="connsiteY25" fmla="*/ 0 h 4129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2923253" h="4129318">
                <a:moveTo>
                  <a:pt x="204004" y="0"/>
                </a:moveTo>
                <a:lnTo>
                  <a:pt x="491598" y="0"/>
                </a:lnTo>
                <a:lnTo>
                  <a:pt x="1318997" y="0"/>
                </a:lnTo>
                <a:lnTo>
                  <a:pt x="1599142" y="0"/>
                </a:lnTo>
                <a:lnTo>
                  <a:pt x="2434098" y="0"/>
                </a:lnTo>
                <a:lnTo>
                  <a:pt x="2714135" y="0"/>
                </a:lnTo>
                <a:cubicBezTo>
                  <a:pt x="2826803" y="0"/>
                  <a:pt x="2918139" y="91336"/>
                  <a:pt x="2918139" y="204004"/>
                </a:cubicBezTo>
                <a:lnTo>
                  <a:pt x="2918139" y="469787"/>
                </a:lnTo>
                <a:lnTo>
                  <a:pt x="2919737" y="485639"/>
                </a:lnTo>
                <a:lnTo>
                  <a:pt x="2919737" y="3074444"/>
                </a:lnTo>
                <a:lnTo>
                  <a:pt x="2923253" y="3109322"/>
                </a:lnTo>
                <a:lnTo>
                  <a:pt x="2923253" y="3925314"/>
                </a:lnTo>
                <a:cubicBezTo>
                  <a:pt x="2923253" y="4037982"/>
                  <a:pt x="2831917" y="4129318"/>
                  <a:pt x="2719249" y="4129318"/>
                </a:cubicBezTo>
                <a:lnTo>
                  <a:pt x="2434098" y="4129318"/>
                </a:lnTo>
                <a:lnTo>
                  <a:pt x="1604256" y="4129318"/>
                </a:lnTo>
                <a:lnTo>
                  <a:pt x="1324111" y="4129318"/>
                </a:lnTo>
                <a:lnTo>
                  <a:pt x="491598" y="4129318"/>
                </a:lnTo>
                <a:lnTo>
                  <a:pt x="209118" y="4129318"/>
                </a:lnTo>
                <a:cubicBezTo>
                  <a:pt x="96450" y="4129318"/>
                  <a:pt x="5114" y="4037982"/>
                  <a:pt x="5114" y="3925314"/>
                </a:cubicBezTo>
                <a:lnTo>
                  <a:pt x="5114" y="3109322"/>
                </a:lnTo>
                <a:lnTo>
                  <a:pt x="5959" y="3100940"/>
                </a:lnTo>
                <a:lnTo>
                  <a:pt x="5959" y="1066955"/>
                </a:lnTo>
                <a:lnTo>
                  <a:pt x="4145" y="1061110"/>
                </a:lnTo>
                <a:cubicBezTo>
                  <a:pt x="1427" y="1047829"/>
                  <a:pt x="0" y="1034079"/>
                  <a:pt x="0" y="1019996"/>
                </a:cubicBezTo>
                <a:lnTo>
                  <a:pt x="0" y="204004"/>
                </a:lnTo>
                <a:cubicBezTo>
                  <a:pt x="0" y="91336"/>
                  <a:pt x="91336" y="0"/>
                  <a:pt x="204004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vert="eaVert" wrap="square">
            <a:noAutofit/>
          </a:bodyPr>
          <a:lstStyle>
            <a:lvl1pPr>
              <a:defRPr b="0" i="0">
                <a:solidFill>
                  <a:srgbClr val="010233"/>
                </a:solidFill>
                <a:latin typeface="Lato" panose="020F0502020204030203" pitchFamily="34" charset="77"/>
              </a:defRPr>
            </a:lvl1pPr>
          </a:lstStyle>
          <a:p>
            <a:pPr marL="0" marR="0" lvl="0" indent="0" defTabSz="55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 </a:t>
            </a:r>
          </a:p>
        </p:txBody>
      </p:sp>
      <p:sp>
        <p:nvSpPr>
          <p:cNvPr id="22" name="Picture Placeholder 23">
            <a:extLst>
              <a:ext uri="{FF2B5EF4-FFF2-40B4-BE49-F238E27FC236}">
                <a16:creationId xmlns:a16="http://schemas.microsoft.com/office/drawing/2014/main" id="{85C264EE-8558-BEBF-4E93-CA10DE81F02C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2769723" y="2970637"/>
            <a:ext cx="788136" cy="742177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1200" b="0" i="0">
                <a:latin typeface="Lato" panose="020F0502020204030203" pitchFamily="34" charset="77"/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F54E6052-D21B-AA91-ABDA-CB4871BF65B3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4717896" y="2990093"/>
            <a:ext cx="788136" cy="742177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1200" b="0" i="0">
                <a:latin typeface="Lato" panose="020F0502020204030203" pitchFamily="34" charset="77"/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26" name="Picture Placeholder 23">
            <a:extLst>
              <a:ext uri="{FF2B5EF4-FFF2-40B4-BE49-F238E27FC236}">
                <a16:creationId xmlns:a16="http://schemas.microsoft.com/office/drawing/2014/main" id="{52C4E79A-9580-2569-917A-D579CB555B3B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6666088" y="2970637"/>
            <a:ext cx="788136" cy="742177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1200" b="0" i="0">
                <a:latin typeface="Lato" panose="020F0502020204030203" pitchFamily="34" charset="77"/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28" name="Picture Placeholder 23">
            <a:extLst>
              <a:ext uri="{FF2B5EF4-FFF2-40B4-BE49-F238E27FC236}">
                <a16:creationId xmlns:a16="http://schemas.microsoft.com/office/drawing/2014/main" id="{2E2831E3-2F20-FA6C-53E0-182FC3FB24DE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8612128" y="2990093"/>
            <a:ext cx="788136" cy="742177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1200" b="0" i="0">
                <a:latin typeface="Lato" panose="020F0502020204030203" pitchFamily="34" charset="77"/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30" name="Picture Placeholder 23">
            <a:extLst>
              <a:ext uri="{FF2B5EF4-FFF2-40B4-BE49-F238E27FC236}">
                <a16:creationId xmlns:a16="http://schemas.microsoft.com/office/drawing/2014/main" id="{452A6B2C-36E7-9FFB-5EEE-8E73338B5457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10559599" y="2970637"/>
            <a:ext cx="788136" cy="742177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1200" b="0" i="0">
                <a:latin typeface="Lato" panose="020F0502020204030203" pitchFamily="34" charset="77"/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36" name="Picture Placeholder 23">
            <a:extLst>
              <a:ext uri="{FF2B5EF4-FFF2-40B4-BE49-F238E27FC236}">
                <a16:creationId xmlns:a16="http://schemas.microsoft.com/office/drawing/2014/main" id="{D9989648-C715-8820-F06F-932CAAAD61B3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821512" y="2970637"/>
            <a:ext cx="788136" cy="742177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1200" b="0" i="0">
                <a:latin typeface="Lato" panose="020F0502020204030203" pitchFamily="34" charset="77"/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BA697B1D-181E-79E5-0E52-F66708EF15F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3029" y="3886600"/>
            <a:ext cx="1285105" cy="1215163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ctr">
              <a:lnSpc>
                <a:spcPct val="100000"/>
              </a:lnSpc>
              <a:spcBef>
                <a:spcPts val="121"/>
              </a:spcBef>
              <a:spcAft>
                <a:spcPts val="909"/>
              </a:spcAft>
              <a:buClr>
                <a:schemeClr val="accent6"/>
              </a:buClr>
              <a:defRPr sz="1600" b="0" i="0">
                <a:solidFill>
                  <a:schemeClr val="tx1"/>
                </a:solidFill>
                <a:latin typeface="Lato" panose="020F0502020204030203" pitchFamily="34" charset="77"/>
                <a:cs typeface="Calibri Light" panose="020F0302020204030204" pitchFamily="34" charset="0"/>
              </a:defRPr>
            </a:lvl1pPr>
            <a:lvl2pPr marL="174638" indent="-174638">
              <a:lnSpc>
                <a:spcPct val="100000"/>
              </a:lnSpc>
              <a:spcBef>
                <a:spcPts val="121"/>
              </a:spcBef>
              <a:spcAft>
                <a:spcPts val="607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•"/>
              <a:defRPr sz="1213" b="0" i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349278" indent="-152810">
              <a:lnSpc>
                <a:spcPct val="100000"/>
              </a:lnSpc>
              <a:spcBef>
                <a:spcPts val="121"/>
              </a:spcBef>
              <a:spcAft>
                <a:spcPts val="303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 sz="1213" b="0" i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085" indent="-228584">
              <a:lnSpc>
                <a:spcPct val="130000"/>
              </a:lnSpc>
              <a:buClr>
                <a:schemeClr val="accent6"/>
              </a:buClr>
              <a:buFont typeface="System Font Regular"/>
              <a:buChar char="-"/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30000"/>
              </a:lnSpc>
              <a:buClr>
                <a:schemeClr val="accent6"/>
              </a:buClr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/>
              <a:t>Lorem ipsum </a:t>
            </a:r>
            <a:br>
              <a:rPr lang="en-US"/>
            </a:br>
            <a:r>
              <a:rPr lang="en-US"/>
              <a:t>dolor sit </a:t>
            </a:r>
            <a:r>
              <a:rPr lang="en-US" err="1"/>
              <a:t>amet</a:t>
            </a:r>
            <a:r>
              <a:rPr lang="en-US"/>
              <a:t> </a:t>
            </a:r>
            <a:br>
              <a:rPr lang="en-US"/>
            </a:br>
            <a:r>
              <a:rPr lang="en-US"/>
              <a:t>ad minim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0B11B24F-9C01-ECA3-DE0B-6C347C5D057D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2521220" y="3893333"/>
            <a:ext cx="1285105" cy="1215163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ctr">
              <a:lnSpc>
                <a:spcPct val="100000"/>
              </a:lnSpc>
              <a:spcBef>
                <a:spcPts val="121"/>
              </a:spcBef>
              <a:spcAft>
                <a:spcPts val="909"/>
              </a:spcAft>
              <a:buClr>
                <a:schemeClr val="accent6"/>
              </a:buClr>
              <a:defRPr sz="1600" b="0" i="0">
                <a:solidFill>
                  <a:schemeClr val="tx1"/>
                </a:solidFill>
                <a:latin typeface="Lato" panose="020F0502020204030203" pitchFamily="34" charset="77"/>
                <a:cs typeface="Calibri Light" panose="020F0302020204030204" pitchFamily="34" charset="0"/>
              </a:defRPr>
            </a:lvl1pPr>
            <a:lvl2pPr marL="174638" indent="-174638">
              <a:lnSpc>
                <a:spcPct val="100000"/>
              </a:lnSpc>
              <a:spcBef>
                <a:spcPts val="121"/>
              </a:spcBef>
              <a:spcAft>
                <a:spcPts val="607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•"/>
              <a:defRPr sz="1213" b="0" i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349278" indent="-152810">
              <a:lnSpc>
                <a:spcPct val="100000"/>
              </a:lnSpc>
              <a:spcBef>
                <a:spcPts val="121"/>
              </a:spcBef>
              <a:spcAft>
                <a:spcPts val="303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 sz="1213" b="0" i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085" indent="-228584">
              <a:lnSpc>
                <a:spcPct val="130000"/>
              </a:lnSpc>
              <a:buClr>
                <a:schemeClr val="accent6"/>
              </a:buClr>
              <a:buFont typeface="System Font Regular"/>
              <a:buChar char="-"/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30000"/>
              </a:lnSpc>
              <a:buClr>
                <a:schemeClr val="accent6"/>
              </a:buClr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/>
              <a:t>Lorem ipsum </a:t>
            </a:r>
            <a:br>
              <a:rPr lang="en-US"/>
            </a:br>
            <a:r>
              <a:rPr lang="en-US"/>
              <a:t>dolor sit </a:t>
            </a:r>
            <a:r>
              <a:rPr lang="en-US" err="1"/>
              <a:t>amet</a:t>
            </a:r>
            <a:r>
              <a:rPr lang="en-US"/>
              <a:t> </a:t>
            </a:r>
            <a:br>
              <a:rPr lang="en-US"/>
            </a:br>
            <a:r>
              <a:rPr lang="en-US"/>
              <a:t>ad minim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D19BD213-941F-6D47-9422-50B1FF6B469F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4469412" y="3903061"/>
            <a:ext cx="1285105" cy="1215163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ctr">
              <a:lnSpc>
                <a:spcPct val="100000"/>
              </a:lnSpc>
              <a:spcBef>
                <a:spcPts val="121"/>
              </a:spcBef>
              <a:spcAft>
                <a:spcPts val="909"/>
              </a:spcAft>
              <a:buClr>
                <a:schemeClr val="accent6"/>
              </a:buClr>
              <a:defRPr sz="1600" b="0" i="0">
                <a:solidFill>
                  <a:schemeClr val="tx1"/>
                </a:solidFill>
                <a:latin typeface="Lato" panose="020F0502020204030203" pitchFamily="34" charset="77"/>
                <a:cs typeface="Calibri Light" panose="020F0302020204030204" pitchFamily="34" charset="0"/>
              </a:defRPr>
            </a:lvl1pPr>
            <a:lvl2pPr marL="174638" indent="-174638">
              <a:lnSpc>
                <a:spcPct val="100000"/>
              </a:lnSpc>
              <a:spcBef>
                <a:spcPts val="121"/>
              </a:spcBef>
              <a:spcAft>
                <a:spcPts val="607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•"/>
              <a:defRPr sz="1213" b="0" i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349278" indent="-152810">
              <a:lnSpc>
                <a:spcPct val="100000"/>
              </a:lnSpc>
              <a:spcBef>
                <a:spcPts val="121"/>
              </a:spcBef>
              <a:spcAft>
                <a:spcPts val="303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 sz="1213" b="0" i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085" indent="-228584">
              <a:lnSpc>
                <a:spcPct val="130000"/>
              </a:lnSpc>
              <a:buClr>
                <a:schemeClr val="accent6"/>
              </a:buClr>
              <a:buFont typeface="System Font Regular"/>
              <a:buChar char="-"/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30000"/>
              </a:lnSpc>
              <a:buClr>
                <a:schemeClr val="accent6"/>
              </a:buClr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/>
              <a:t>Lorem ipsum </a:t>
            </a:r>
            <a:br>
              <a:rPr lang="en-US"/>
            </a:br>
            <a:r>
              <a:rPr lang="en-US"/>
              <a:t>dolor sit </a:t>
            </a:r>
            <a:r>
              <a:rPr lang="en-US" err="1"/>
              <a:t>amet</a:t>
            </a:r>
            <a:r>
              <a:rPr lang="en-US"/>
              <a:t> </a:t>
            </a:r>
            <a:br>
              <a:rPr lang="en-US"/>
            </a:br>
            <a:r>
              <a:rPr lang="en-US"/>
              <a:t>ad minim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E51B8743-298D-F41A-38F6-B810FF8A0046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6417603" y="3895426"/>
            <a:ext cx="1285105" cy="1215163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ctr">
              <a:lnSpc>
                <a:spcPct val="100000"/>
              </a:lnSpc>
              <a:spcBef>
                <a:spcPts val="121"/>
              </a:spcBef>
              <a:spcAft>
                <a:spcPts val="909"/>
              </a:spcAft>
              <a:buClr>
                <a:schemeClr val="accent6"/>
              </a:buClr>
              <a:defRPr sz="1600" b="0" i="0">
                <a:solidFill>
                  <a:schemeClr val="tx1"/>
                </a:solidFill>
                <a:latin typeface="Lato" panose="020F0502020204030203" pitchFamily="34" charset="77"/>
                <a:cs typeface="Calibri Light" panose="020F0302020204030204" pitchFamily="34" charset="0"/>
              </a:defRPr>
            </a:lvl1pPr>
            <a:lvl2pPr marL="174638" indent="-174638">
              <a:lnSpc>
                <a:spcPct val="100000"/>
              </a:lnSpc>
              <a:spcBef>
                <a:spcPts val="121"/>
              </a:spcBef>
              <a:spcAft>
                <a:spcPts val="607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•"/>
              <a:defRPr sz="1213" b="0" i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349278" indent="-152810">
              <a:lnSpc>
                <a:spcPct val="100000"/>
              </a:lnSpc>
              <a:spcBef>
                <a:spcPts val="121"/>
              </a:spcBef>
              <a:spcAft>
                <a:spcPts val="303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 sz="1213" b="0" i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085" indent="-228584">
              <a:lnSpc>
                <a:spcPct val="130000"/>
              </a:lnSpc>
              <a:buClr>
                <a:schemeClr val="accent6"/>
              </a:buClr>
              <a:buFont typeface="System Font Regular"/>
              <a:buChar char="-"/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30000"/>
              </a:lnSpc>
              <a:buClr>
                <a:schemeClr val="accent6"/>
              </a:buClr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/>
              <a:t>Lorem ipsum </a:t>
            </a:r>
            <a:br>
              <a:rPr lang="en-US"/>
            </a:br>
            <a:r>
              <a:rPr lang="en-US"/>
              <a:t>dolor sit </a:t>
            </a:r>
            <a:r>
              <a:rPr lang="en-US" err="1"/>
              <a:t>amet</a:t>
            </a:r>
            <a:r>
              <a:rPr lang="en-US"/>
              <a:t> </a:t>
            </a:r>
            <a:br>
              <a:rPr lang="en-US"/>
            </a:br>
            <a:r>
              <a:rPr lang="en-US"/>
              <a:t>ad minim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419D2A9-3B57-7DAD-478D-109DFED1B2FA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8363645" y="3893170"/>
            <a:ext cx="1285105" cy="1215163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ctr">
              <a:lnSpc>
                <a:spcPct val="100000"/>
              </a:lnSpc>
              <a:spcBef>
                <a:spcPts val="121"/>
              </a:spcBef>
              <a:spcAft>
                <a:spcPts val="909"/>
              </a:spcAft>
              <a:buClr>
                <a:schemeClr val="accent6"/>
              </a:buClr>
              <a:defRPr sz="1600" b="0" i="0">
                <a:solidFill>
                  <a:schemeClr val="tx1"/>
                </a:solidFill>
                <a:latin typeface="Lato" panose="020F0502020204030203" pitchFamily="34" charset="77"/>
                <a:cs typeface="Calibri Light" panose="020F0302020204030204" pitchFamily="34" charset="0"/>
              </a:defRPr>
            </a:lvl1pPr>
            <a:lvl2pPr marL="174638" indent="-174638">
              <a:lnSpc>
                <a:spcPct val="100000"/>
              </a:lnSpc>
              <a:spcBef>
                <a:spcPts val="121"/>
              </a:spcBef>
              <a:spcAft>
                <a:spcPts val="607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•"/>
              <a:defRPr sz="1213" b="0" i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349278" indent="-152810">
              <a:lnSpc>
                <a:spcPct val="100000"/>
              </a:lnSpc>
              <a:spcBef>
                <a:spcPts val="121"/>
              </a:spcBef>
              <a:spcAft>
                <a:spcPts val="303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 sz="1213" b="0" i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085" indent="-228584">
              <a:lnSpc>
                <a:spcPct val="130000"/>
              </a:lnSpc>
              <a:buClr>
                <a:schemeClr val="accent6"/>
              </a:buClr>
              <a:buFont typeface="System Font Regular"/>
              <a:buChar char="-"/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30000"/>
              </a:lnSpc>
              <a:buClr>
                <a:schemeClr val="accent6"/>
              </a:buClr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/>
              <a:t>Lorem ipsum </a:t>
            </a:r>
            <a:br>
              <a:rPr lang="en-US"/>
            </a:br>
            <a:r>
              <a:rPr lang="en-US"/>
              <a:t>dolor sit </a:t>
            </a:r>
            <a:r>
              <a:rPr lang="en-US" err="1"/>
              <a:t>amet</a:t>
            </a:r>
            <a:r>
              <a:rPr lang="en-US"/>
              <a:t> </a:t>
            </a:r>
            <a:br>
              <a:rPr lang="en-US"/>
            </a:br>
            <a:r>
              <a:rPr lang="en-US"/>
              <a:t>ad minim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C46E8BEA-396A-C981-BFA7-404F0307D8CC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10311114" y="3893170"/>
            <a:ext cx="1285105" cy="1215163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ctr">
              <a:lnSpc>
                <a:spcPct val="100000"/>
              </a:lnSpc>
              <a:spcBef>
                <a:spcPts val="121"/>
              </a:spcBef>
              <a:spcAft>
                <a:spcPts val="909"/>
              </a:spcAft>
              <a:buClr>
                <a:schemeClr val="accent6"/>
              </a:buClr>
              <a:defRPr sz="1600" b="0" i="0">
                <a:solidFill>
                  <a:schemeClr val="tx1"/>
                </a:solidFill>
                <a:latin typeface="Lato" panose="020F0502020204030203" pitchFamily="34" charset="77"/>
                <a:cs typeface="Calibri Light" panose="020F0302020204030204" pitchFamily="34" charset="0"/>
              </a:defRPr>
            </a:lvl1pPr>
            <a:lvl2pPr marL="174638" indent="-174638">
              <a:lnSpc>
                <a:spcPct val="100000"/>
              </a:lnSpc>
              <a:spcBef>
                <a:spcPts val="121"/>
              </a:spcBef>
              <a:spcAft>
                <a:spcPts val="607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•"/>
              <a:defRPr sz="1213" b="0" i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349278" indent="-152810">
              <a:lnSpc>
                <a:spcPct val="100000"/>
              </a:lnSpc>
              <a:spcBef>
                <a:spcPts val="121"/>
              </a:spcBef>
              <a:spcAft>
                <a:spcPts val="303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 sz="1213" b="0" i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085" indent="-228584">
              <a:lnSpc>
                <a:spcPct val="130000"/>
              </a:lnSpc>
              <a:buClr>
                <a:schemeClr val="accent6"/>
              </a:buClr>
              <a:buFont typeface="System Font Regular"/>
              <a:buChar char="-"/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30000"/>
              </a:lnSpc>
              <a:buClr>
                <a:schemeClr val="accent6"/>
              </a:buClr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/>
              <a:t>Lorem ipsum </a:t>
            </a:r>
            <a:br>
              <a:rPr lang="en-US"/>
            </a:br>
            <a:r>
              <a:rPr lang="en-US"/>
              <a:t>dolor sit </a:t>
            </a:r>
            <a:r>
              <a:rPr lang="en-US" err="1"/>
              <a:t>amet</a:t>
            </a:r>
            <a:r>
              <a:rPr lang="en-US"/>
              <a:t> </a:t>
            </a:r>
            <a:br>
              <a:rPr lang="en-US"/>
            </a:br>
            <a:r>
              <a:rPr lang="en-US"/>
              <a:t>ad minim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FE9FBB81-7282-BC44-4C22-F58EC9249C6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3610" y="365124"/>
            <a:ext cx="5545319" cy="206963"/>
          </a:xfrm>
          <a:prstGeom prst="rect">
            <a:avLst/>
          </a:prstGeom>
        </p:spPr>
        <p:txBody>
          <a:bodyPr/>
          <a:lstStyle>
            <a:lvl1pPr>
              <a:defRPr sz="971" b="0" i="0" cap="all" spc="364" baseline="0">
                <a:solidFill>
                  <a:schemeClr val="tx2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GB"/>
              <a:t>EYEBROW TITLE</a:t>
            </a:r>
          </a:p>
        </p:txBody>
      </p:sp>
      <p:sp>
        <p:nvSpPr>
          <p:cNvPr id="19" name="Title 18">
            <a:extLst>
              <a:ext uri="{FF2B5EF4-FFF2-40B4-BE49-F238E27FC236}">
                <a16:creationId xmlns:a16="http://schemas.microsoft.com/office/drawing/2014/main" id="{8995C3B4-F346-9682-FEB7-FF66F42BF6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 i="0">
                <a:latin typeface="+mj-lt"/>
              </a:defRPr>
            </a:lvl1pPr>
          </a:lstStyle>
          <a:p>
            <a:r>
              <a:rPr lang="en-US"/>
              <a:t>Create your headline with </a:t>
            </a:r>
            <a:r>
              <a:rPr lang="en-US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word emphasis</a:t>
            </a:r>
            <a:endParaRPr lang="en-US"/>
          </a:p>
        </p:txBody>
      </p: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FDF83C28-AF0D-ADEE-BB02-7F2A2781713D}"/>
              </a:ext>
            </a:extLst>
          </p:cNvPr>
          <p:cNvSpPr>
            <a:spLocks noGrp="1"/>
          </p:cNvSpPr>
          <p:nvPr>
            <p:ph type="dt" sz="half" idx="6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7" name="Footer Placeholder 36">
            <a:extLst>
              <a:ext uri="{FF2B5EF4-FFF2-40B4-BE49-F238E27FC236}">
                <a16:creationId xmlns:a16="http://schemas.microsoft.com/office/drawing/2014/main" id="{B1094C30-19BD-7CE4-8E83-CF91BD65705F}"/>
              </a:ext>
            </a:extLst>
          </p:cNvPr>
          <p:cNvSpPr>
            <a:spLocks noGrp="1"/>
          </p:cNvSpPr>
          <p:nvPr>
            <p:ph type="ftr" sz="quarter" idx="64"/>
          </p:nvPr>
        </p:nvSpPr>
        <p:spPr/>
        <p:txBody>
          <a:bodyPr/>
          <a:lstStyle/>
          <a:p>
            <a:r>
              <a:rPr lang="en-US"/>
              <a:t>Copyright © 2026 Kinaxis. All Rights Reserved. Access limited to internal use only.</a:t>
            </a:r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D64B9ED5-7F70-99FF-AF4D-A7825FF8ECAB}"/>
              </a:ext>
            </a:extLst>
          </p:cNvPr>
          <p:cNvSpPr>
            <a:spLocks noGrp="1"/>
          </p:cNvSpPr>
          <p:nvPr>
            <p:ph type="sldNum" sz="quarter" idx="65"/>
          </p:nvPr>
        </p:nvSpPr>
        <p:spPr/>
        <p:txBody>
          <a:bodyPr/>
          <a:lstStyle/>
          <a:p>
            <a:fld id="{F1488A8B-C121-C846-AEE5-0D98B869D111}" type="slidenum">
              <a:rPr lang="en-US" sz="800" smtClean="0">
                <a:cs typeface="Calibri" panose="020F0502020204030204" pitchFamily="34" charset="0"/>
              </a:rPr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7816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449" userDrawn="1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_with_Title_acros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CA2BF73-E290-A897-C384-36199C233B84}"/>
              </a:ext>
            </a:extLst>
          </p:cNvPr>
          <p:cNvSpPr/>
          <p:nvPr userDrawn="1"/>
        </p:nvSpPr>
        <p:spPr>
          <a:xfrm>
            <a:off x="-9940" y="1526153"/>
            <a:ext cx="12192000" cy="4546645"/>
          </a:xfrm>
          <a:custGeom>
            <a:avLst/>
            <a:gdLst/>
            <a:ahLst/>
            <a:cxnLst/>
            <a:rect l="l" t="t" r="r" b="b"/>
            <a:pathLst>
              <a:path w="20104100" h="7183120">
                <a:moveTo>
                  <a:pt x="20104099" y="0"/>
                </a:moveTo>
                <a:lnTo>
                  <a:pt x="0" y="0"/>
                </a:lnTo>
                <a:lnTo>
                  <a:pt x="0" y="7183027"/>
                </a:lnTo>
                <a:lnTo>
                  <a:pt x="20104099" y="7183027"/>
                </a:lnTo>
                <a:lnTo>
                  <a:pt x="20104099" y="0"/>
                </a:lnTo>
                <a:close/>
              </a:path>
            </a:pathLst>
          </a:custGeom>
          <a:solidFill>
            <a:srgbClr val="EAF1F1"/>
          </a:solidFill>
        </p:spPr>
        <p:txBody>
          <a:bodyPr wrap="square" lIns="0" tIns="0" rIns="0" bIns="0" rtlCol="0"/>
          <a:lstStyle/>
          <a:p>
            <a:endParaRPr b="0" i="0">
              <a:latin typeface="Lato" panose="020F0502020204030203" pitchFamily="34" charset="77"/>
            </a:endParaRPr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AD8D9603-13F2-82DA-5F8E-FE96D5410E6F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-22466" y="1520480"/>
            <a:ext cx="6451860" cy="4552320"/>
          </a:xfrm>
          <a:custGeom>
            <a:avLst/>
            <a:gdLst>
              <a:gd name="connsiteX0" fmla="*/ 9 w 8756650"/>
              <a:gd name="connsiteY0" fmla="*/ 3071565 h 8041482"/>
              <a:gd name="connsiteX1" fmla="*/ 4378325 w 8756650"/>
              <a:gd name="connsiteY1" fmla="*/ 0 h 8041482"/>
              <a:gd name="connsiteX2" fmla="*/ 8756641 w 8756650"/>
              <a:gd name="connsiteY2" fmla="*/ 3071565 h 8041482"/>
              <a:gd name="connsiteX3" fmla="*/ 7084273 w 8756650"/>
              <a:gd name="connsiteY3" fmla="*/ 8041462 h 8041482"/>
              <a:gd name="connsiteX4" fmla="*/ 1672377 w 8756650"/>
              <a:gd name="connsiteY4" fmla="*/ 8041462 h 8041482"/>
              <a:gd name="connsiteX5" fmla="*/ 9 w 8756650"/>
              <a:gd name="connsiteY5" fmla="*/ 3071565 h 8041482"/>
              <a:gd name="connsiteX0" fmla="*/ 0 w 8788716"/>
              <a:gd name="connsiteY0" fmla="*/ 3071565 h 8041462"/>
              <a:gd name="connsiteX1" fmla="*/ 4378316 w 8788716"/>
              <a:gd name="connsiteY1" fmla="*/ 0 h 8041462"/>
              <a:gd name="connsiteX2" fmla="*/ 8788716 w 8788716"/>
              <a:gd name="connsiteY2" fmla="*/ 4499313 h 8041462"/>
              <a:gd name="connsiteX3" fmla="*/ 7084264 w 8788716"/>
              <a:gd name="connsiteY3" fmla="*/ 8041462 h 8041462"/>
              <a:gd name="connsiteX4" fmla="*/ 1672368 w 8788716"/>
              <a:gd name="connsiteY4" fmla="*/ 8041462 h 8041462"/>
              <a:gd name="connsiteX5" fmla="*/ 0 w 8788716"/>
              <a:gd name="connsiteY5" fmla="*/ 3071565 h 8041462"/>
              <a:gd name="connsiteX0" fmla="*/ 0 w 8788716"/>
              <a:gd name="connsiteY0" fmla="*/ 2285502 h 7255399"/>
              <a:gd name="connsiteX1" fmla="*/ 5838148 w 8788716"/>
              <a:gd name="connsiteY1" fmla="*/ 0 h 7255399"/>
              <a:gd name="connsiteX2" fmla="*/ 8788716 w 8788716"/>
              <a:gd name="connsiteY2" fmla="*/ 3713250 h 7255399"/>
              <a:gd name="connsiteX3" fmla="*/ 7084264 w 8788716"/>
              <a:gd name="connsiteY3" fmla="*/ 7255399 h 7255399"/>
              <a:gd name="connsiteX4" fmla="*/ 1672368 w 8788716"/>
              <a:gd name="connsiteY4" fmla="*/ 7255399 h 7255399"/>
              <a:gd name="connsiteX5" fmla="*/ 0 w 8788716"/>
              <a:gd name="connsiteY5" fmla="*/ 2285502 h 7255399"/>
              <a:gd name="connsiteX0" fmla="*/ 0 w 8868926"/>
              <a:gd name="connsiteY0" fmla="*/ 0 h 7263918"/>
              <a:gd name="connsiteX1" fmla="*/ 5918358 w 8868926"/>
              <a:gd name="connsiteY1" fmla="*/ 8519 h 7263918"/>
              <a:gd name="connsiteX2" fmla="*/ 8868926 w 8868926"/>
              <a:gd name="connsiteY2" fmla="*/ 3721769 h 7263918"/>
              <a:gd name="connsiteX3" fmla="*/ 7164474 w 8868926"/>
              <a:gd name="connsiteY3" fmla="*/ 7263918 h 7263918"/>
              <a:gd name="connsiteX4" fmla="*/ 1752578 w 8868926"/>
              <a:gd name="connsiteY4" fmla="*/ 7263918 h 7263918"/>
              <a:gd name="connsiteX5" fmla="*/ 0 w 8868926"/>
              <a:gd name="connsiteY5" fmla="*/ 0 h 7263918"/>
              <a:gd name="connsiteX0" fmla="*/ 0 w 8868926"/>
              <a:gd name="connsiteY0" fmla="*/ 0 h 7312044"/>
              <a:gd name="connsiteX1" fmla="*/ 5918358 w 8868926"/>
              <a:gd name="connsiteY1" fmla="*/ 8519 h 7312044"/>
              <a:gd name="connsiteX2" fmla="*/ 8868926 w 8868926"/>
              <a:gd name="connsiteY2" fmla="*/ 3721769 h 7312044"/>
              <a:gd name="connsiteX3" fmla="*/ 5800895 w 8868926"/>
              <a:gd name="connsiteY3" fmla="*/ 7312044 h 7312044"/>
              <a:gd name="connsiteX4" fmla="*/ 1752578 w 8868926"/>
              <a:gd name="connsiteY4" fmla="*/ 7263918 h 7312044"/>
              <a:gd name="connsiteX5" fmla="*/ 0 w 8868926"/>
              <a:gd name="connsiteY5" fmla="*/ 0 h 7312044"/>
              <a:gd name="connsiteX0" fmla="*/ 0 w 8836842"/>
              <a:gd name="connsiteY0" fmla="*/ 0 h 7312044"/>
              <a:gd name="connsiteX1" fmla="*/ 5918358 w 8836842"/>
              <a:gd name="connsiteY1" fmla="*/ 8519 h 7312044"/>
              <a:gd name="connsiteX2" fmla="*/ 8836842 w 8836842"/>
              <a:gd name="connsiteY2" fmla="*/ 3625516 h 7312044"/>
              <a:gd name="connsiteX3" fmla="*/ 5800895 w 8836842"/>
              <a:gd name="connsiteY3" fmla="*/ 7312044 h 7312044"/>
              <a:gd name="connsiteX4" fmla="*/ 1752578 w 8836842"/>
              <a:gd name="connsiteY4" fmla="*/ 7263918 h 7312044"/>
              <a:gd name="connsiteX5" fmla="*/ 0 w 8836842"/>
              <a:gd name="connsiteY5" fmla="*/ 0 h 7312044"/>
              <a:gd name="connsiteX0" fmla="*/ 0 w 8836842"/>
              <a:gd name="connsiteY0" fmla="*/ 0 h 7312044"/>
              <a:gd name="connsiteX1" fmla="*/ 5918358 w 8836842"/>
              <a:gd name="connsiteY1" fmla="*/ 8519 h 7312044"/>
              <a:gd name="connsiteX2" fmla="*/ 8836842 w 8836842"/>
              <a:gd name="connsiteY2" fmla="*/ 3625516 h 7312044"/>
              <a:gd name="connsiteX3" fmla="*/ 5800895 w 8836842"/>
              <a:gd name="connsiteY3" fmla="*/ 7312044 h 7312044"/>
              <a:gd name="connsiteX4" fmla="*/ 20031 w 8836842"/>
              <a:gd name="connsiteY4" fmla="*/ 7296002 h 7312044"/>
              <a:gd name="connsiteX5" fmla="*/ 0 w 8836842"/>
              <a:gd name="connsiteY5" fmla="*/ 0 h 7312044"/>
              <a:gd name="connsiteX0" fmla="*/ 0 w 11836715"/>
              <a:gd name="connsiteY0" fmla="*/ 0 h 7344129"/>
              <a:gd name="connsiteX1" fmla="*/ 8918231 w 11836715"/>
              <a:gd name="connsiteY1" fmla="*/ 40604 h 7344129"/>
              <a:gd name="connsiteX2" fmla="*/ 11836715 w 11836715"/>
              <a:gd name="connsiteY2" fmla="*/ 3657601 h 7344129"/>
              <a:gd name="connsiteX3" fmla="*/ 8800768 w 11836715"/>
              <a:gd name="connsiteY3" fmla="*/ 7344129 h 7344129"/>
              <a:gd name="connsiteX4" fmla="*/ 3019904 w 11836715"/>
              <a:gd name="connsiteY4" fmla="*/ 7328087 h 7344129"/>
              <a:gd name="connsiteX5" fmla="*/ 0 w 11836715"/>
              <a:gd name="connsiteY5" fmla="*/ 0 h 7344129"/>
              <a:gd name="connsiteX0" fmla="*/ 12054 w 11848769"/>
              <a:gd name="connsiteY0" fmla="*/ 0 h 7344129"/>
              <a:gd name="connsiteX1" fmla="*/ 8930285 w 11848769"/>
              <a:gd name="connsiteY1" fmla="*/ 40604 h 7344129"/>
              <a:gd name="connsiteX2" fmla="*/ 11848769 w 11848769"/>
              <a:gd name="connsiteY2" fmla="*/ 3657601 h 7344129"/>
              <a:gd name="connsiteX3" fmla="*/ 8812822 w 11848769"/>
              <a:gd name="connsiteY3" fmla="*/ 7344129 h 7344129"/>
              <a:gd name="connsiteX4" fmla="*/ 0 w 11848769"/>
              <a:gd name="connsiteY4" fmla="*/ 6205140 h 7344129"/>
              <a:gd name="connsiteX5" fmla="*/ 12054 w 11848769"/>
              <a:gd name="connsiteY5" fmla="*/ 0 h 7344129"/>
              <a:gd name="connsiteX0" fmla="*/ 12054 w 11848769"/>
              <a:gd name="connsiteY0" fmla="*/ 0 h 6205140"/>
              <a:gd name="connsiteX1" fmla="*/ 8930285 w 11848769"/>
              <a:gd name="connsiteY1" fmla="*/ 40604 h 6205140"/>
              <a:gd name="connsiteX2" fmla="*/ 11848769 w 11848769"/>
              <a:gd name="connsiteY2" fmla="*/ 3657601 h 6205140"/>
              <a:gd name="connsiteX3" fmla="*/ 8909074 w 11848769"/>
              <a:gd name="connsiteY3" fmla="*/ 6205140 h 6205140"/>
              <a:gd name="connsiteX4" fmla="*/ 0 w 11848769"/>
              <a:gd name="connsiteY4" fmla="*/ 6205140 h 6205140"/>
              <a:gd name="connsiteX5" fmla="*/ 12054 w 11848769"/>
              <a:gd name="connsiteY5" fmla="*/ 0 h 6205140"/>
              <a:gd name="connsiteX0" fmla="*/ 12054 w 11479800"/>
              <a:gd name="connsiteY0" fmla="*/ 0 h 6205140"/>
              <a:gd name="connsiteX1" fmla="*/ 8930285 w 11479800"/>
              <a:gd name="connsiteY1" fmla="*/ 40604 h 6205140"/>
              <a:gd name="connsiteX2" fmla="*/ 11479800 w 11479800"/>
              <a:gd name="connsiteY2" fmla="*/ 3096128 h 6205140"/>
              <a:gd name="connsiteX3" fmla="*/ 8909074 w 11479800"/>
              <a:gd name="connsiteY3" fmla="*/ 6205140 h 6205140"/>
              <a:gd name="connsiteX4" fmla="*/ 0 w 11479800"/>
              <a:gd name="connsiteY4" fmla="*/ 6205140 h 6205140"/>
              <a:gd name="connsiteX5" fmla="*/ 12054 w 11479800"/>
              <a:gd name="connsiteY5" fmla="*/ 0 h 6205140"/>
              <a:gd name="connsiteX0" fmla="*/ 0 w 11467746"/>
              <a:gd name="connsiteY0" fmla="*/ 0 h 6205140"/>
              <a:gd name="connsiteX1" fmla="*/ 8918231 w 11467746"/>
              <a:gd name="connsiteY1" fmla="*/ 40604 h 6205140"/>
              <a:gd name="connsiteX2" fmla="*/ 11467746 w 11467746"/>
              <a:gd name="connsiteY2" fmla="*/ 3096128 h 6205140"/>
              <a:gd name="connsiteX3" fmla="*/ 8897020 w 11467746"/>
              <a:gd name="connsiteY3" fmla="*/ 6205140 h 6205140"/>
              <a:gd name="connsiteX4" fmla="*/ 20030 w 11467746"/>
              <a:gd name="connsiteY4" fmla="*/ 6205140 h 6205140"/>
              <a:gd name="connsiteX5" fmla="*/ 0 w 11467746"/>
              <a:gd name="connsiteY5" fmla="*/ 0 h 6205140"/>
              <a:gd name="connsiteX0" fmla="*/ 0 w 11467746"/>
              <a:gd name="connsiteY0" fmla="*/ 0 h 6205140"/>
              <a:gd name="connsiteX1" fmla="*/ 8918231 w 11467746"/>
              <a:gd name="connsiteY1" fmla="*/ 40604 h 6205140"/>
              <a:gd name="connsiteX2" fmla="*/ 11467746 w 11467746"/>
              <a:gd name="connsiteY2" fmla="*/ 3096128 h 6205140"/>
              <a:gd name="connsiteX3" fmla="*/ 8897020 w 11467746"/>
              <a:gd name="connsiteY3" fmla="*/ 6205140 h 6205140"/>
              <a:gd name="connsiteX4" fmla="*/ 20030 w 11467746"/>
              <a:gd name="connsiteY4" fmla="*/ 6205140 h 6205140"/>
              <a:gd name="connsiteX5" fmla="*/ 0 w 11467746"/>
              <a:gd name="connsiteY5" fmla="*/ 0 h 6205140"/>
              <a:gd name="connsiteX0" fmla="*/ 0 w 11467746"/>
              <a:gd name="connsiteY0" fmla="*/ 0 h 6205140"/>
              <a:gd name="connsiteX1" fmla="*/ 8918231 w 11467746"/>
              <a:gd name="connsiteY1" fmla="*/ 24562 h 6205140"/>
              <a:gd name="connsiteX2" fmla="*/ 11467746 w 11467746"/>
              <a:gd name="connsiteY2" fmla="*/ 3096128 h 6205140"/>
              <a:gd name="connsiteX3" fmla="*/ 8897020 w 11467746"/>
              <a:gd name="connsiteY3" fmla="*/ 6205140 h 6205140"/>
              <a:gd name="connsiteX4" fmla="*/ 20030 w 11467746"/>
              <a:gd name="connsiteY4" fmla="*/ 6205140 h 6205140"/>
              <a:gd name="connsiteX5" fmla="*/ 0 w 11467746"/>
              <a:gd name="connsiteY5" fmla="*/ 0 h 6205140"/>
              <a:gd name="connsiteX0" fmla="*/ 0 w 11467746"/>
              <a:gd name="connsiteY0" fmla="*/ 0 h 6205140"/>
              <a:gd name="connsiteX1" fmla="*/ 8918231 w 11467746"/>
              <a:gd name="connsiteY1" fmla="*/ 24562 h 6205140"/>
              <a:gd name="connsiteX2" fmla="*/ 11467746 w 11467746"/>
              <a:gd name="connsiteY2" fmla="*/ 3096128 h 6205140"/>
              <a:gd name="connsiteX3" fmla="*/ 8913062 w 11467746"/>
              <a:gd name="connsiteY3" fmla="*/ 6205140 h 6205140"/>
              <a:gd name="connsiteX4" fmla="*/ 20030 w 11467746"/>
              <a:gd name="connsiteY4" fmla="*/ 6205140 h 6205140"/>
              <a:gd name="connsiteX5" fmla="*/ 0 w 11467746"/>
              <a:gd name="connsiteY5" fmla="*/ 0 h 6205140"/>
              <a:gd name="connsiteX0" fmla="*/ 0 w 11467746"/>
              <a:gd name="connsiteY0" fmla="*/ 0 h 6205140"/>
              <a:gd name="connsiteX1" fmla="*/ 1876926 w 11467746"/>
              <a:gd name="connsiteY1" fmla="*/ 4538 h 6205140"/>
              <a:gd name="connsiteX2" fmla="*/ 8918231 w 11467746"/>
              <a:gd name="connsiteY2" fmla="*/ 24562 h 6205140"/>
              <a:gd name="connsiteX3" fmla="*/ 11467746 w 11467746"/>
              <a:gd name="connsiteY3" fmla="*/ 3096128 h 6205140"/>
              <a:gd name="connsiteX4" fmla="*/ 8913062 w 11467746"/>
              <a:gd name="connsiteY4" fmla="*/ 6205140 h 6205140"/>
              <a:gd name="connsiteX5" fmla="*/ 20030 w 11467746"/>
              <a:gd name="connsiteY5" fmla="*/ 6205140 h 6205140"/>
              <a:gd name="connsiteX6" fmla="*/ 0 w 11467746"/>
              <a:gd name="connsiteY6" fmla="*/ 0 h 6205140"/>
              <a:gd name="connsiteX0" fmla="*/ 0 w 11467746"/>
              <a:gd name="connsiteY0" fmla="*/ 15212 h 6220352"/>
              <a:gd name="connsiteX1" fmla="*/ 1876926 w 11467746"/>
              <a:gd name="connsiteY1" fmla="*/ 19750 h 6220352"/>
              <a:gd name="connsiteX2" fmla="*/ 3945178 w 11467746"/>
              <a:gd name="connsiteY2" fmla="*/ 0 h 6220352"/>
              <a:gd name="connsiteX3" fmla="*/ 11467746 w 11467746"/>
              <a:gd name="connsiteY3" fmla="*/ 3111340 h 6220352"/>
              <a:gd name="connsiteX4" fmla="*/ 8913062 w 11467746"/>
              <a:gd name="connsiteY4" fmla="*/ 6220352 h 6220352"/>
              <a:gd name="connsiteX5" fmla="*/ 20030 w 11467746"/>
              <a:gd name="connsiteY5" fmla="*/ 6220352 h 6220352"/>
              <a:gd name="connsiteX6" fmla="*/ 0 w 11467746"/>
              <a:gd name="connsiteY6" fmla="*/ 15212 h 6220352"/>
              <a:gd name="connsiteX0" fmla="*/ 0 w 8913062"/>
              <a:gd name="connsiteY0" fmla="*/ 15212 h 6220352"/>
              <a:gd name="connsiteX1" fmla="*/ 1876926 w 8913062"/>
              <a:gd name="connsiteY1" fmla="*/ 19750 h 6220352"/>
              <a:gd name="connsiteX2" fmla="*/ 3945178 w 8913062"/>
              <a:gd name="connsiteY2" fmla="*/ 0 h 6220352"/>
              <a:gd name="connsiteX3" fmla="*/ 7072209 w 8913062"/>
              <a:gd name="connsiteY3" fmla="*/ 3164372 h 6220352"/>
              <a:gd name="connsiteX4" fmla="*/ 8913062 w 8913062"/>
              <a:gd name="connsiteY4" fmla="*/ 6220352 h 6220352"/>
              <a:gd name="connsiteX5" fmla="*/ 20030 w 8913062"/>
              <a:gd name="connsiteY5" fmla="*/ 6220352 h 6220352"/>
              <a:gd name="connsiteX6" fmla="*/ 0 w 8913062"/>
              <a:gd name="connsiteY6" fmla="*/ 15212 h 6220352"/>
              <a:gd name="connsiteX0" fmla="*/ 0 w 7072209"/>
              <a:gd name="connsiteY0" fmla="*/ 15212 h 6326416"/>
              <a:gd name="connsiteX1" fmla="*/ 1876926 w 7072209"/>
              <a:gd name="connsiteY1" fmla="*/ 19750 h 6326416"/>
              <a:gd name="connsiteX2" fmla="*/ 3945178 w 7072209"/>
              <a:gd name="connsiteY2" fmla="*/ 0 h 6326416"/>
              <a:gd name="connsiteX3" fmla="*/ 7072209 w 7072209"/>
              <a:gd name="connsiteY3" fmla="*/ 3164372 h 6326416"/>
              <a:gd name="connsiteX4" fmla="*/ 3988135 w 7072209"/>
              <a:gd name="connsiteY4" fmla="*/ 6326416 h 6326416"/>
              <a:gd name="connsiteX5" fmla="*/ 20030 w 7072209"/>
              <a:gd name="connsiteY5" fmla="*/ 6220352 h 6326416"/>
              <a:gd name="connsiteX6" fmla="*/ 0 w 7072209"/>
              <a:gd name="connsiteY6" fmla="*/ 15212 h 6326416"/>
              <a:gd name="connsiteX0" fmla="*/ 28826 w 7101035"/>
              <a:gd name="connsiteY0" fmla="*/ 15212 h 6339673"/>
              <a:gd name="connsiteX1" fmla="*/ 1905752 w 7101035"/>
              <a:gd name="connsiteY1" fmla="*/ 19750 h 6339673"/>
              <a:gd name="connsiteX2" fmla="*/ 3974004 w 7101035"/>
              <a:gd name="connsiteY2" fmla="*/ 0 h 6339673"/>
              <a:gd name="connsiteX3" fmla="*/ 7101035 w 7101035"/>
              <a:gd name="connsiteY3" fmla="*/ 3164372 h 6339673"/>
              <a:gd name="connsiteX4" fmla="*/ 4016961 w 7101035"/>
              <a:gd name="connsiteY4" fmla="*/ 6326416 h 6339673"/>
              <a:gd name="connsiteX5" fmla="*/ 730 w 7101035"/>
              <a:gd name="connsiteY5" fmla="*/ 6339673 h 6339673"/>
              <a:gd name="connsiteX6" fmla="*/ 28826 w 7101035"/>
              <a:gd name="connsiteY6" fmla="*/ 15212 h 6339673"/>
              <a:gd name="connsiteX0" fmla="*/ 28826 w 7154823"/>
              <a:gd name="connsiteY0" fmla="*/ 15212 h 6339673"/>
              <a:gd name="connsiteX1" fmla="*/ 1905752 w 7154823"/>
              <a:gd name="connsiteY1" fmla="*/ 19750 h 6339673"/>
              <a:gd name="connsiteX2" fmla="*/ 3974004 w 7154823"/>
              <a:gd name="connsiteY2" fmla="*/ 0 h 6339673"/>
              <a:gd name="connsiteX3" fmla="*/ 7154823 w 7154823"/>
              <a:gd name="connsiteY3" fmla="*/ 3175486 h 6339673"/>
              <a:gd name="connsiteX4" fmla="*/ 4016961 w 7154823"/>
              <a:gd name="connsiteY4" fmla="*/ 6326416 h 6339673"/>
              <a:gd name="connsiteX5" fmla="*/ 730 w 7154823"/>
              <a:gd name="connsiteY5" fmla="*/ 6339673 h 6339673"/>
              <a:gd name="connsiteX6" fmla="*/ 28826 w 7154823"/>
              <a:gd name="connsiteY6" fmla="*/ 15212 h 6339673"/>
              <a:gd name="connsiteX0" fmla="*/ 28826 w 7141376"/>
              <a:gd name="connsiteY0" fmla="*/ 15212 h 6339673"/>
              <a:gd name="connsiteX1" fmla="*/ 1905752 w 7141376"/>
              <a:gd name="connsiteY1" fmla="*/ 19750 h 6339673"/>
              <a:gd name="connsiteX2" fmla="*/ 3974004 w 7141376"/>
              <a:gd name="connsiteY2" fmla="*/ 0 h 6339673"/>
              <a:gd name="connsiteX3" fmla="*/ 7141376 w 7141376"/>
              <a:gd name="connsiteY3" fmla="*/ 3164373 h 6339673"/>
              <a:gd name="connsiteX4" fmla="*/ 4016961 w 7141376"/>
              <a:gd name="connsiteY4" fmla="*/ 6326416 h 6339673"/>
              <a:gd name="connsiteX5" fmla="*/ 730 w 7141376"/>
              <a:gd name="connsiteY5" fmla="*/ 6339673 h 6339673"/>
              <a:gd name="connsiteX6" fmla="*/ 28826 w 7141376"/>
              <a:gd name="connsiteY6" fmla="*/ 15212 h 6339673"/>
              <a:gd name="connsiteX0" fmla="*/ 28826 w 7141376"/>
              <a:gd name="connsiteY0" fmla="*/ 15212 h 6339673"/>
              <a:gd name="connsiteX1" fmla="*/ 1771282 w 7141376"/>
              <a:gd name="connsiteY1" fmla="*/ 8637 h 6339673"/>
              <a:gd name="connsiteX2" fmla="*/ 3974004 w 7141376"/>
              <a:gd name="connsiteY2" fmla="*/ 0 h 6339673"/>
              <a:gd name="connsiteX3" fmla="*/ 7141376 w 7141376"/>
              <a:gd name="connsiteY3" fmla="*/ 3164373 h 6339673"/>
              <a:gd name="connsiteX4" fmla="*/ 4016961 w 7141376"/>
              <a:gd name="connsiteY4" fmla="*/ 6326416 h 6339673"/>
              <a:gd name="connsiteX5" fmla="*/ 730 w 7141376"/>
              <a:gd name="connsiteY5" fmla="*/ 6339673 h 6339673"/>
              <a:gd name="connsiteX6" fmla="*/ 28826 w 7141376"/>
              <a:gd name="connsiteY6" fmla="*/ 15212 h 6339673"/>
              <a:gd name="connsiteX0" fmla="*/ 15686 w 7141683"/>
              <a:gd name="connsiteY0" fmla="*/ 15212 h 6339673"/>
              <a:gd name="connsiteX1" fmla="*/ 1771589 w 7141683"/>
              <a:gd name="connsiteY1" fmla="*/ 8637 h 6339673"/>
              <a:gd name="connsiteX2" fmla="*/ 3974311 w 7141683"/>
              <a:gd name="connsiteY2" fmla="*/ 0 h 6339673"/>
              <a:gd name="connsiteX3" fmla="*/ 7141683 w 7141683"/>
              <a:gd name="connsiteY3" fmla="*/ 3164373 h 6339673"/>
              <a:gd name="connsiteX4" fmla="*/ 4017268 w 7141683"/>
              <a:gd name="connsiteY4" fmla="*/ 6326416 h 6339673"/>
              <a:gd name="connsiteX5" fmla="*/ 1037 w 7141683"/>
              <a:gd name="connsiteY5" fmla="*/ 6339673 h 6339673"/>
              <a:gd name="connsiteX6" fmla="*/ 15686 w 7141683"/>
              <a:gd name="connsiteY6" fmla="*/ 15212 h 6339673"/>
              <a:gd name="connsiteX0" fmla="*/ 15686 w 7141683"/>
              <a:gd name="connsiteY0" fmla="*/ 15212 h 6339673"/>
              <a:gd name="connsiteX1" fmla="*/ 1758142 w 7141683"/>
              <a:gd name="connsiteY1" fmla="*/ 8637 h 6339673"/>
              <a:gd name="connsiteX2" fmla="*/ 3974311 w 7141683"/>
              <a:gd name="connsiteY2" fmla="*/ 0 h 6339673"/>
              <a:gd name="connsiteX3" fmla="*/ 7141683 w 7141683"/>
              <a:gd name="connsiteY3" fmla="*/ 3164373 h 6339673"/>
              <a:gd name="connsiteX4" fmla="*/ 4017268 w 7141683"/>
              <a:gd name="connsiteY4" fmla="*/ 6326416 h 6339673"/>
              <a:gd name="connsiteX5" fmla="*/ 1037 w 7141683"/>
              <a:gd name="connsiteY5" fmla="*/ 6339673 h 6339673"/>
              <a:gd name="connsiteX6" fmla="*/ 15686 w 7141683"/>
              <a:gd name="connsiteY6" fmla="*/ 15212 h 6339673"/>
              <a:gd name="connsiteX0" fmla="*/ 15686 w 7141683"/>
              <a:gd name="connsiteY0" fmla="*/ 4099 h 6339673"/>
              <a:gd name="connsiteX1" fmla="*/ 1758142 w 7141683"/>
              <a:gd name="connsiteY1" fmla="*/ 8637 h 6339673"/>
              <a:gd name="connsiteX2" fmla="*/ 3974311 w 7141683"/>
              <a:gd name="connsiteY2" fmla="*/ 0 h 6339673"/>
              <a:gd name="connsiteX3" fmla="*/ 7141683 w 7141683"/>
              <a:gd name="connsiteY3" fmla="*/ 3164373 h 6339673"/>
              <a:gd name="connsiteX4" fmla="*/ 4017268 w 7141683"/>
              <a:gd name="connsiteY4" fmla="*/ 6326416 h 6339673"/>
              <a:gd name="connsiteX5" fmla="*/ 1037 w 7141683"/>
              <a:gd name="connsiteY5" fmla="*/ 6339673 h 6339673"/>
              <a:gd name="connsiteX6" fmla="*/ 15686 w 7141683"/>
              <a:gd name="connsiteY6" fmla="*/ 4099 h 6339673"/>
              <a:gd name="connsiteX0" fmla="*/ 15686 w 7141683"/>
              <a:gd name="connsiteY0" fmla="*/ 6575 h 6342149"/>
              <a:gd name="connsiteX1" fmla="*/ 1758142 w 7141683"/>
              <a:gd name="connsiteY1" fmla="*/ 0 h 6342149"/>
              <a:gd name="connsiteX2" fmla="*/ 3974311 w 7141683"/>
              <a:gd name="connsiteY2" fmla="*/ 2476 h 6342149"/>
              <a:gd name="connsiteX3" fmla="*/ 7141683 w 7141683"/>
              <a:gd name="connsiteY3" fmla="*/ 3166849 h 6342149"/>
              <a:gd name="connsiteX4" fmla="*/ 4017268 w 7141683"/>
              <a:gd name="connsiteY4" fmla="*/ 6328892 h 6342149"/>
              <a:gd name="connsiteX5" fmla="*/ 1037 w 7141683"/>
              <a:gd name="connsiteY5" fmla="*/ 6342149 h 6342149"/>
              <a:gd name="connsiteX6" fmla="*/ 15686 w 7141683"/>
              <a:gd name="connsiteY6" fmla="*/ 6575 h 6342149"/>
              <a:gd name="connsiteX0" fmla="*/ 15686 w 7141683"/>
              <a:gd name="connsiteY0" fmla="*/ 6575 h 6342149"/>
              <a:gd name="connsiteX1" fmla="*/ 1758142 w 7141683"/>
              <a:gd name="connsiteY1" fmla="*/ 0 h 6342149"/>
              <a:gd name="connsiteX2" fmla="*/ 3974311 w 7141683"/>
              <a:gd name="connsiteY2" fmla="*/ 2476 h 6342149"/>
              <a:gd name="connsiteX3" fmla="*/ 7141683 w 7141683"/>
              <a:gd name="connsiteY3" fmla="*/ 3166849 h 6342149"/>
              <a:gd name="connsiteX4" fmla="*/ 4017268 w 7141683"/>
              <a:gd name="connsiteY4" fmla="*/ 6328892 h 6342149"/>
              <a:gd name="connsiteX5" fmla="*/ 1037 w 7141683"/>
              <a:gd name="connsiteY5" fmla="*/ 6342149 h 6342149"/>
              <a:gd name="connsiteX6" fmla="*/ 15686 w 7141683"/>
              <a:gd name="connsiteY6" fmla="*/ 6575 h 6342149"/>
              <a:gd name="connsiteX0" fmla="*/ 15686 w 7141683"/>
              <a:gd name="connsiteY0" fmla="*/ 6575 h 6342149"/>
              <a:gd name="connsiteX1" fmla="*/ 1758142 w 7141683"/>
              <a:gd name="connsiteY1" fmla="*/ 0 h 6342149"/>
              <a:gd name="connsiteX2" fmla="*/ 3974311 w 7141683"/>
              <a:gd name="connsiteY2" fmla="*/ 2476 h 6342149"/>
              <a:gd name="connsiteX3" fmla="*/ 7141683 w 7141683"/>
              <a:gd name="connsiteY3" fmla="*/ 3166849 h 6342149"/>
              <a:gd name="connsiteX4" fmla="*/ 4017268 w 7141683"/>
              <a:gd name="connsiteY4" fmla="*/ 6328892 h 6342149"/>
              <a:gd name="connsiteX5" fmla="*/ 1037 w 7141683"/>
              <a:gd name="connsiteY5" fmla="*/ 6342149 h 6342149"/>
              <a:gd name="connsiteX6" fmla="*/ 15686 w 7141683"/>
              <a:gd name="connsiteY6" fmla="*/ 6575 h 6342149"/>
              <a:gd name="connsiteX0" fmla="*/ 15686 w 7141683"/>
              <a:gd name="connsiteY0" fmla="*/ 6575 h 6342149"/>
              <a:gd name="connsiteX1" fmla="*/ 1758142 w 7141683"/>
              <a:gd name="connsiteY1" fmla="*/ 0 h 6342149"/>
              <a:gd name="connsiteX2" fmla="*/ 3974311 w 7141683"/>
              <a:gd name="connsiteY2" fmla="*/ 2476 h 6342149"/>
              <a:gd name="connsiteX3" fmla="*/ 7141683 w 7141683"/>
              <a:gd name="connsiteY3" fmla="*/ 3166849 h 6342149"/>
              <a:gd name="connsiteX4" fmla="*/ 4017268 w 7141683"/>
              <a:gd name="connsiteY4" fmla="*/ 6328892 h 6342149"/>
              <a:gd name="connsiteX5" fmla="*/ 1037 w 7141683"/>
              <a:gd name="connsiteY5" fmla="*/ 6342149 h 6342149"/>
              <a:gd name="connsiteX6" fmla="*/ 15686 w 7141683"/>
              <a:gd name="connsiteY6" fmla="*/ 6575 h 6342149"/>
              <a:gd name="connsiteX0" fmla="*/ 0 w 7125997"/>
              <a:gd name="connsiteY0" fmla="*/ 6575 h 6342149"/>
              <a:gd name="connsiteX1" fmla="*/ 1742456 w 7125997"/>
              <a:gd name="connsiteY1" fmla="*/ 0 h 6342149"/>
              <a:gd name="connsiteX2" fmla="*/ 3958625 w 7125997"/>
              <a:gd name="connsiteY2" fmla="*/ 2476 h 6342149"/>
              <a:gd name="connsiteX3" fmla="*/ 7125997 w 7125997"/>
              <a:gd name="connsiteY3" fmla="*/ 3166849 h 6342149"/>
              <a:gd name="connsiteX4" fmla="*/ 4001582 w 7125997"/>
              <a:gd name="connsiteY4" fmla="*/ 6328892 h 6342149"/>
              <a:gd name="connsiteX5" fmla="*/ 15039 w 7125997"/>
              <a:gd name="connsiteY5" fmla="*/ 6342149 h 6342149"/>
              <a:gd name="connsiteX6" fmla="*/ 0 w 7125997"/>
              <a:gd name="connsiteY6" fmla="*/ 6575 h 6342149"/>
              <a:gd name="connsiteX0" fmla="*/ 0 w 7120059"/>
              <a:gd name="connsiteY0" fmla="*/ 6575 h 6342149"/>
              <a:gd name="connsiteX1" fmla="*/ 1742456 w 7120059"/>
              <a:gd name="connsiteY1" fmla="*/ 0 h 6342149"/>
              <a:gd name="connsiteX2" fmla="*/ 3958625 w 7120059"/>
              <a:gd name="connsiteY2" fmla="*/ 2476 h 6342149"/>
              <a:gd name="connsiteX3" fmla="*/ 7120059 w 7120059"/>
              <a:gd name="connsiteY3" fmla="*/ 3176663 h 6342149"/>
              <a:gd name="connsiteX4" fmla="*/ 4001582 w 7120059"/>
              <a:gd name="connsiteY4" fmla="*/ 6328892 h 6342149"/>
              <a:gd name="connsiteX5" fmla="*/ 15039 w 7120059"/>
              <a:gd name="connsiteY5" fmla="*/ 6342149 h 6342149"/>
              <a:gd name="connsiteX6" fmla="*/ 0 w 7120059"/>
              <a:gd name="connsiteY6" fmla="*/ 6575 h 6342149"/>
              <a:gd name="connsiteX0" fmla="*/ 0 w 8432595"/>
              <a:gd name="connsiteY0" fmla="*/ 6575 h 6342149"/>
              <a:gd name="connsiteX1" fmla="*/ 1742456 w 8432595"/>
              <a:gd name="connsiteY1" fmla="*/ 0 h 6342149"/>
              <a:gd name="connsiteX2" fmla="*/ 3958625 w 8432595"/>
              <a:gd name="connsiteY2" fmla="*/ 2476 h 6342149"/>
              <a:gd name="connsiteX3" fmla="*/ 8432595 w 8432595"/>
              <a:gd name="connsiteY3" fmla="*/ 2964537 h 6342149"/>
              <a:gd name="connsiteX4" fmla="*/ 4001582 w 8432595"/>
              <a:gd name="connsiteY4" fmla="*/ 6328892 h 6342149"/>
              <a:gd name="connsiteX5" fmla="*/ 15039 w 8432595"/>
              <a:gd name="connsiteY5" fmla="*/ 6342149 h 6342149"/>
              <a:gd name="connsiteX6" fmla="*/ 0 w 8432595"/>
              <a:gd name="connsiteY6" fmla="*/ 6575 h 6342149"/>
              <a:gd name="connsiteX0" fmla="*/ 0 w 8432595"/>
              <a:gd name="connsiteY0" fmla="*/ 17357 h 6352931"/>
              <a:gd name="connsiteX1" fmla="*/ 1742456 w 8432595"/>
              <a:gd name="connsiteY1" fmla="*/ 10782 h 6352931"/>
              <a:gd name="connsiteX2" fmla="*/ 5947316 w 8432595"/>
              <a:gd name="connsiteY2" fmla="*/ 0 h 6352931"/>
              <a:gd name="connsiteX3" fmla="*/ 8432595 w 8432595"/>
              <a:gd name="connsiteY3" fmla="*/ 2975319 h 6352931"/>
              <a:gd name="connsiteX4" fmla="*/ 4001582 w 8432595"/>
              <a:gd name="connsiteY4" fmla="*/ 6339674 h 6352931"/>
              <a:gd name="connsiteX5" fmla="*/ 15039 w 8432595"/>
              <a:gd name="connsiteY5" fmla="*/ 6352931 h 6352931"/>
              <a:gd name="connsiteX6" fmla="*/ 0 w 8432595"/>
              <a:gd name="connsiteY6" fmla="*/ 17357 h 6352931"/>
              <a:gd name="connsiteX0" fmla="*/ 0 w 8432595"/>
              <a:gd name="connsiteY0" fmla="*/ 17357 h 6352931"/>
              <a:gd name="connsiteX1" fmla="*/ 1742456 w 8432595"/>
              <a:gd name="connsiteY1" fmla="*/ 10782 h 6352931"/>
              <a:gd name="connsiteX2" fmla="*/ 5947316 w 8432595"/>
              <a:gd name="connsiteY2" fmla="*/ 0 h 6352931"/>
              <a:gd name="connsiteX3" fmla="*/ 8432595 w 8432595"/>
              <a:gd name="connsiteY3" fmla="*/ 2975319 h 6352931"/>
              <a:gd name="connsiteX4" fmla="*/ 5990272 w 8432595"/>
              <a:gd name="connsiteY4" fmla="*/ 5928677 h 6352931"/>
              <a:gd name="connsiteX5" fmla="*/ 15039 w 8432595"/>
              <a:gd name="connsiteY5" fmla="*/ 6352931 h 6352931"/>
              <a:gd name="connsiteX6" fmla="*/ 0 w 8432595"/>
              <a:gd name="connsiteY6" fmla="*/ 17357 h 6352931"/>
              <a:gd name="connsiteX0" fmla="*/ 12628 w 8445223"/>
              <a:gd name="connsiteY0" fmla="*/ 17357 h 5941934"/>
              <a:gd name="connsiteX1" fmla="*/ 1755084 w 8445223"/>
              <a:gd name="connsiteY1" fmla="*/ 10782 h 5941934"/>
              <a:gd name="connsiteX2" fmla="*/ 5959944 w 8445223"/>
              <a:gd name="connsiteY2" fmla="*/ 0 h 5941934"/>
              <a:gd name="connsiteX3" fmla="*/ 8445223 w 8445223"/>
              <a:gd name="connsiteY3" fmla="*/ 2975319 h 5941934"/>
              <a:gd name="connsiteX4" fmla="*/ 6002900 w 8445223"/>
              <a:gd name="connsiteY4" fmla="*/ 5928677 h 5941934"/>
              <a:gd name="connsiteX5" fmla="*/ 1151 w 8445223"/>
              <a:gd name="connsiteY5" fmla="*/ 5941934 h 5941934"/>
              <a:gd name="connsiteX6" fmla="*/ 12628 w 8445223"/>
              <a:gd name="connsiteY6" fmla="*/ 17357 h 5941934"/>
              <a:gd name="connsiteX0" fmla="*/ 12628 w 8405449"/>
              <a:gd name="connsiteY0" fmla="*/ 17357 h 5941934"/>
              <a:gd name="connsiteX1" fmla="*/ 1755084 w 8405449"/>
              <a:gd name="connsiteY1" fmla="*/ 10782 h 5941934"/>
              <a:gd name="connsiteX2" fmla="*/ 5959944 w 8405449"/>
              <a:gd name="connsiteY2" fmla="*/ 0 h 5941934"/>
              <a:gd name="connsiteX3" fmla="*/ 8405449 w 8405449"/>
              <a:gd name="connsiteY3" fmla="*/ 2988577 h 5941934"/>
              <a:gd name="connsiteX4" fmla="*/ 6002900 w 8405449"/>
              <a:gd name="connsiteY4" fmla="*/ 5928677 h 5941934"/>
              <a:gd name="connsiteX5" fmla="*/ 1151 w 8405449"/>
              <a:gd name="connsiteY5" fmla="*/ 5941934 h 5941934"/>
              <a:gd name="connsiteX6" fmla="*/ 12628 w 8405449"/>
              <a:gd name="connsiteY6" fmla="*/ 17357 h 5941934"/>
              <a:gd name="connsiteX0" fmla="*/ 12628 w 8405449"/>
              <a:gd name="connsiteY0" fmla="*/ 6575 h 5931152"/>
              <a:gd name="connsiteX1" fmla="*/ 1755084 w 8405449"/>
              <a:gd name="connsiteY1" fmla="*/ 0 h 5931152"/>
              <a:gd name="connsiteX2" fmla="*/ 5986460 w 8405449"/>
              <a:gd name="connsiteY2" fmla="*/ 2476 h 5931152"/>
              <a:gd name="connsiteX3" fmla="*/ 8405449 w 8405449"/>
              <a:gd name="connsiteY3" fmla="*/ 2977795 h 5931152"/>
              <a:gd name="connsiteX4" fmla="*/ 6002900 w 8405449"/>
              <a:gd name="connsiteY4" fmla="*/ 5917895 h 5931152"/>
              <a:gd name="connsiteX5" fmla="*/ 1151 w 8405449"/>
              <a:gd name="connsiteY5" fmla="*/ 5931152 h 5931152"/>
              <a:gd name="connsiteX6" fmla="*/ 12628 w 8405449"/>
              <a:gd name="connsiteY6" fmla="*/ 6575 h 5931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405449" h="5931152">
                <a:moveTo>
                  <a:pt x="12628" y="6575"/>
                </a:moveTo>
                <a:lnTo>
                  <a:pt x="1755084" y="0"/>
                </a:lnTo>
                <a:lnTo>
                  <a:pt x="5986460" y="2476"/>
                </a:lnTo>
                <a:lnTo>
                  <a:pt x="8405449" y="2977795"/>
                </a:lnTo>
                <a:lnTo>
                  <a:pt x="6002900" y="5917895"/>
                </a:lnTo>
                <a:lnTo>
                  <a:pt x="1151" y="5931152"/>
                </a:lnTo>
                <a:cubicBezTo>
                  <a:pt x="-5526" y="3862772"/>
                  <a:pt x="19305" y="2074955"/>
                  <a:pt x="12628" y="6575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anchor="ctr">
            <a:normAutofit/>
          </a:bodyPr>
          <a:lstStyle>
            <a:lvl1pPr algn="ctr">
              <a:defRPr sz="1800" b="0" i="0">
                <a:solidFill>
                  <a:schemeClr val="tx1"/>
                </a:solidFill>
                <a:latin typeface="Lato" panose="020F0502020204030203" pitchFamily="34" charset="77"/>
                <a:ea typeface="Lato" panose="020F0502020204030203" pitchFamily="34" charset="77"/>
                <a:cs typeface="Lato" panose="020F0502020204030203" pitchFamily="34" charset="77"/>
              </a:defRPr>
            </a:lvl1pPr>
          </a:lstStyle>
          <a:p>
            <a:r>
              <a:rPr lang="en-US"/>
              <a:t>Click icon to add photo.</a:t>
            </a:r>
          </a:p>
          <a:p>
            <a:r>
              <a:rPr lang="en-US"/>
              <a:t>Or drag photo into this space.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58EB06EB-DE20-41A2-1DD8-0D8B9E4D91F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985263" y="2107936"/>
            <a:ext cx="4739846" cy="1048339"/>
          </a:xfrm>
          <a:prstGeom prst="rect">
            <a:avLst/>
          </a:prstGeom>
        </p:spPr>
        <p:txBody>
          <a:bodyPr anchor="b"/>
          <a:lstStyle>
            <a:lvl1pPr>
              <a:lnSpc>
                <a:spcPct val="90000"/>
              </a:lnSpc>
              <a:defRPr sz="3275" b="0" i="0" spc="-91">
                <a:solidFill>
                  <a:schemeClr val="tx1"/>
                </a:solidFill>
                <a:latin typeface="Lato Light" panose="020F0302020204030203" pitchFamily="34" charset="77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Create your </a:t>
            </a:r>
            <a:r>
              <a:rPr lang="en-US" err="1"/>
              <a:t>subheadline</a:t>
            </a:r>
            <a:endParaRPr lang="en-US"/>
          </a:p>
        </p:txBody>
      </p:sp>
      <p:sp>
        <p:nvSpPr>
          <p:cNvPr id="14" name="Title 12">
            <a:extLst>
              <a:ext uri="{FF2B5EF4-FFF2-40B4-BE49-F238E27FC236}">
                <a16:creationId xmlns:a16="http://schemas.microsoft.com/office/drawing/2014/main" id="{D776AD87-5DFB-D340-57F1-025C7DFD95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8724" y="365125"/>
            <a:ext cx="11274552" cy="1325563"/>
          </a:xfrm>
        </p:spPr>
        <p:txBody>
          <a:bodyPr/>
          <a:lstStyle>
            <a:lvl1pPr>
              <a:defRPr b="0" i="0">
                <a:latin typeface="+mj-lt"/>
              </a:defRPr>
            </a:lvl1pPr>
          </a:lstStyle>
          <a:p>
            <a:r>
              <a:rPr lang="en-US"/>
              <a:t>Create your headline with </a:t>
            </a:r>
            <a:r>
              <a:rPr lang="en-US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word emphasis</a:t>
            </a:r>
            <a:endParaRPr lang="en-US"/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1CA15E78-5C87-FB24-79C3-D2ECFC84505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3610" y="365124"/>
            <a:ext cx="5545319" cy="206963"/>
          </a:xfrm>
          <a:prstGeom prst="rect">
            <a:avLst/>
          </a:prstGeom>
        </p:spPr>
        <p:txBody>
          <a:bodyPr/>
          <a:lstStyle>
            <a:lvl1pPr>
              <a:defRPr sz="971" b="0" i="0" cap="all" spc="364" baseline="0">
                <a:solidFill>
                  <a:schemeClr val="tx2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GB"/>
              <a:t>EYEBROW TITLE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12FC84BC-3D78-B741-225F-DA7C7FC8300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104009" y="3287189"/>
            <a:ext cx="4556948" cy="241165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lnSpc>
                <a:spcPct val="100000"/>
              </a:lnSpc>
              <a:spcBef>
                <a:spcPts val="500"/>
              </a:spcBef>
              <a:spcAft>
                <a:spcPts val="909"/>
              </a:spcAft>
              <a:buClr>
                <a:schemeClr val="accent6"/>
              </a:buClr>
              <a:defRPr sz="1400" b="0" i="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2pPr marL="174638" indent="-174638">
              <a:lnSpc>
                <a:spcPct val="100000"/>
              </a:lnSpc>
              <a:spcBef>
                <a:spcPts val="500"/>
              </a:spcBef>
              <a:spcAft>
                <a:spcPts val="607"/>
              </a:spcAft>
              <a:buClr>
                <a:schemeClr val="tx2"/>
              </a:buClr>
              <a:buSzPct val="110000"/>
              <a:buFont typeface="Wingdings" pitchFamily="2" charset="2"/>
              <a:buChar char="§"/>
              <a:defRPr sz="1400" b="0" i="0">
                <a:solidFill>
                  <a:schemeClr val="tx1"/>
                </a:solidFill>
                <a:latin typeface="+mn-lt"/>
                <a:ea typeface="Lato" panose="020F0502020204030203" pitchFamily="34" charset="77"/>
                <a:cs typeface="Lato" panose="020F0502020204030203" pitchFamily="34" charset="77"/>
              </a:defRPr>
            </a:lvl2pPr>
            <a:lvl3pPr marL="349278" indent="-152810">
              <a:lnSpc>
                <a:spcPct val="100000"/>
              </a:lnSpc>
              <a:spcBef>
                <a:spcPts val="500"/>
              </a:spcBef>
              <a:spcAft>
                <a:spcPts val="303"/>
              </a:spcAft>
              <a:buClr>
                <a:schemeClr val="tx2"/>
              </a:buClr>
              <a:buFont typeface="System Font Regular"/>
              <a:buChar char="⁃"/>
              <a:defRPr sz="1400" b="0" i="0">
                <a:solidFill>
                  <a:schemeClr val="tx1"/>
                </a:solidFill>
                <a:latin typeface="+mn-lt"/>
                <a:ea typeface="Lato" panose="020F0502020204030203" pitchFamily="34" charset="77"/>
                <a:cs typeface="Lato" panose="020F0502020204030203" pitchFamily="34" charset="77"/>
              </a:defRPr>
            </a:lvl3pPr>
            <a:lvl4pPr marL="1600085" indent="-228584">
              <a:lnSpc>
                <a:spcPct val="130000"/>
              </a:lnSpc>
              <a:buClr>
                <a:schemeClr val="accent6"/>
              </a:buClr>
              <a:buFont typeface="System Font Regular"/>
              <a:buChar char="-"/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30000"/>
              </a:lnSpc>
              <a:buClr>
                <a:schemeClr val="accent6"/>
              </a:buClr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/>
              <a:t>First Level.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</a:t>
            </a:r>
          </a:p>
          <a:p>
            <a:pPr lvl="1"/>
            <a:r>
              <a:rPr lang="en-US"/>
              <a:t>Second level – indent to go to this style. </a:t>
            </a:r>
          </a:p>
          <a:p>
            <a:pPr lvl="2"/>
            <a:r>
              <a:rPr lang="en-US"/>
              <a:t>Third level – indent again to go to this style</a:t>
            </a:r>
          </a:p>
        </p:txBody>
      </p:sp>
      <p:sp>
        <p:nvSpPr>
          <p:cNvPr id="26" name="Date Placeholder 25">
            <a:extLst>
              <a:ext uri="{FF2B5EF4-FFF2-40B4-BE49-F238E27FC236}">
                <a16:creationId xmlns:a16="http://schemas.microsoft.com/office/drawing/2014/main" id="{812CE8AC-32C0-1BE7-E79A-4D0E7F83039E}"/>
              </a:ext>
            </a:extLst>
          </p:cNvPr>
          <p:cNvSpPr>
            <a:spLocks noGrp="1"/>
          </p:cNvSpPr>
          <p:nvPr>
            <p:ph type="dt" sz="half" idx="3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Footer Placeholder 26">
            <a:extLst>
              <a:ext uri="{FF2B5EF4-FFF2-40B4-BE49-F238E27FC236}">
                <a16:creationId xmlns:a16="http://schemas.microsoft.com/office/drawing/2014/main" id="{34C236B7-F9D9-3E63-A15D-6CE2D6E81958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/>
        <p:txBody>
          <a:bodyPr/>
          <a:lstStyle/>
          <a:p>
            <a:r>
              <a:rPr lang="en-US"/>
              <a:t>Copyright © 2026 Kinaxis. All Rights Reserved. Access limited to internal use only.</a:t>
            </a:r>
          </a:p>
        </p:txBody>
      </p:sp>
      <p:sp>
        <p:nvSpPr>
          <p:cNvPr id="28" name="Slide Number Placeholder 27">
            <a:extLst>
              <a:ext uri="{FF2B5EF4-FFF2-40B4-BE49-F238E27FC236}">
                <a16:creationId xmlns:a16="http://schemas.microsoft.com/office/drawing/2014/main" id="{05CD8F67-18A3-24F5-8D84-C814031FACA2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F1488A8B-C121-C846-AEE5-0D98B869D111}" type="slidenum">
              <a:rPr lang="en-US" sz="800" smtClean="0">
                <a:cs typeface="Calibri" panose="020F0502020204030204" pitchFamily="34" charset="0"/>
              </a:rPr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9681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lite_with_Chevr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E75727A-9C2D-5E0A-0CEE-D40EAADC9A54}"/>
              </a:ext>
            </a:extLst>
          </p:cNvPr>
          <p:cNvSpPr/>
          <p:nvPr userDrawn="1"/>
        </p:nvSpPr>
        <p:spPr>
          <a:xfrm>
            <a:off x="-306813" y="0"/>
            <a:ext cx="12500109" cy="6072800"/>
          </a:xfrm>
          <a:custGeom>
            <a:avLst/>
            <a:gdLst/>
            <a:ahLst/>
            <a:cxnLst/>
            <a:rect l="l" t="t" r="r" b="b"/>
            <a:pathLst>
              <a:path w="20104100" h="7183120">
                <a:moveTo>
                  <a:pt x="20104099" y="0"/>
                </a:moveTo>
                <a:lnTo>
                  <a:pt x="0" y="0"/>
                </a:lnTo>
                <a:lnTo>
                  <a:pt x="0" y="7183027"/>
                </a:lnTo>
                <a:lnTo>
                  <a:pt x="20104099" y="7183027"/>
                </a:lnTo>
                <a:lnTo>
                  <a:pt x="20104099" y="0"/>
                </a:lnTo>
                <a:close/>
              </a:path>
            </a:pathLst>
          </a:custGeom>
          <a:solidFill>
            <a:srgbClr val="EAF1F1"/>
          </a:solidFill>
        </p:spPr>
        <p:txBody>
          <a:bodyPr wrap="square" lIns="0" tIns="0" rIns="0" bIns="0" rtlCol="0"/>
          <a:lstStyle/>
          <a:p>
            <a:endParaRPr b="0" i="0">
              <a:latin typeface="Lato" panose="020F0502020204030203" pitchFamily="34" charset="77"/>
            </a:endParaRPr>
          </a:p>
        </p:txBody>
      </p:sp>
      <p:sp>
        <p:nvSpPr>
          <p:cNvPr id="5" name="Picture Placeholder 9">
            <a:extLst>
              <a:ext uri="{FF2B5EF4-FFF2-40B4-BE49-F238E27FC236}">
                <a16:creationId xmlns:a16="http://schemas.microsoft.com/office/drawing/2014/main" id="{1BBF494C-809B-A1D8-7F95-9E6BD1127B8E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0" y="1"/>
            <a:ext cx="6207507" cy="6072799"/>
          </a:xfrm>
          <a:custGeom>
            <a:avLst/>
            <a:gdLst>
              <a:gd name="connsiteX0" fmla="*/ 0 w 11490562"/>
              <a:gd name="connsiteY0" fmla="*/ 0 h 10014495"/>
              <a:gd name="connsiteX1" fmla="*/ 8006419 w 11490562"/>
              <a:gd name="connsiteY1" fmla="*/ 0 h 10014495"/>
              <a:gd name="connsiteX2" fmla="*/ 8006419 w 11490562"/>
              <a:gd name="connsiteY2" fmla="*/ 0 h 10014495"/>
              <a:gd name="connsiteX3" fmla="*/ 11490562 w 11490562"/>
              <a:gd name="connsiteY3" fmla="*/ 5007248 h 10014495"/>
              <a:gd name="connsiteX4" fmla="*/ 8006419 w 11490562"/>
              <a:gd name="connsiteY4" fmla="*/ 10014495 h 10014495"/>
              <a:gd name="connsiteX5" fmla="*/ 8006419 w 11490562"/>
              <a:gd name="connsiteY5" fmla="*/ 10014495 h 10014495"/>
              <a:gd name="connsiteX6" fmla="*/ 0 w 11490562"/>
              <a:gd name="connsiteY6" fmla="*/ 10014495 h 10014495"/>
              <a:gd name="connsiteX7" fmla="*/ 0 w 11490562"/>
              <a:gd name="connsiteY7" fmla="*/ 0 h 10014495"/>
              <a:gd name="connsiteX0" fmla="*/ 1297172 w 11490562"/>
              <a:gd name="connsiteY0" fmla="*/ 0 h 10014495"/>
              <a:gd name="connsiteX1" fmla="*/ 8006419 w 11490562"/>
              <a:gd name="connsiteY1" fmla="*/ 0 h 10014495"/>
              <a:gd name="connsiteX2" fmla="*/ 8006419 w 11490562"/>
              <a:gd name="connsiteY2" fmla="*/ 0 h 10014495"/>
              <a:gd name="connsiteX3" fmla="*/ 11490562 w 11490562"/>
              <a:gd name="connsiteY3" fmla="*/ 5007248 h 10014495"/>
              <a:gd name="connsiteX4" fmla="*/ 8006419 w 11490562"/>
              <a:gd name="connsiteY4" fmla="*/ 10014495 h 10014495"/>
              <a:gd name="connsiteX5" fmla="*/ 8006419 w 11490562"/>
              <a:gd name="connsiteY5" fmla="*/ 10014495 h 10014495"/>
              <a:gd name="connsiteX6" fmla="*/ 0 w 11490562"/>
              <a:gd name="connsiteY6" fmla="*/ 10014495 h 10014495"/>
              <a:gd name="connsiteX7" fmla="*/ 1297172 w 11490562"/>
              <a:gd name="connsiteY7" fmla="*/ 0 h 10014495"/>
              <a:gd name="connsiteX0" fmla="*/ 42530 w 10235920"/>
              <a:gd name="connsiteY0" fmla="*/ 0 h 10014495"/>
              <a:gd name="connsiteX1" fmla="*/ 6751777 w 10235920"/>
              <a:gd name="connsiteY1" fmla="*/ 0 h 10014495"/>
              <a:gd name="connsiteX2" fmla="*/ 6751777 w 10235920"/>
              <a:gd name="connsiteY2" fmla="*/ 0 h 10014495"/>
              <a:gd name="connsiteX3" fmla="*/ 10235920 w 10235920"/>
              <a:gd name="connsiteY3" fmla="*/ 5007248 h 10014495"/>
              <a:gd name="connsiteX4" fmla="*/ 6751777 w 10235920"/>
              <a:gd name="connsiteY4" fmla="*/ 10014495 h 10014495"/>
              <a:gd name="connsiteX5" fmla="*/ 6751777 w 10235920"/>
              <a:gd name="connsiteY5" fmla="*/ 10014495 h 10014495"/>
              <a:gd name="connsiteX6" fmla="*/ 0 w 10235920"/>
              <a:gd name="connsiteY6" fmla="*/ 10014495 h 10014495"/>
              <a:gd name="connsiteX7" fmla="*/ 42530 w 10235920"/>
              <a:gd name="connsiteY7" fmla="*/ 0 h 100144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235920" h="10014495">
                <a:moveTo>
                  <a:pt x="42530" y="0"/>
                </a:moveTo>
                <a:lnTo>
                  <a:pt x="6751777" y="0"/>
                </a:lnTo>
                <a:lnTo>
                  <a:pt x="6751777" y="0"/>
                </a:lnTo>
                <a:lnTo>
                  <a:pt x="10235920" y="5007248"/>
                </a:lnTo>
                <a:lnTo>
                  <a:pt x="6751777" y="10014495"/>
                </a:lnTo>
                <a:lnTo>
                  <a:pt x="6751777" y="10014495"/>
                </a:lnTo>
                <a:lnTo>
                  <a:pt x="0" y="10014495"/>
                </a:lnTo>
                <a:lnTo>
                  <a:pt x="42530" y="0"/>
                </a:lnTo>
                <a:close/>
              </a:path>
            </a:pathLst>
          </a:custGeom>
          <a:solidFill>
            <a:schemeClr val="tx2"/>
          </a:solidFill>
        </p:spPr>
        <p:txBody>
          <a:bodyPr>
            <a:normAutofit/>
          </a:bodyPr>
          <a:lstStyle>
            <a:lvl1pPr>
              <a:defRPr sz="16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r>
              <a:rPr lang="en-US"/>
              <a:t>Click icon to add photo.</a:t>
            </a:r>
          </a:p>
          <a:p>
            <a:r>
              <a:rPr lang="en-US"/>
              <a:t>Or drag photo into this space.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81F87E1-43A2-EA04-997E-7F94E1EE7B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1581" y="2654704"/>
            <a:ext cx="3972316" cy="763391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>
              <a:lnSpc>
                <a:spcPct val="80000"/>
              </a:lnSpc>
              <a:tabLst/>
              <a:defRPr sz="6000" b="0" i="0" spc="-91">
                <a:solidFill>
                  <a:schemeClr val="bg1"/>
                </a:solidFill>
                <a:latin typeface="+mj-lt"/>
                <a:ea typeface="Lato" panose="020F0502020204030203" pitchFamily="34" charset="77"/>
                <a:cs typeface="Lato" panose="020F0502020204030203" pitchFamily="34" charset="77"/>
              </a:defRPr>
            </a:lvl1pPr>
          </a:lstStyle>
          <a:p>
            <a:r>
              <a:rPr lang="en-US"/>
              <a:t>Create your headline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8598BB05-5DD6-D682-930F-1BFE1A7CABD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614556" y="1617743"/>
            <a:ext cx="5110553" cy="1048339"/>
          </a:xfrm>
          <a:prstGeom prst="rect">
            <a:avLst/>
          </a:prstGeom>
        </p:spPr>
        <p:txBody>
          <a:bodyPr anchor="b"/>
          <a:lstStyle>
            <a:lvl1pPr>
              <a:lnSpc>
                <a:spcPct val="90000"/>
              </a:lnSpc>
              <a:defRPr sz="3275" b="0" i="0" spc="-91">
                <a:solidFill>
                  <a:schemeClr val="tx1"/>
                </a:solidFill>
                <a:latin typeface="Lato Light" panose="020F0302020204030203" pitchFamily="34" charset="77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 err="1"/>
              <a:t>Subheadline</a:t>
            </a:r>
            <a:r>
              <a:rPr lang="en-US"/>
              <a:t> with </a:t>
            </a:r>
            <a:r>
              <a:rPr lang="en-US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word emphasis</a:t>
            </a:r>
            <a:endParaRPr lang="en-US"/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E236696A-2A99-644B-B99B-376E37BB501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721311" y="2796996"/>
            <a:ext cx="4939646" cy="241165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lnSpc>
                <a:spcPct val="100000"/>
              </a:lnSpc>
              <a:spcBef>
                <a:spcPts val="500"/>
              </a:spcBef>
              <a:spcAft>
                <a:spcPts val="909"/>
              </a:spcAft>
              <a:buClr>
                <a:schemeClr val="accent6"/>
              </a:buClr>
              <a:defRPr sz="1400" b="0" i="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2pPr marL="174638" indent="-174638">
              <a:lnSpc>
                <a:spcPct val="100000"/>
              </a:lnSpc>
              <a:spcBef>
                <a:spcPts val="500"/>
              </a:spcBef>
              <a:spcAft>
                <a:spcPts val="607"/>
              </a:spcAft>
              <a:buClr>
                <a:schemeClr val="tx2"/>
              </a:buClr>
              <a:buSzPct val="110000"/>
              <a:buFont typeface="Wingdings" pitchFamily="2" charset="2"/>
              <a:buChar char="§"/>
              <a:defRPr sz="1400" b="0" i="0">
                <a:solidFill>
                  <a:schemeClr val="tx1"/>
                </a:solidFill>
                <a:latin typeface="+mn-lt"/>
                <a:ea typeface="Lato" panose="020F0502020204030203" pitchFamily="34" charset="77"/>
                <a:cs typeface="Lato" panose="020F0502020204030203" pitchFamily="34" charset="77"/>
              </a:defRPr>
            </a:lvl2pPr>
            <a:lvl3pPr marL="349278" indent="-152810">
              <a:lnSpc>
                <a:spcPct val="100000"/>
              </a:lnSpc>
              <a:spcBef>
                <a:spcPts val="500"/>
              </a:spcBef>
              <a:spcAft>
                <a:spcPts val="303"/>
              </a:spcAft>
              <a:buClr>
                <a:schemeClr val="tx2"/>
              </a:buClr>
              <a:buFont typeface="System Font Regular"/>
              <a:buChar char="⁃"/>
              <a:defRPr sz="1400" b="0" i="0">
                <a:solidFill>
                  <a:schemeClr val="tx1"/>
                </a:solidFill>
                <a:latin typeface="+mn-lt"/>
                <a:ea typeface="Lato" panose="020F0502020204030203" pitchFamily="34" charset="77"/>
                <a:cs typeface="Lato" panose="020F0502020204030203" pitchFamily="34" charset="77"/>
              </a:defRPr>
            </a:lvl3pPr>
            <a:lvl4pPr marL="1600085" indent="-228584">
              <a:lnSpc>
                <a:spcPct val="130000"/>
              </a:lnSpc>
              <a:buClr>
                <a:schemeClr val="accent6"/>
              </a:buClr>
              <a:buFont typeface="System Font Regular"/>
              <a:buChar char="-"/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30000"/>
              </a:lnSpc>
              <a:buClr>
                <a:schemeClr val="accent6"/>
              </a:buClr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/>
              <a:t>First Level.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</a:t>
            </a:r>
          </a:p>
          <a:p>
            <a:pPr lvl="1"/>
            <a:r>
              <a:rPr lang="en-US"/>
              <a:t>Second level – indent to go to this style. </a:t>
            </a:r>
          </a:p>
          <a:p>
            <a:pPr lvl="2"/>
            <a:r>
              <a:rPr lang="en-US"/>
              <a:t>Third level – indent again to go to this style</a:t>
            </a:r>
          </a:p>
        </p:txBody>
      </p:sp>
      <p:sp>
        <p:nvSpPr>
          <p:cNvPr id="30" name="Date Placeholder 29">
            <a:extLst>
              <a:ext uri="{FF2B5EF4-FFF2-40B4-BE49-F238E27FC236}">
                <a16:creationId xmlns:a16="http://schemas.microsoft.com/office/drawing/2014/main" id="{31C0BDC0-6718-94F2-DCC0-FC2F473A1DBA}"/>
              </a:ext>
            </a:extLst>
          </p:cNvPr>
          <p:cNvSpPr>
            <a:spLocks noGrp="1"/>
          </p:cNvSpPr>
          <p:nvPr>
            <p:ph type="dt" sz="half" idx="3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1" name="Footer Placeholder 30">
            <a:extLst>
              <a:ext uri="{FF2B5EF4-FFF2-40B4-BE49-F238E27FC236}">
                <a16:creationId xmlns:a16="http://schemas.microsoft.com/office/drawing/2014/main" id="{F5059048-6C86-C57F-937D-992C088C30F7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/>
        <p:txBody>
          <a:bodyPr/>
          <a:lstStyle/>
          <a:p>
            <a:r>
              <a:rPr lang="en-US"/>
              <a:t>Copyright © 2026 Kinaxis. All Rights Reserved. Access limited to internal use only.</a:t>
            </a:r>
          </a:p>
        </p:txBody>
      </p:sp>
      <p:sp>
        <p:nvSpPr>
          <p:cNvPr id="32" name="Slide Number Placeholder 31">
            <a:extLst>
              <a:ext uri="{FF2B5EF4-FFF2-40B4-BE49-F238E27FC236}">
                <a16:creationId xmlns:a16="http://schemas.microsoft.com/office/drawing/2014/main" id="{1D471BC4-DA84-B214-4EEC-E6BD3D511AC4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F1488A8B-C121-C846-AEE5-0D98B869D111}" type="slidenum">
              <a:rPr lang="en-US" sz="800" smtClean="0">
                <a:cs typeface="Calibri" panose="020F0502020204030204" pitchFamily="34" charset="0"/>
              </a:rPr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0097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ast_Slide_Teal_with_contac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DAFA7496-2DAB-34C2-6A76-8D1C7A877EB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25476" y="2138381"/>
            <a:ext cx="4254801" cy="1791771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D1AC0CB-D79E-80A8-B329-B678E417126E}"/>
              </a:ext>
            </a:extLst>
          </p:cNvPr>
          <p:cNvCxnSpPr>
            <a:cxnSpLocks/>
          </p:cNvCxnSpPr>
          <p:nvPr userDrawn="1"/>
        </p:nvCxnSpPr>
        <p:spPr>
          <a:xfrm>
            <a:off x="6205980" y="1912337"/>
            <a:ext cx="0" cy="284479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6BCE1DB5-21B3-DB3A-6A7D-C29427FB387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94061" y="2212079"/>
            <a:ext cx="3920053" cy="2305971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90000"/>
              </a:lnSpc>
              <a:defRPr sz="2304" b="0" i="0" spc="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2pPr marL="0">
              <a:lnSpc>
                <a:spcPct val="122000"/>
              </a:lnSpc>
              <a:defRPr sz="2123" b="0" i="0" spc="-91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2pPr>
            <a:lvl3pPr>
              <a:lnSpc>
                <a:spcPts val="3639"/>
              </a:lnSpc>
              <a:defRPr sz="3275" spc="-91">
                <a:solidFill>
                  <a:schemeClr val="bg1"/>
                </a:solidFill>
              </a:defRPr>
            </a:lvl3pPr>
            <a:lvl4pPr>
              <a:lnSpc>
                <a:spcPts val="3639"/>
              </a:lnSpc>
              <a:defRPr sz="3275" spc="-91">
                <a:solidFill>
                  <a:schemeClr val="bg1"/>
                </a:solidFill>
              </a:defRPr>
            </a:lvl4pPr>
            <a:lvl5pPr>
              <a:lnSpc>
                <a:spcPts val="3639"/>
              </a:lnSpc>
              <a:defRPr sz="3275" spc="-91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First Name Last Name</a:t>
            </a:r>
          </a:p>
          <a:p>
            <a:pPr lvl="1"/>
            <a:r>
              <a:rPr lang="en-GB"/>
              <a:t>Contact  Email / Number</a:t>
            </a:r>
          </a:p>
        </p:txBody>
      </p:sp>
      <p:grpSp>
        <p:nvGrpSpPr>
          <p:cNvPr id="5" name="Graphic 5">
            <a:extLst>
              <a:ext uri="{FF2B5EF4-FFF2-40B4-BE49-F238E27FC236}">
                <a16:creationId xmlns:a16="http://schemas.microsoft.com/office/drawing/2014/main" id="{BEE089D2-6B45-453F-C0D6-2A039B37E6BB}"/>
              </a:ext>
            </a:extLst>
          </p:cNvPr>
          <p:cNvGrpSpPr/>
          <p:nvPr userDrawn="1"/>
        </p:nvGrpSpPr>
        <p:grpSpPr>
          <a:xfrm>
            <a:off x="1881195" y="3634356"/>
            <a:ext cx="3543361" cy="348811"/>
            <a:chOff x="6956927" y="6242050"/>
            <a:chExt cx="5842856" cy="575214"/>
          </a:xfrm>
          <a:solidFill>
            <a:schemeClr val="tx1"/>
          </a:solidFill>
        </p:grpSpPr>
        <p:grpSp>
          <p:nvGrpSpPr>
            <p:cNvPr id="8" name="Graphic 5">
              <a:extLst>
                <a:ext uri="{FF2B5EF4-FFF2-40B4-BE49-F238E27FC236}">
                  <a16:creationId xmlns:a16="http://schemas.microsoft.com/office/drawing/2014/main" id="{F4E03743-2AFD-F968-B2B3-02AA21819D9C}"/>
                </a:ext>
              </a:extLst>
            </p:cNvPr>
            <p:cNvGrpSpPr/>
            <p:nvPr/>
          </p:nvGrpSpPr>
          <p:grpSpPr>
            <a:xfrm>
              <a:off x="7688223" y="6418643"/>
              <a:ext cx="5111559" cy="326516"/>
              <a:chOff x="7688223" y="6418643"/>
              <a:chExt cx="5111559" cy="326516"/>
            </a:xfrm>
            <a:grpFill/>
          </p:grpSpPr>
          <p:sp>
            <p:nvSpPr>
              <p:cNvPr id="10" name="Freeform 9">
                <a:extLst>
                  <a:ext uri="{FF2B5EF4-FFF2-40B4-BE49-F238E27FC236}">
                    <a16:creationId xmlns:a16="http://schemas.microsoft.com/office/drawing/2014/main" id="{D8673125-4E19-E47A-6C71-C0593E2D8468}"/>
                  </a:ext>
                </a:extLst>
              </p:cNvPr>
              <p:cNvSpPr/>
              <p:nvPr/>
            </p:nvSpPr>
            <p:spPr>
              <a:xfrm>
                <a:off x="7688223" y="6435217"/>
                <a:ext cx="164698" cy="247078"/>
              </a:xfrm>
              <a:custGeom>
                <a:avLst/>
                <a:gdLst>
                  <a:gd name="connsiteX0" fmla="*/ 72787 w 164698"/>
                  <a:gd name="connsiteY0" fmla="*/ 0 h 247078"/>
                  <a:gd name="connsiteX1" fmla="*/ 113510 w 164698"/>
                  <a:gd name="connsiteY1" fmla="*/ 5429 h 247078"/>
                  <a:gd name="connsiteX2" fmla="*/ 142149 w 164698"/>
                  <a:gd name="connsiteY2" fmla="*/ 20860 h 247078"/>
                  <a:gd name="connsiteX3" fmla="*/ 159085 w 164698"/>
                  <a:gd name="connsiteY3" fmla="*/ 45053 h 247078"/>
                  <a:gd name="connsiteX4" fmla="*/ 164699 w 164698"/>
                  <a:gd name="connsiteY4" fmla="*/ 76581 h 247078"/>
                  <a:gd name="connsiteX5" fmla="*/ 158705 w 164698"/>
                  <a:gd name="connsiteY5" fmla="*/ 108109 h 247078"/>
                  <a:gd name="connsiteX6" fmla="*/ 141007 w 164698"/>
                  <a:gd name="connsiteY6" fmla="*/ 132779 h 247078"/>
                  <a:gd name="connsiteX7" fmla="*/ 112273 w 164698"/>
                  <a:gd name="connsiteY7" fmla="*/ 148876 h 247078"/>
                  <a:gd name="connsiteX8" fmla="*/ 72787 w 164698"/>
                  <a:gd name="connsiteY8" fmla="*/ 154686 h 247078"/>
                  <a:gd name="connsiteX9" fmla="*/ 33206 w 164698"/>
                  <a:gd name="connsiteY9" fmla="*/ 154686 h 247078"/>
                  <a:gd name="connsiteX10" fmla="*/ 33206 w 164698"/>
                  <a:gd name="connsiteY10" fmla="*/ 247079 h 247078"/>
                  <a:gd name="connsiteX11" fmla="*/ 0 w 164698"/>
                  <a:gd name="connsiteY11" fmla="*/ 247079 h 247078"/>
                  <a:gd name="connsiteX12" fmla="*/ 0 w 164698"/>
                  <a:gd name="connsiteY12" fmla="*/ 0 h 247078"/>
                  <a:gd name="connsiteX13" fmla="*/ 72882 w 164698"/>
                  <a:gd name="connsiteY13" fmla="*/ 0 h 247078"/>
                  <a:gd name="connsiteX14" fmla="*/ 72787 w 164698"/>
                  <a:gd name="connsiteY14" fmla="*/ 128111 h 247078"/>
                  <a:gd name="connsiteX15" fmla="*/ 98001 w 164698"/>
                  <a:gd name="connsiteY15" fmla="*/ 124301 h 247078"/>
                  <a:gd name="connsiteX16" fmla="*/ 116459 w 164698"/>
                  <a:gd name="connsiteY16" fmla="*/ 113729 h 247078"/>
                  <a:gd name="connsiteX17" fmla="*/ 127782 w 164698"/>
                  <a:gd name="connsiteY17" fmla="*/ 97441 h 247078"/>
                  <a:gd name="connsiteX18" fmla="*/ 131588 w 164698"/>
                  <a:gd name="connsiteY18" fmla="*/ 76581 h 247078"/>
                  <a:gd name="connsiteX19" fmla="*/ 117030 w 164698"/>
                  <a:gd name="connsiteY19" fmla="*/ 39719 h 247078"/>
                  <a:gd name="connsiteX20" fmla="*/ 72882 w 164698"/>
                  <a:gd name="connsiteY20" fmla="*/ 26479 h 247078"/>
                  <a:gd name="connsiteX21" fmla="*/ 33301 w 164698"/>
                  <a:gd name="connsiteY21" fmla="*/ 26479 h 247078"/>
                  <a:gd name="connsiteX22" fmla="*/ 33301 w 164698"/>
                  <a:gd name="connsiteY22" fmla="*/ 128207 h 247078"/>
                  <a:gd name="connsiteX23" fmla="*/ 72882 w 164698"/>
                  <a:gd name="connsiteY23" fmla="*/ 128207 h 2470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64698" h="247078">
                    <a:moveTo>
                      <a:pt x="72787" y="0"/>
                    </a:moveTo>
                    <a:cubicBezTo>
                      <a:pt x="88391" y="0"/>
                      <a:pt x="101997" y="1810"/>
                      <a:pt x="113510" y="5429"/>
                    </a:cubicBezTo>
                    <a:cubicBezTo>
                      <a:pt x="125023" y="9049"/>
                      <a:pt x="134632" y="14192"/>
                      <a:pt x="142149" y="20860"/>
                    </a:cubicBezTo>
                    <a:cubicBezTo>
                      <a:pt x="149761" y="27527"/>
                      <a:pt x="155374" y="35528"/>
                      <a:pt x="159085" y="45053"/>
                    </a:cubicBezTo>
                    <a:cubicBezTo>
                      <a:pt x="162796" y="54483"/>
                      <a:pt x="164699" y="64960"/>
                      <a:pt x="164699" y="76581"/>
                    </a:cubicBezTo>
                    <a:cubicBezTo>
                      <a:pt x="164699" y="88202"/>
                      <a:pt x="162701" y="98584"/>
                      <a:pt x="158705" y="108109"/>
                    </a:cubicBezTo>
                    <a:cubicBezTo>
                      <a:pt x="154708" y="117634"/>
                      <a:pt x="148809" y="125920"/>
                      <a:pt x="141007" y="132779"/>
                    </a:cubicBezTo>
                    <a:cubicBezTo>
                      <a:pt x="133300" y="139636"/>
                      <a:pt x="123691" y="145066"/>
                      <a:pt x="112273" y="148876"/>
                    </a:cubicBezTo>
                    <a:cubicBezTo>
                      <a:pt x="100855" y="152686"/>
                      <a:pt x="87725" y="154686"/>
                      <a:pt x="72787" y="154686"/>
                    </a:cubicBezTo>
                    <a:lnTo>
                      <a:pt x="33206" y="154686"/>
                    </a:lnTo>
                    <a:lnTo>
                      <a:pt x="33206" y="247079"/>
                    </a:lnTo>
                    <a:lnTo>
                      <a:pt x="0" y="247079"/>
                    </a:lnTo>
                    <a:lnTo>
                      <a:pt x="0" y="0"/>
                    </a:lnTo>
                    <a:lnTo>
                      <a:pt x="72882" y="0"/>
                    </a:lnTo>
                    <a:close/>
                    <a:moveTo>
                      <a:pt x="72787" y="128111"/>
                    </a:moveTo>
                    <a:cubicBezTo>
                      <a:pt x="82302" y="128111"/>
                      <a:pt x="90675" y="126873"/>
                      <a:pt x="98001" y="124301"/>
                    </a:cubicBezTo>
                    <a:cubicBezTo>
                      <a:pt x="105327" y="121730"/>
                      <a:pt x="111417" y="118205"/>
                      <a:pt x="116459" y="113729"/>
                    </a:cubicBezTo>
                    <a:cubicBezTo>
                      <a:pt x="121502" y="109156"/>
                      <a:pt x="125213" y="103727"/>
                      <a:pt x="127782" y="97441"/>
                    </a:cubicBezTo>
                    <a:cubicBezTo>
                      <a:pt x="130351" y="91154"/>
                      <a:pt x="131588" y="84201"/>
                      <a:pt x="131588" y="76581"/>
                    </a:cubicBezTo>
                    <a:cubicBezTo>
                      <a:pt x="131588" y="60865"/>
                      <a:pt x="126735" y="48577"/>
                      <a:pt x="117030" y="39719"/>
                    </a:cubicBezTo>
                    <a:cubicBezTo>
                      <a:pt x="107325" y="30861"/>
                      <a:pt x="92578" y="26479"/>
                      <a:pt x="72882" y="26479"/>
                    </a:cubicBezTo>
                    <a:lnTo>
                      <a:pt x="33301" y="26479"/>
                    </a:lnTo>
                    <a:lnTo>
                      <a:pt x="33301" y="128207"/>
                    </a:lnTo>
                    <a:lnTo>
                      <a:pt x="72882" y="128207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" name="Freeform 10">
                <a:extLst>
                  <a:ext uri="{FF2B5EF4-FFF2-40B4-BE49-F238E27FC236}">
                    <a16:creationId xmlns:a16="http://schemas.microsoft.com/office/drawing/2014/main" id="{F5E524C1-9FA5-6BD2-BB34-F4353F1DB06E}"/>
                  </a:ext>
                </a:extLst>
              </p:cNvPr>
              <p:cNvSpPr/>
              <p:nvPr/>
            </p:nvSpPr>
            <p:spPr>
              <a:xfrm>
                <a:off x="7865196" y="6504844"/>
                <a:ext cx="166506" cy="179832"/>
              </a:xfrm>
              <a:custGeom>
                <a:avLst/>
                <a:gdLst>
                  <a:gd name="connsiteX0" fmla="*/ 83444 w 166506"/>
                  <a:gd name="connsiteY0" fmla="*/ 0 h 179832"/>
                  <a:gd name="connsiteX1" fmla="*/ 117887 w 166506"/>
                  <a:gd name="connsiteY1" fmla="*/ 6382 h 179832"/>
                  <a:gd name="connsiteX2" fmla="*/ 144052 w 166506"/>
                  <a:gd name="connsiteY2" fmla="*/ 24479 h 179832"/>
                  <a:gd name="connsiteX3" fmla="*/ 160703 w 166506"/>
                  <a:gd name="connsiteY3" fmla="*/ 52864 h 179832"/>
                  <a:gd name="connsiteX4" fmla="*/ 166507 w 166506"/>
                  <a:gd name="connsiteY4" fmla="*/ 90011 h 179832"/>
                  <a:gd name="connsiteX5" fmla="*/ 160703 w 166506"/>
                  <a:gd name="connsiteY5" fmla="*/ 127254 h 179832"/>
                  <a:gd name="connsiteX6" fmla="*/ 144052 w 166506"/>
                  <a:gd name="connsiteY6" fmla="*/ 155543 h 179832"/>
                  <a:gd name="connsiteX7" fmla="*/ 117887 w 166506"/>
                  <a:gd name="connsiteY7" fmla="*/ 173546 h 179832"/>
                  <a:gd name="connsiteX8" fmla="*/ 83444 w 166506"/>
                  <a:gd name="connsiteY8" fmla="*/ 179832 h 179832"/>
                  <a:gd name="connsiteX9" fmla="*/ 48715 w 166506"/>
                  <a:gd name="connsiteY9" fmla="*/ 173546 h 179832"/>
                  <a:gd name="connsiteX10" fmla="*/ 22455 w 166506"/>
                  <a:gd name="connsiteY10" fmla="*/ 155543 h 179832"/>
                  <a:gd name="connsiteX11" fmla="*/ 5804 w 166506"/>
                  <a:gd name="connsiteY11" fmla="*/ 127254 h 179832"/>
                  <a:gd name="connsiteX12" fmla="*/ 0 w 166506"/>
                  <a:gd name="connsiteY12" fmla="*/ 90011 h 179832"/>
                  <a:gd name="connsiteX13" fmla="*/ 5804 w 166506"/>
                  <a:gd name="connsiteY13" fmla="*/ 52864 h 179832"/>
                  <a:gd name="connsiteX14" fmla="*/ 22455 w 166506"/>
                  <a:gd name="connsiteY14" fmla="*/ 24479 h 179832"/>
                  <a:gd name="connsiteX15" fmla="*/ 48715 w 166506"/>
                  <a:gd name="connsiteY15" fmla="*/ 6382 h 179832"/>
                  <a:gd name="connsiteX16" fmla="*/ 83444 w 166506"/>
                  <a:gd name="connsiteY16" fmla="*/ 0 h 179832"/>
                  <a:gd name="connsiteX17" fmla="*/ 83444 w 166506"/>
                  <a:gd name="connsiteY17" fmla="*/ 155829 h 179832"/>
                  <a:gd name="connsiteX18" fmla="*/ 121978 w 166506"/>
                  <a:gd name="connsiteY18" fmla="*/ 138494 h 179832"/>
                  <a:gd name="connsiteX19" fmla="*/ 134728 w 166506"/>
                  <a:gd name="connsiteY19" fmla="*/ 90106 h 179832"/>
                  <a:gd name="connsiteX20" fmla="*/ 121978 w 166506"/>
                  <a:gd name="connsiteY20" fmla="*/ 41434 h 179832"/>
                  <a:gd name="connsiteX21" fmla="*/ 83444 w 166506"/>
                  <a:gd name="connsiteY21" fmla="*/ 24003 h 179832"/>
                  <a:gd name="connsiteX22" fmla="*/ 60608 w 166506"/>
                  <a:gd name="connsiteY22" fmla="*/ 28480 h 179832"/>
                  <a:gd name="connsiteX23" fmla="*/ 44433 w 166506"/>
                  <a:gd name="connsiteY23" fmla="*/ 41434 h 179832"/>
                  <a:gd name="connsiteX24" fmla="*/ 34824 w 166506"/>
                  <a:gd name="connsiteY24" fmla="*/ 62198 h 179832"/>
                  <a:gd name="connsiteX25" fmla="*/ 31684 w 166506"/>
                  <a:gd name="connsiteY25" fmla="*/ 90011 h 179832"/>
                  <a:gd name="connsiteX26" fmla="*/ 44529 w 166506"/>
                  <a:gd name="connsiteY26" fmla="*/ 138398 h 179832"/>
                  <a:gd name="connsiteX27" fmla="*/ 83539 w 166506"/>
                  <a:gd name="connsiteY27" fmla="*/ 155734 h 1798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166506" h="179832">
                    <a:moveTo>
                      <a:pt x="83444" y="0"/>
                    </a:moveTo>
                    <a:cubicBezTo>
                      <a:pt x="96193" y="0"/>
                      <a:pt x="107706" y="2095"/>
                      <a:pt x="117887" y="6382"/>
                    </a:cubicBezTo>
                    <a:cubicBezTo>
                      <a:pt x="128067" y="10668"/>
                      <a:pt x="136821" y="16669"/>
                      <a:pt x="144052" y="24479"/>
                    </a:cubicBezTo>
                    <a:cubicBezTo>
                      <a:pt x="151283" y="32290"/>
                      <a:pt x="156802" y="41719"/>
                      <a:pt x="160703" y="52864"/>
                    </a:cubicBezTo>
                    <a:cubicBezTo>
                      <a:pt x="164604" y="64008"/>
                      <a:pt x="166507" y="76295"/>
                      <a:pt x="166507" y="90011"/>
                    </a:cubicBezTo>
                    <a:cubicBezTo>
                      <a:pt x="166507" y="103727"/>
                      <a:pt x="164604" y="116205"/>
                      <a:pt x="160703" y="127254"/>
                    </a:cubicBezTo>
                    <a:cubicBezTo>
                      <a:pt x="156802" y="138303"/>
                      <a:pt x="151283" y="147733"/>
                      <a:pt x="144052" y="155543"/>
                    </a:cubicBezTo>
                    <a:cubicBezTo>
                      <a:pt x="136821" y="163354"/>
                      <a:pt x="128067" y="169354"/>
                      <a:pt x="117887" y="173546"/>
                    </a:cubicBezTo>
                    <a:cubicBezTo>
                      <a:pt x="107706" y="177737"/>
                      <a:pt x="96193" y="179832"/>
                      <a:pt x="83444" y="179832"/>
                    </a:cubicBezTo>
                    <a:cubicBezTo>
                      <a:pt x="70694" y="179832"/>
                      <a:pt x="58991" y="177737"/>
                      <a:pt x="48715" y="173546"/>
                    </a:cubicBezTo>
                    <a:cubicBezTo>
                      <a:pt x="38439" y="169354"/>
                      <a:pt x="29686" y="163354"/>
                      <a:pt x="22455" y="155543"/>
                    </a:cubicBezTo>
                    <a:cubicBezTo>
                      <a:pt x="15223" y="147733"/>
                      <a:pt x="9705" y="138303"/>
                      <a:pt x="5804" y="127254"/>
                    </a:cubicBezTo>
                    <a:cubicBezTo>
                      <a:pt x="1903" y="116205"/>
                      <a:pt x="0" y="103823"/>
                      <a:pt x="0" y="90011"/>
                    </a:cubicBezTo>
                    <a:cubicBezTo>
                      <a:pt x="0" y="76200"/>
                      <a:pt x="1903" y="63913"/>
                      <a:pt x="5804" y="52864"/>
                    </a:cubicBezTo>
                    <a:cubicBezTo>
                      <a:pt x="9705" y="41815"/>
                      <a:pt x="15223" y="32290"/>
                      <a:pt x="22455" y="24479"/>
                    </a:cubicBezTo>
                    <a:cubicBezTo>
                      <a:pt x="29686" y="16669"/>
                      <a:pt x="38439" y="10573"/>
                      <a:pt x="48715" y="6382"/>
                    </a:cubicBezTo>
                    <a:cubicBezTo>
                      <a:pt x="58991" y="2095"/>
                      <a:pt x="70599" y="0"/>
                      <a:pt x="83444" y="0"/>
                    </a:cubicBezTo>
                    <a:close/>
                    <a:moveTo>
                      <a:pt x="83444" y="155829"/>
                    </a:moveTo>
                    <a:cubicBezTo>
                      <a:pt x="100665" y="155829"/>
                      <a:pt x="113510" y="150019"/>
                      <a:pt x="121978" y="138494"/>
                    </a:cubicBezTo>
                    <a:cubicBezTo>
                      <a:pt x="130446" y="126968"/>
                      <a:pt x="134728" y="110871"/>
                      <a:pt x="134728" y="90106"/>
                    </a:cubicBezTo>
                    <a:cubicBezTo>
                      <a:pt x="134728" y="69342"/>
                      <a:pt x="130446" y="53054"/>
                      <a:pt x="121978" y="41434"/>
                    </a:cubicBezTo>
                    <a:cubicBezTo>
                      <a:pt x="113510" y="29813"/>
                      <a:pt x="100665" y="24003"/>
                      <a:pt x="83444" y="24003"/>
                    </a:cubicBezTo>
                    <a:cubicBezTo>
                      <a:pt x="74690" y="24003"/>
                      <a:pt x="67078" y="25527"/>
                      <a:pt x="60608" y="28480"/>
                    </a:cubicBezTo>
                    <a:cubicBezTo>
                      <a:pt x="54138" y="31432"/>
                      <a:pt x="48715" y="35814"/>
                      <a:pt x="44433" y="41434"/>
                    </a:cubicBezTo>
                    <a:cubicBezTo>
                      <a:pt x="40152" y="47053"/>
                      <a:pt x="36917" y="54007"/>
                      <a:pt x="34824" y="62198"/>
                    </a:cubicBezTo>
                    <a:cubicBezTo>
                      <a:pt x="32730" y="70390"/>
                      <a:pt x="31684" y="79724"/>
                      <a:pt x="31684" y="90011"/>
                    </a:cubicBezTo>
                    <a:cubicBezTo>
                      <a:pt x="31684" y="110680"/>
                      <a:pt x="35965" y="126778"/>
                      <a:pt x="44529" y="138398"/>
                    </a:cubicBezTo>
                    <a:cubicBezTo>
                      <a:pt x="53092" y="149924"/>
                      <a:pt x="66127" y="155734"/>
                      <a:pt x="83539" y="155734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EE082A0B-609D-27C6-9D1C-8D6E6085B79C}"/>
                  </a:ext>
                </a:extLst>
              </p:cNvPr>
              <p:cNvSpPr/>
              <p:nvPr/>
            </p:nvSpPr>
            <p:spPr>
              <a:xfrm>
                <a:off x="8045689" y="6507321"/>
                <a:ext cx="259274" cy="174974"/>
              </a:xfrm>
              <a:custGeom>
                <a:avLst/>
                <a:gdLst>
                  <a:gd name="connsiteX0" fmla="*/ 259274 w 259274"/>
                  <a:gd name="connsiteY0" fmla="*/ 286 h 174974"/>
                  <a:gd name="connsiteX1" fmla="*/ 202757 w 259274"/>
                  <a:gd name="connsiteY1" fmla="*/ 174974 h 174974"/>
                  <a:gd name="connsiteX2" fmla="*/ 178495 w 259274"/>
                  <a:gd name="connsiteY2" fmla="*/ 174974 h 174974"/>
                  <a:gd name="connsiteX3" fmla="*/ 172310 w 259274"/>
                  <a:gd name="connsiteY3" fmla="*/ 169069 h 174974"/>
                  <a:gd name="connsiteX4" fmla="*/ 133776 w 259274"/>
                  <a:gd name="connsiteY4" fmla="*/ 50578 h 174974"/>
                  <a:gd name="connsiteX5" fmla="*/ 131493 w 259274"/>
                  <a:gd name="connsiteY5" fmla="*/ 42577 h 174974"/>
                  <a:gd name="connsiteX6" fmla="*/ 129780 w 259274"/>
                  <a:gd name="connsiteY6" fmla="*/ 34576 h 174974"/>
                  <a:gd name="connsiteX7" fmla="*/ 128067 w 259274"/>
                  <a:gd name="connsiteY7" fmla="*/ 42577 h 174974"/>
                  <a:gd name="connsiteX8" fmla="*/ 125784 w 259274"/>
                  <a:gd name="connsiteY8" fmla="*/ 50768 h 174974"/>
                  <a:gd name="connsiteX9" fmla="*/ 86488 w 259274"/>
                  <a:gd name="connsiteY9" fmla="*/ 169069 h 174974"/>
                  <a:gd name="connsiteX10" fmla="*/ 79638 w 259274"/>
                  <a:gd name="connsiteY10" fmla="*/ 174974 h 174974"/>
                  <a:gd name="connsiteX11" fmla="*/ 56517 w 259274"/>
                  <a:gd name="connsiteY11" fmla="*/ 174974 h 174974"/>
                  <a:gd name="connsiteX12" fmla="*/ 0 w 259274"/>
                  <a:gd name="connsiteY12" fmla="*/ 286 h 174974"/>
                  <a:gd name="connsiteX13" fmla="*/ 24072 w 259274"/>
                  <a:gd name="connsiteY13" fmla="*/ 286 h 174974"/>
                  <a:gd name="connsiteX14" fmla="*/ 30161 w 259274"/>
                  <a:gd name="connsiteY14" fmla="*/ 2191 h 174974"/>
                  <a:gd name="connsiteX15" fmla="*/ 33492 w 259274"/>
                  <a:gd name="connsiteY15" fmla="*/ 6667 h 174974"/>
                  <a:gd name="connsiteX16" fmla="*/ 66888 w 259274"/>
                  <a:gd name="connsiteY16" fmla="*/ 119062 h 174974"/>
                  <a:gd name="connsiteX17" fmla="*/ 71550 w 259274"/>
                  <a:gd name="connsiteY17" fmla="*/ 142494 h 174974"/>
                  <a:gd name="connsiteX18" fmla="*/ 74690 w 259274"/>
                  <a:gd name="connsiteY18" fmla="*/ 130969 h 174974"/>
                  <a:gd name="connsiteX19" fmla="*/ 78211 w 259274"/>
                  <a:gd name="connsiteY19" fmla="*/ 119062 h 174974"/>
                  <a:gd name="connsiteX20" fmla="*/ 115032 w 259274"/>
                  <a:gd name="connsiteY20" fmla="*/ 6001 h 174974"/>
                  <a:gd name="connsiteX21" fmla="*/ 118077 w 259274"/>
                  <a:gd name="connsiteY21" fmla="*/ 1715 h 174974"/>
                  <a:gd name="connsiteX22" fmla="*/ 123310 w 259274"/>
                  <a:gd name="connsiteY22" fmla="*/ 0 h 174974"/>
                  <a:gd name="connsiteX23" fmla="*/ 136726 w 259274"/>
                  <a:gd name="connsiteY23" fmla="*/ 0 h 174974"/>
                  <a:gd name="connsiteX24" fmla="*/ 142434 w 259274"/>
                  <a:gd name="connsiteY24" fmla="*/ 1715 h 174974"/>
                  <a:gd name="connsiteX25" fmla="*/ 145574 w 259274"/>
                  <a:gd name="connsiteY25" fmla="*/ 6001 h 174974"/>
                  <a:gd name="connsiteX26" fmla="*/ 181540 w 259274"/>
                  <a:gd name="connsiteY26" fmla="*/ 119062 h 174974"/>
                  <a:gd name="connsiteX27" fmla="*/ 184965 w 259274"/>
                  <a:gd name="connsiteY27" fmla="*/ 130969 h 174974"/>
                  <a:gd name="connsiteX28" fmla="*/ 187914 w 259274"/>
                  <a:gd name="connsiteY28" fmla="*/ 142494 h 174974"/>
                  <a:gd name="connsiteX29" fmla="*/ 190103 w 259274"/>
                  <a:gd name="connsiteY29" fmla="*/ 130969 h 174974"/>
                  <a:gd name="connsiteX30" fmla="*/ 192957 w 259274"/>
                  <a:gd name="connsiteY30" fmla="*/ 118967 h 174974"/>
                  <a:gd name="connsiteX31" fmla="*/ 227020 w 259274"/>
                  <a:gd name="connsiteY31" fmla="*/ 6572 h 174974"/>
                  <a:gd name="connsiteX32" fmla="*/ 230255 w 259274"/>
                  <a:gd name="connsiteY32" fmla="*/ 2000 h 174974"/>
                  <a:gd name="connsiteX33" fmla="*/ 235963 w 259274"/>
                  <a:gd name="connsiteY33" fmla="*/ 191 h 174974"/>
                  <a:gd name="connsiteX34" fmla="*/ 259084 w 259274"/>
                  <a:gd name="connsiteY34" fmla="*/ 191 h 1749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259274" h="174974">
                    <a:moveTo>
                      <a:pt x="259274" y="286"/>
                    </a:moveTo>
                    <a:lnTo>
                      <a:pt x="202757" y="174974"/>
                    </a:lnTo>
                    <a:lnTo>
                      <a:pt x="178495" y="174974"/>
                    </a:lnTo>
                    <a:cubicBezTo>
                      <a:pt x="175545" y="174974"/>
                      <a:pt x="173452" y="172974"/>
                      <a:pt x="172310" y="169069"/>
                    </a:cubicBezTo>
                    <a:lnTo>
                      <a:pt x="133776" y="50578"/>
                    </a:lnTo>
                    <a:cubicBezTo>
                      <a:pt x="132825" y="47911"/>
                      <a:pt x="132159" y="45244"/>
                      <a:pt x="131493" y="42577"/>
                    </a:cubicBezTo>
                    <a:cubicBezTo>
                      <a:pt x="130826" y="39910"/>
                      <a:pt x="130351" y="37243"/>
                      <a:pt x="129780" y="34576"/>
                    </a:cubicBezTo>
                    <a:cubicBezTo>
                      <a:pt x="129209" y="37243"/>
                      <a:pt x="128638" y="39910"/>
                      <a:pt x="128067" y="42577"/>
                    </a:cubicBezTo>
                    <a:cubicBezTo>
                      <a:pt x="127496" y="45244"/>
                      <a:pt x="126735" y="48006"/>
                      <a:pt x="125784" y="50768"/>
                    </a:cubicBezTo>
                    <a:lnTo>
                      <a:pt x="86488" y="169069"/>
                    </a:lnTo>
                    <a:cubicBezTo>
                      <a:pt x="85442" y="172974"/>
                      <a:pt x="83158" y="174974"/>
                      <a:pt x="79638" y="174974"/>
                    </a:cubicBezTo>
                    <a:lnTo>
                      <a:pt x="56517" y="174974"/>
                    </a:lnTo>
                    <a:lnTo>
                      <a:pt x="0" y="286"/>
                    </a:lnTo>
                    <a:lnTo>
                      <a:pt x="24072" y="286"/>
                    </a:lnTo>
                    <a:cubicBezTo>
                      <a:pt x="26451" y="286"/>
                      <a:pt x="28544" y="953"/>
                      <a:pt x="30161" y="2191"/>
                    </a:cubicBezTo>
                    <a:cubicBezTo>
                      <a:pt x="31779" y="3429"/>
                      <a:pt x="32921" y="4953"/>
                      <a:pt x="33492" y="6667"/>
                    </a:cubicBezTo>
                    <a:lnTo>
                      <a:pt x="66888" y="119062"/>
                    </a:lnTo>
                    <a:cubicBezTo>
                      <a:pt x="68791" y="127349"/>
                      <a:pt x="70408" y="135160"/>
                      <a:pt x="71550" y="142494"/>
                    </a:cubicBezTo>
                    <a:cubicBezTo>
                      <a:pt x="72597" y="138684"/>
                      <a:pt x="73643" y="134874"/>
                      <a:pt x="74690" y="130969"/>
                    </a:cubicBezTo>
                    <a:cubicBezTo>
                      <a:pt x="75737" y="127063"/>
                      <a:pt x="76974" y="123063"/>
                      <a:pt x="78211" y="119062"/>
                    </a:cubicBezTo>
                    <a:lnTo>
                      <a:pt x="115032" y="6001"/>
                    </a:lnTo>
                    <a:cubicBezTo>
                      <a:pt x="115603" y="4286"/>
                      <a:pt x="116650" y="2857"/>
                      <a:pt x="118077" y="1715"/>
                    </a:cubicBezTo>
                    <a:cubicBezTo>
                      <a:pt x="119504" y="571"/>
                      <a:pt x="121217" y="0"/>
                      <a:pt x="123310" y="0"/>
                    </a:cubicBezTo>
                    <a:lnTo>
                      <a:pt x="136726" y="0"/>
                    </a:lnTo>
                    <a:cubicBezTo>
                      <a:pt x="139009" y="0"/>
                      <a:pt x="140912" y="571"/>
                      <a:pt x="142434" y="1715"/>
                    </a:cubicBezTo>
                    <a:cubicBezTo>
                      <a:pt x="143957" y="2857"/>
                      <a:pt x="145003" y="4286"/>
                      <a:pt x="145574" y="6001"/>
                    </a:cubicBezTo>
                    <a:lnTo>
                      <a:pt x="181540" y="119062"/>
                    </a:lnTo>
                    <a:cubicBezTo>
                      <a:pt x="182777" y="123063"/>
                      <a:pt x="183918" y="127063"/>
                      <a:pt x="184965" y="130969"/>
                    </a:cubicBezTo>
                    <a:cubicBezTo>
                      <a:pt x="186012" y="134874"/>
                      <a:pt x="186963" y="138684"/>
                      <a:pt x="187914" y="142494"/>
                    </a:cubicBezTo>
                    <a:cubicBezTo>
                      <a:pt x="188485" y="138684"/>
                      <a:pt x="189247" y="134874"/>
                      <a:pt x="190103" y="130969"/>
                    </a:cubicBezTo>
                    <a:cubicBezTo>
                      <a:pt x="190959" y="127063"/>
                      <a:pt x="191911" y="123158"/>
                      <a:pt x="192957" y="118967"/>
                    </a:cubicBezTo>
                    <a:lnTo>
                      <a:pt x="227020" y="6572"/>
                    </a:lnTo>
                    <a:cubicBezTo>
                      <a:pt x="227591" y="4763"/>
                      <a:pt x="228637" y="3239"/>
                      <a:pt x="230255" y="2000"/>
                    </a:cubicBezTo>
                    <a:cubicBezTo>
                      <a:pt x="231872" y="857"/>
                      <a:pt x="233775" y="191"/>
                      <a:pt x="235963" y="191"/>
                    </a:cubicBezTo>
                    <a:lnTo>
                      <a:pt x="259084" y="191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27BB79CE-D2BC-9057-B463-E7A3405CA0DA}"/>
                  </a:ext>
                </a:extLst>
              </p:cNvPr>
              <p:cNvSpPr/>
              <p:nvPr/>
            </p:nvSpPr>
            <p:spPr>
              <a:xfrm>
                <a:off x="8319235" y="6504940"/>
                <a:ext cx="154327" cy="179831"/>
              </a:xfrm>
              <a:custGeom>
                <a:avLst/>
                <a:gdLst>
                  <a:gd name="connsiteX0" fmla="*/ 151473 w 154327"/>
                  <a:gd name="connsiteY0" fmla="*/ 152876 h 179831"/>
                  <a:gd name="connsiteX1" fmla="*/ 137867 w 154327"/>
                  <a:gd name="connsiteY1" fmla="*/ 164878 h 179831"/>
                  <a:gd name="connsiteX2" fmla="*/ 120931 w 154327"/>
                  <a:gd name="connsiteY2" fmla="*/ 173260 h 179831"/>
                  <a:gd name="connsiteX3" fmla="*/ 102283 w 154327"/>
                  <a:gd name="connsiteY3" fmla="*/ 178213 h 179831"/>
                  <a:gd name="connsiteX4" fmla="*/ 83158 w 154327"/>
                  <a:gd name="connsiteY4" fmla="*/ 179832 h 179831"/>
                  <a:gd name="connsiteX5" fmla="*/ 49857 w 154327"/>
                  <a:gd name="connsiteY5" fmla="*/ 173736 h 179831"/>
                  <a:gd name="connsiteX6" fmla="*/ 23501 w 154327"/>
                  <a:gd name="connsiteY6" fmla="*/ 155829 h 179831"/>
                  <a:gd name="connsiteX7" fmla="*/ 6185 w 154327"/>
                  <a:gd name="connsiteY7" fmla="*/ 126587 h 179831"/>
                  <a:gd name="connsiteX8" fmla="*/ 0 w 154327"/>
                  <a:gd name="connsiteY8" fmla="*/ 86582 h 179831"/>
                  <a:gd name="connsiteX9" fmla="*/ 5614 w 154327"/>
                  <a:gd name="connsiteY9" fmla="*/ 52483 h 179831"/>
                  <a:gd name="connsiteX10" fmla="*/ 21694 w 154327"/>
                  <a:gd name="connsiteY10" fmla="*/ 24955 h 179831"/>
                  <a:gd name="connsiteX11" fmla="*/ 47383 w 154327"/>
                  <a:gd name="connsiteY11" fmla="*/ 6667 h 179831"/>
                  <a:gd name="connsiteX12" fmla="*/ 81446 w 154327"/>
                  <a:gd name="connsiteY12" fmla="*/ 0 h 179831"/>
                  <a:gd name="connsiteX13" fmla="*/ 110465 w 154327"/>
                  <a:gd name="connsiteY13" fmla="*/ 5239 h 179831"/>
                  <a:gd name="connsiteX14" fmla="*/ 133586 w 154327"/>
                  <a:gd name="connsiteY14" fmla="*/ 20383 h 179831"/>
                  <a:gd name="connsiteX15" fmla="*/ 148809 w 154327"/>
                  <a:gd name="connsiteY15" fmla="*/ 44863 h 179831"/>
                  <a:gd name="connsiteX16" fmla="*/ 154328 w 154327"/>
                  <a:gd name="connsiteY16" fmla="*/ 78010 h 179831"/>
                  <a:gd name="connsiteX17" fmla="*/ 152806 w 154327"/>
                  <a:gd name="connsiteY17" fmla="*/ 87630 h 179831"/>
                  <a:gd name="connsiteX18" fmla="*/ 146906 w 154327"/>
                  <a:gd name="connsiteY18" fmla="*/ 90011 h 179831"/>
                  <a:gd name="connsiteX19" fmla="*/ 30352 w 154327"/>
                  <a:gd name="connsiteY19" fmla="*/ 90011 h 179831"/>
                  <a:gd name="connsiteX20" fmla="*/ 34919 w 154327"/>
                  <a:gd name="connsiteY20" fmla="*/ 118777 h 179831"/>
                  <a:gd name="connsiteX21" fmla="*/ 46241 w 154327"/>
                  <a:gd name="connsiteY21" fmla="*/ 139160 h 179831"/>
                  <a:gd name="connsiteX22" fmla="*/ 63463 w 154327"/>
                  <a:gd name="connsiteY22" fmla="*/ 151448 h 179831"/>
                  <a:gd name="connsiteX23" fmla="*/ 85822 w 154327"/>
                  <a:gd name="connsiteY23" fmla="*/ 155543 h 179831"/>
                  <a:gd name="connsiteX24" fmla="*/ 105708 w 154327"/>
                  <a:gd name="connsiteY24" fmla="*/ 152876 h 179831"/>
                  <a:gd name="connsiteX25" fmla="*/ 120075 w 154327"/>
                  <a:gd name="connsiteY25" fmla="*/ 147066 h 179831"/>
                  <a:gd name="connsiteX26" fmla="*/ 130161 w 154327"/>
                  <a:gd name="connsiteY26" fmla="*/ 141256 h 179831"/>
                  <a:gd name="connsiteX27" fmla="*/ 137106 w 154327"/>
                  <a:gd name="connsiteY27" fmla="*/ 138589 h 179831"/>
                  <a:gd name="connsiteX28" fmla="*/ 143005 w 154327"/>
                  <a:gd name="connsiteY28" fmla="*/ 141541 h 179831"/>
                  <a:gd name="connsiteX29" fmla="*/ 151664 w 154327"/>
                  <a:gd name="connsiteY29" fmla="*/ 152781 h 179831"/>
                  <a:gd name="connsiteX30" fmla="*/ 126640 w 154327"/>
                  <a:gd name="connsiteY30" fmla="*/ 70961 h 179831"/>
                  <a:gd name="connsiteX31" fmla="*/ 123595 w 154327"/>
                  <a:gd name="connsiteY31" fmla="*/ 51435 h 179831"/>
                  <a:gd name="connsiteX32" fmla="*/ 114842 w 154327"/>
                  <a:gd name="connsiteY32" fmla="*/ 36100 h 179831"/>
                  <a:gd name="connsiteX33" fmla="*/ 100855 w 154327"/>
                  <a:gd name="connsiteY33" fmla="*/ 26098 h 179831"/>
                  <a:gd name="connsiteX34" fmla="*/ 82112 w 154327"/>
                  <a:gd name="connsiteY34" fmla="*/ 22574 h 179831"/>
                  <a:gd name="connsiteX35" fmla="*/ 47193 w 154327"/>
                  <a:gd name="connsiteY35" fmla="*/ 35433 h 179831"/>
                  <a:gd name="connsiteX36" fmla="*/ 31303 w 154327"/>
                  <a:gd name="connsiteY36" fmla="*/ 71057 h 179831"/>
                  <a:gd name="connsiteX37" fmla="*/ 126735 w 154327"/>
                  <a:gd name="connsiteY37" fmla="*/ 71057 h 1798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154327" h="179831">
                    <a:moveTo>
                      <a:pt x="151473" y="152876"/>
                    </a:moveTo>
                    <a:cubicBezTo>
                      <a:pt x="147668" y="157448"/>
                      <a:pt x="143101" y="161449"/>
                      <a:pt x="137867" y="164878"/>
                    </a:cubicBezTo>
                    <a:cubicBezTo>
                      <a:pt x="132634" y="168307"/>
                      <a:pt x="126926" y="171069"/>
                      <a:pt x="120931" y="173260"/>
                    </a:cubicBezTo>
                    <a:cubicBezTo>
                      <a:pt x="114937" y="175451"/>
                      <a:pt x="108658" y="177070"/>
                      <a:pt x="102283" y="178213"/>
                    </a:cubicBezTo>
                    <a:cubicBezTo>
                      <a:pt x="95813" y="179356"/>
                      <a:pt x="89438" y="179832"/>
                      <a:pt x="83158" y="179832"/>
                    </a:cubicBezTo>
                    <a:cubicBezTo>
                      <a:pt x="71075" y="179832"/>
                      <a:pt x="60038" y="177832"/>
                      <a:pt x="49857" y="173736"/>
                    </a:cubicBezTo>
                    <a:cubicBezTo>
                      <a:pt x="39676" y="169640"/>
                      <a:pt x="30923" y="163639"/>
                      <a:pt x="23501" y="155829"/>
                    </a:cubicBezTo>
                    <a:cubicBezTo>
                      <a:pt x="16080" y="148018"/>
                      <a:pt x="10371" y="138208"/>
                      <a:pt x="6185" y="126587"/>
                    </a:cubicBezTo>
                    <a:cubicBezTo>
                      <a:pt x="2093" y="114967"/>
                      <a:pt x="0" y="101632"/>
                      <a:pt x="0" y="86582"/>
                    </a:cubicBezTo>
                    <a:cubicBezTo>
                      <a:pt x="0" y="74390"/>
                      <a:pt x="1903" y="63056"/>
                      <a:pt x="5614" y="52483"/>
                    </a:cubicBezTo>
                    <a:cubicBezTo>
                      <a:pt x="9324" y="41910"/>
                      <a:pt x="14748" y="32766"/>
                      <a:pt x="21694" y="24955"/>
                    </a:cubicBezTo>
                    <a:cubicBezTo>
                      <a:pt x="28734" y="17240"/>
                      <a:pt x="37202" y="11049"/>
                      <a:pt x="47383" y="6667"/>
                    </a:cubicBezTo>
                    <a:cubicBezTo>
                      <a:pt x="57469" y="2286"/>
                      <a:pt x="68886" y="0"/>
                      <a:pt x="81446" y="0"/>
                    </a:cubicBezTo>
                    <a:cubicBezTo>
                      <a:pt x="91912" y="0"/>
                      <a:pt x="101522" y="1715"/>
                      <a:pt x="110465" y="5239"/>
                    </a:cubicBezTo>
                    <a:cubicBezTo>
                      <a:pt x="119409" y="8763"/>
                      <a:pt x="127021" y="13811"/>
                      <a:pt x="133586" y="20383"/>
                    </a:cubicBezTo>
                    <a:cubicBezTo>
                      <a:pt x="140151" y="26956"/>
                      <a:pt x="145099" y="35147"/>
                      <a:pt x="148809" y="44863"/>
                    </a:cubicBezTo>
                    <a:cubicBezTo>
                      <a:pt x="152520" y="54578"/>
                      <a:pt x="154328" y="65627"/>
                      <a:pt x="154328" y="78010"/>
                    </a:cubicBezTo>
                    <a:cubicBezTo>
                      <a:pt x="154328" y="82867"/>
                      <a:pt x="153852" y="86011"/>
                      <a:pt x="152806" y="87630"/>
                    </a:cubicBezTo>
                    <a:cubicBezTo>
                      <a:pt x="151759" y="89249"/>
                      <a:pt x="149856" y="90011"/>
                      <a:pt x="146906" y="90011"/>
                    </a:cubicBezTo>
                    <a:lnTo>
                      <a:pt x="30352" y="90011"/>
                    </a:lnTo>
                    <a:cubicBezTo>
                      <a:pt x="30732" y="101060"/>
                      <a:pt x="32255" y="110681"/>
                      <a:pt x="34919" y="118777"/>
                    </a:cubicBezTo>
                    <a:cubicBezTo>
                      <a:pt x="37583" y="126968"/>
                      <a:pt x="41389" y="133731"/>
                      <a:pt x="46241" y="139160"/>
                    </a:cubicBezTo>
                    <a:cubicBezTo>
                      <a:pt x="51094" y="144589"/>
                      <a:pt x="56803" y="148685"/>
                      <a:pt x="63463" y="151448"/>
                    </a:cubicBezTo>
                    <a:cubicBezTo>
                      <a:pt x="70123" y="154210"/>
                      <a:pt x="77545" y="155543"/>
                      <a:pt x="85822" y="155543"/>
                    </a:cubicBezTo>
                    <a:cubicBezTo>
                      <a:pt x="93529" y="155543"/>
                      <a:pt x="100189" y="154686"/>
                      <a:pt x="105708" y="152876"/>
                    </a:cubicBezTo>
                    <a:cubicBezTo>
                      <a:pt x="111226" y="151066"/>
                      <a:pt x="116079" y="149161"/>
                      <a:pt x="120075" y="147066"/>
                    </a:cubicBezTo>
                    <a:cubicBezTo>
                      <a:pt x="124071" y="144971"/>
                      <a:pt x="127497" y="143065"/>
                      <a:pt x="130161" y="141256"/>
                    </a:cubicBezTo>
                    <a:cubicBezTo>
                      <a:pt x="132825" y="139446"/>
                      <a:pt x="135203" y="138589"/>
                      <a:pt x="137106" y="138589"/>
                    </a:cubicBezTo>
                    <a:cubicBezTo>
                      <a:pt x="139580" y="138589"/>
                      <a:pt x="141578" y="139541"/>
                      <a:pt x="143005" y="141541"/>
                    </a:cubicBezTo>
                    <a:lnTo>
                      <a:pt x="151664" y="152781"/>
                    </a:lnTo>
                    <a:close/>
                    <a:moveTo>
                      <a:pt x="126640" y="70961"/>
                    </a:moveTo>
                    <a:cubicBezTo>
                      <a:pt x="126640" y="63817"/>
                      <a:pt x="125594" y="57340"/>
                      <a:pt x="123595" y="51435"/>
                    </a:cubicBezTo>
                    <a:cubicBezTo>
                      <a:pt x="121597" y="45530"/>
                      <a:pt x="118648" y="40386"/>
                      <a:pt x="114842" y="36100"/>
                    </a:cubicBezTo>
                    <a:cubicBezTo>
                      <a:pt x="111036" y="31814"/>
                      <a:pt x="106279" y="28480"/>
                      <a:pt x="100855" y="26098"/>
                    </a:cubicBezTo>
                    <a:cubicBezTo>
                      <a:pt x="95337" y="23717"/>
                      <a:pt x="89057" y="22574"/>
                      <a:pt x="82112" y="22574"/>
                    </a:cubicBezTo>
                    <a:cubicBezTo>
                      <a:pt x="67459" y="22574"/>
                      <a:pt x="55756" y="26860"/>
                      <a:pt x="47193" y="35433"/>
                    </a:cubicBezTo>
                    <a:cubicBezTo>
                      <a:pt x="38630" y="44006"/>
                      <a:pt x="33301" y="55816"/>
                      <a:pt x="31303" y="71057"/>
                    </a:cubicBezTo>
                    <a:lnTo>
                      <a:pt x="126735" y="71057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" name="Freeform 13">
                <a:extLst>
                  <a:ext uri="{FF2B5EF4-FFF2-40B4-BE49-F238E27FC236}">
                    <a16:creationId xmlns:a16="http://schemas.microsoft.com/office/drawing/2014/main" id="{2848A464-B88B-7A2D-5A40-31EFADE5F0DE}"/>
                  </a:ext>
                </a:extLst>
              </p:cNvPr>
              <p:cNvSpPr/>
              <p:nvPr/>
            </p:nvSpPr>
            <p:spPr>
              <a:xfrm>
                <a:off x="8507530" y="6504558"/>
                <a:ext cx="98476" cy="177641"/>
              </a:xfrm>
              <a:custGeom>
                <a:avLst/>
                <a:gdLst>
                  <a:gd name="connsiteX0" fmla="*/ 29115 w 98476"/>
                  <a:gd name="connsiteY0" fmla="*/ 38100 h 177641"/>
                  <a:gd name="connsiteX1" fmla="*/ 49476 w 98476"/>
                  <a:gd name="connsiteY1" fmla="*/ 10097 h 177641"/>
                  <a:gd name="connsiteX2" fmla="*/ 78876 w 98476"/>
                  <a:gd name="connsiteY2" fmla="*/ 0 h 177641"/>
                  <a:gd name="connsiteX3" fmla="*/ 89438 w 98476"/>
                  <a:gd name="connsiteY3" fmla="*/ 1238 h 177641"/>
                  <a:gd name="connsiteX4" fmla="*/ 98477 w 98476"/>
                  <a:gd name="connsiteY4" fmla="*/ 5048 h 177641"/>
                  <a:gd name="connsiteX5" fmla="*/ 96193 w 98476"/>
                  <a:gd name="connsiteY5" fmla="*/ 28004 h 177641"/>
                  <a:gd name="connsiteX6" fmla="*/ 91055 w 98476"/>
                  <a:gd name="connsiteY6" fmla="*/ 32290 h 177641"/>
                  <a:gd name="connsiteX7" fmla="*/ 84014 w 98476"/>
                  <a:gd name="connsiteY7" fmla="*/ 31242 h 177641"/>
                  <a:gd name="connsiteX8" fmla="*/ 73548 w 98476"/>
                  <a:gd name="connsiteY8" fmla="*/ 30194 h 177641"/>
                  <a:gd name="connsiteX9" fmla="*/ 58801 w 98476"/>
                  <a:gd name="connsiteY9" fmla="*/ 32576 h 177641"/>
                  <a:gd name="connsiteX10" fmla="*/ 47288 w 98476"/>
                  <a:gd name="connsiteY10" fmla="*/ 39719 h 177641"/>
                  <a:gd name="connsiteX11" fmla="*/ 38154 w 98476"/>
                  <a:gd name="connsiteY11" fmla="*/ 51435 h 177641"/>
                  <a:gd name="connsiteX12" fmla="*/ 30828 w 98476"/>
                  <a:gd name="connsiteY12" fmla="*/ 67342 h 177641"/>
                  <a:gd name="connsiteX13" fmla="*/ 30828 w 98476"/>
                  <a:gd name="connsiteY13" fmla="*/ 177641 h 177641"/>
                  <a:gd name="connsiteX14" fmla="*/ 0 w 98476"/>
                  <a:gd name="connsiteY14" fmla="*/ 177641 h 177641"/>
                  <a:gd name="connsiteX15" fmla="*/ 0 w 98476"/>
                  <a:gd name="connsiteY15" fmla="*/ 2953 h 177641"/>
                  <a:gd name="connsiteX16" fmla="*/ 17602 w 98476"/>
                  <a:gd name="connsiteY16" fmla="*/ 2953 h 177641"/>
                  <a:gd name="connsiteX17" fmla="*/ 24453 w 98476"/>
                  <a:gd name="connsiteY17" fmla="*/ 4858 h 177641"/>
                  <a:gd name="connsiteX18" fmla="*/ 27022 w 98476"/>
                  <a:gd name="connsiteY18" fmla="*/ 11430 h 177641"/>
                  <a:gd name="connsiteX19" fmla="*/ 29115 w 98476"/>
                  <a:gd name="connsiteY19" fmla="*/ 38005 h 177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98476" h="177641">
                    <a:moveTo>
                      <a:pt x="29115" y="38100"/>
                    </a:moveTo>
                    <a:cubicBezTo>
                      <a:pt x="34633" y="26194"/>
                      <a:pt x="41389" y="16859"/>
                      <a:pt x="49476" y="10097"/>
                    </a:cubicBezTo>
                    <a:cubicBezTo>
                      <a:pt x="57468" y="3334"/>
                      <a:pt x="67364" y="0"/>
                      <a:pt x="78876" y="0"/>
                    </a:cubicBezTo>
                    <a:cubicBezTo>
                      <a:pt x="82587" y="0"/>
                      <a:pt x="86108" y="381"/>
                      <a:pt x="89438" y="1238"/>
                    </a:cubicBezTo>
                    <a:cubicBezTo>
                      <a:pt x="92863" y="2000"/>
                      <a:pt x="95813" y="3334"/>
                      <a:pt x="98477" y="5048"/>
                    </a:cubicBezTo>
                    <a:lnTo>
                      <a:pt x="96193" y="28004"/>
                    </a:lnTo>
                    <a:cubicBezTo>
                      <a:pt x="95527" y="30861"/>
                      <a:pt x="93815" y="32290"/>
                      <a:pt x="91055" y="32290"/>
                    </a:cubicBezTo>
                    <a:cubicBezTo>
                      <a:pt x="89438" y="32290"/>
                      <a:pt x="87059" y="31909"/>
                      <a:pt x="84014" y="31242"/>
                    </a:cubicBezTo>
                    <a:cubicBezTo>
                      <a:pt x="80875" y="30575"/>
                      <a:pt x="77449" y="30194"/>
                      <a:pt x="73548" y="30194"/>
                    </a:cubicBezTo>
                    <a:cubicBezTo>
                      <a:pt x="68030" y="30194"/>
                      <a:pt x="63082" y="30956"/>
                      <a:pt x="58801" y="32576"/>
                    </a:cubicBezTo>
                    <a:cubicBezTo>
                      <a:pt x="54519" y="34195"/>
                      <a:pt x="50618" y="36576"/>
                      <a:pt x="47288" y="39719"/>
                    </a:cubicBezTo>
                    <a:cubicBezTo>
                      <a:pt x="43863" y="42863"/>
                      <a:pt x="40818" y="46768"/>
                      <a:pt x="38154" y="51435"/>
                    </a:cubicBezTo>
                    <a:cubicBezTo>
                      <a:pt x="35490" y="56102"/>
                      <a:pt x="33016" y="61436"/>
                      <a:pt x="30828" y="67342"/>
                    </a:cubicBezTo>
                    <a:lnTo>
                      <a:pt x="30828" y="177641"/>
                    </a:lnTo>
                    <a:lnTo>
                      <a:pt x="0" y="177641"/>
                    </a:lnTo>
                    <a:lnTo>
                      <a:pt x="0" y="2953"/>
                    </a:lnTo>
                    <a:lnTo>
                      <a:pt x="17602" y="2953"/>
                    </a:lnTo>
                    <a:cubicBezTo>
                      <a:pt x="20932" y="2953"/>
                      <a:pt x="23216" y="3620"/>
                      <a:pt x="24453" y="4858"/>
                    </a:cubicBezTo>
                    <a:cubicBezTo>
                      <a:pt x="25690" y="6096"/>
                      <a:pt x="26546" y="8287"/>
                      <a:pt x="27022" y="11430"/>
                    </a:cubicBezTo>
                    <a:lnTo>
                      <a:pt x="29115" y="38005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D4598676-4B88-948A-C42B-99A1C0F42C3F}"/>
                  </a:ext>
                </a:extLst>
              </p:cNvPr>
              <p:cNvSpPr/>
              <p:nvPr/>
            </p:nvSpPr>
            <p:spPr>
              <a:xfrm>
                <a:off x="8624561" y="6430740"/>
                <a:ext cx="43767" cy="251650"/>
              </a:xfrm>
              <a:custGeom>
                <a:avLst/>
                <a:gdLst>
                  <a:gd name="connsiteX0" fmla="*/ 43767 w 43767"/>
                  <a:gd name="connsiteY0" fmla="*/ 22098 h 251650"/>
                  <a:gd name="connsiteX1" fmla="*/ 41960 w 43767"/>
                  <a:gd name="connsiteY1" fmla="*/ 30480 h 251650"/>
                  <a:gd name="connsiteX2" fmla="*/ 37107 w 43767"/>
                  <a:gd name="connsiteY2" fmla="*/ 37338 h 251650"/>
                  <a:gd name="connsiteX3" fmla="*/ 30066 w 43767"/>
                  <a:gd name="connsiteY3" fmla="*/ 42101 h 251650"/>
                  <a:gd name="connsiteX4" fmla="*/ 21503 w 43767"/>
                  <a:gd name="connsiteY4" fmla="*/ 43815 h 251650"/>
                  <a:gd name="connsiteX5" fmla="*/ 13130 w 43767"/>
                  <a:gd name="connsiteY5" fmla="*/ 42101 h 251650"/>
                  <a:gd name="connsiteX6" fmla="*/ 6375 w 43767"/>
                  <a:gd name="connsiteY6" fmla="*/ 37338 h 251650"/>
                  <a:gd name="connsiteX7" fmla="*/ 1713 w 43767"/>
                  <a:gd name="connsiteY7" fmla="*/ 30480 h 251650"/>
                  <a:gd name="connsiteX8" fmla="*/ 0 w 43767"/>
                  <a:gd name="connsiteY8" fmla="*/ 22098 h 251650"/>
                  <a:gd name="connsiteX9" fmla="*/ 1713 w 43767"/>
                  <a:gd name="connsiteY9" fmla="*/ 13526 h 251650"/>
                  <a:gd name="connsiteX10" fmla="*/ 6375 w 43767"/>
                  <a:gd name="connsiteY10" fmla="*/ 6477 h 251650"/>
                  <a:gd name="connsiteX11" fmla="*/ 13130 w 43767"/>
                  <a:gd name="connsiteY11" fmla="*/ 1715 h 251650"/>
                  <a:gd name="connsiteX12" fmla="*/ 21503 w 43767"/>
                  <a:gd name="connsiteY12" fmla="*/ 0 h 251650"/>
                  <a:gd name="connsiteX13" fmla="*/ 30066 w 43767"/>
                  <a:gd name="connsiteY13" fmla="*/ 1715 h 251650"/>
                  <a:gd name="connsiteX14" fmla="*/ 37107 w 43767"/>
                  <a:gd name="connsiteY14" fmla="*/ 6477 h 251650"/>
                  <a:gd name="connsiteX15" fmla="*/ 41960 w 43767"/>
                  <a:gd name="connsiteY15" fmla="*/ 13526 h 251650"/>
                  <a:gd name="connsiteX16" fmla="*/ 43767 w 43767"/>
                  <a:gd name="connsiteY16" fmla="*/ 22098 h 251650"/>
                  <a:gd name="connsiteX17" fmla="*/ 37202 w 43767"/>
                  <a:gd name="connsiteY17" fmla="*/ 76962 h 251650"/>
                  <a:gd name="connsiteX18" fmla="*/ 37202 w 43767"/>
                  <a:gd name="connsiteY18" fmla="*/ 251651 h 251650"/>
                  <a:gd name="connsiteX19" fmla="*/ 6565 w 43767"/>
                  <a:gd name="connsiteY19" fmla="*/ 251651 h 251650"/>
                  <a:gd name="connsiteX20" fmla="*/ 6565 w 43767"/>
                  <a:gd name="connsiteY20" fmla="*/ 76962 h 251650"/>
                  <a:gd name="connsiteX21" fmla="*/ 37202 w 43767"/>
                  <a:gd name="connsiteY21" fmla="*/ 76962 h 251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43767" h="251650">
                    <a:moveTo>
                      <a:pt x="43767" y="22098"/>
                    </a:moveTo>
                    <a:cubicBezTo>
                      <a:pt x="43767" y="25051"/>
                      <a:pt x="43196" y="27908"/>
                      <a:pt x="41960" y="30480"/>
                    </a:cubicBezTo>
                    <a:cubicBezTo>
                      <a:pt x="40723" y="33052"/>
                      <a:pt x="39105" y="35338"/>
                      <a:pt x="37107" y="37338"/>
                    </a:cubicBezTo>
                    <a:cubicBezTo>
                      <a:pt x="35109" y="39338"/>
                      <a:pt x="32730" y="40958"/>
                      <a:pt x="30066" y="42101"/>
                    </a:cubicBezTo>
                    <a:cubicBezTo>
                      <a:pt x="27402" y="43244"/>
                      <a:pt x="24548" y="43815"/>
                      <a:pt x="21503" y="43815"/>
                    </a:cubicBezTo>
                    <a:cubicBezTo>
                      <a:pt x="18458" y="43815"/>
                      <a:pt x="15699" y="43244"/>
                      <a:pt x="13130" y="42101"/>
                    </a:cubicBezTo>
                    <a:cubicBezTo>
                      <a:pt x="10561" y="40958"/>
                      <a:pt x="8278" y="39338"/>
                      <a:pt x="6375" y="37338"/>
                    </a:cubicBezTo>
                    <a:cubicBezTo>
                      <a:pt x="4472" y="35338"/>
                      <a:pt x="2854" y="33052"/>
                      <a:pt x="1713" y="30480"/>
                    </a:cubicBezTo>
                    <a:cubicBezTo>
                      <a:pt x="571" y="27908"/>
                      <a:pt x="0" y="25146"/>
                      <a:pt x="0" y="22098"/>
                    </a:cubicBezTo>
                    <a:cubicBezTo>
                      <a:pt x="0" y="19050"/>
                      <a:pt x="571" y="16288"/>
                      <a:pt x="1713" y="13526"/>
                    </a:cubicBezTo>
                    <a:cubicBezTo>
                      <a:pt x="2854" y="10859"/>
                      <a:pt x="4377" y="8477"/>
                      <a:pt x="6375" y="6477"/>
                    </a:cubicBezTo>
                    <a:cubicBezTo>
                      <a:pt x="8373" y="4477"/>
                      <a:pt x="10561" y="2858"/>
                      <a:pt x="13130" y="1715"/>
                    </a:cubicBezTo>
                    <a:cubicBezTo>
                      <a:pt x="15699" y="572"/>
                      <a:pt x="18458" y="0"/>
                      <a:pt x="21503" y="0"/>
                    </a:cubicBezTo>
                    <a:cubicBezTo>
                      <a:pt x="24548" y="0"/>
                      <a:pt x="27307" y="572"/>
                      <a:pt x="30066" y="1715"/>
                    </a:cubicBezTo>
                    <a:cubicBezTo>
                      <a:pt x="32730" y="2858"/>
                      <a:pt x="35109" y="4477"/>
                      <a:pt x="37107" y="6477"/>
                    </a:cubicBezTo>
                    <a:cubicBezTo>
                      <a:pt x="39105" y="8477"/>
                      <a:pt x="40723" y="10859"/>
                      <a:pt x="41960" y="13526"/>
                    </a:cubicBezTo>
                    <a:cubicBezTo>
                      <a:pt x="43196" y="16288"/>
                      <a:pt x="43767" y="19050"/>
                      <a:pt x="43767" y="22098"/>
                    </a:cubicBezTo>
                    <a:close/>
                    <a:moveTo>
                      <a:pt x="37202" y="76962"/>
                    </a:moveTo>
                    <a:lnTo>
                      <a:pt x="37202" y="251651"/>
                    </a:lnTo>
                    <a:lnTo>
                      <a:pt x="6565" y="251651"/>
                    </a:lnTo>
                    <a:lnTo>
                      <a:pt x="6565" y="76962"/>
                    </a:lnTo>
                    <a:lnTo>
                      <a:pt x="37202" y="76962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0829495-B9A5-0931-6220-33781566DFF4}"/>
                  </a:ext>
                </a:extLst>
              </p:cNvPr>
              <p:cNvSpPr/>
              <p:nvPr/>
            </p:nvSpPr>
            <p:spPr>
              <a:xfrm>
                <a:off x="8708670" y="6504844"/>
                <a:ext cx="145383" cy="177450"/>
              </a:xfrm>
              <a:custGeom>
                <a:avLst/>
                <a:gdLst>
                  <a:gd name="connsiteX0" fmla="*/ 28924 w 145383"/>
                  <a:gd name="connsiteY0" fmla="*/ 28099 h 177450"/>
                  <a:gd name="connsiteX1" fmla="*/ 41008 w 145383"/>
                  <a:gd name="connsiteY1" fmla="*/ 16573 h 177450"/>
                  <a:gd name="connsiteX2" fmla="*/ 54519 w 145383"/>
                  <a:gd name="connsiteY2" fmla="*/ 7715 h 177450"/>
                  <a:gd name="connsiteX3" fmla="*/ 69647 w 145383"/>
                  <a:gd name="connsiteY3" fmla="*/ 2000 h 177450"/>
                  <a:gd name="connsiteX4" fmla="*/ 86964 w 145383"/>
                  <a:gd name="connsiteY4" fmla="*/ 0 h 177450"/>
                  <a:gd name="connsiteX5" fmla="*/ 112178 w 145383"/>
                  <a:gd name="connsiteY5" fmla="*/ 4763 h 177450"/>
                  <a:gd name="connsiteX6" fmla="*/ 130446 w 145383"/>
                  <a:gd name="connsiteY6" fmla="*/ 18193 h 177450"/>
                  <a:gd name="connsiteX7" fmla="*/ 141578 w 145383"/>
                  <a:gd name="connsiteY7" fmla="*/ 39148 h 177450"/>
                  <a:gd name="connsiteX8" fmla="*/ 145384 w 145383"/>
                  <a:gd name="connsiteY8" fmla="*/ 66199 h 177450"/>
                  <a:gd name="connsiteX9" fmla="*/ 145384 w 145383"/>
                  <a:gd name="connsiteY9" fmla="*/ 177451 h 177450"/>
                  <a:gd name="connsiteX10" fmla="*/ 114556 w 145383"/>
                  <a:gd name="connsiteY10" fmla="*/ 177451 h 177450"/>
                  <a:gd name="connsiteX11" fmla="*/ 114556 w 145383"/>
                  <a:gd name="connsiteY11" fmla="*/ 66199 h 177450"/>
                  <a:gd name="connsiteX12" fmla="*/ 105518 w 145383"/>
                  <a:gd name="connsiteY12" fmla="*/ 35433 h 177450"/>
                  <a:gd name="connsiteX13" fmla="*/ 78020 w 145383"/>
                  <a:gd name="connsiteY13" fmla="*/ 24479 h 177450"/>
                  <a:gd name="connsiteX14" fmla="*/ 52616 w 145383"/>
                  <a:gd name="connsiteY14" fmla="*/ 31052 h 177450"/>
                  <a:gd name="connsiteX15" fmla="*/ 30828 w 145383"/>
                  <a:gd name="connsiteY15" fmla="*/ 48768 h 177450"/>
                  <a:gd name="connsiteX16" fmla="*/ 30828 w 145383"/>
                  <a:gd name="connsiteY16" fmla="*/ 177355 h 177450"/>
                  <a:gd name="connsiteX17" fmla="*/ 0 w 145383"/>
                  <a:gd name="connsiteY17" fmla="*/ 177355 h 177450"/>
                  <a:gd name="connsiteX18" fmla="*/ 0 w 145383"/>
                  <a:gd name="connsiteY18" fmla="*/ 2667 h 177450"/>
                  <a:gd name="connsiteX19" fmla="*/ 18458 w 145383"/>
                  <a:gd name="connsiteY19" fmla="*/ 2667 h 177450"/>
                  <a:gd name="connsiteX20" fmla="*/ 26546 w 145383"/>
                  <a:gd name="connsiteY20" fmla="*/ 9049 h 177450"/>
                  <a:gd name="connsiteX21" fmla="*/ 28924 w 145383"/>
                  <a:gd name="connsiteY21" fmla="*/ 28004 h 177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45383" h="177450">
                    <a:moveTo>
                      <a:pt x="28924" y="28099"/>
                    </a:moveTo>
                    <a:cubicBezTo>
                      <a:pt x="32730" y="23813"/>
                      <a:pt x="36727" y="20003"/>
                      <a:pt x="41008" y="16573"/>
                    </a:cubicBezTo>
                    <a:cubicBezTo>
                      <a:pt x="45290" y="13144"/>
                      <a:pt x="49762" y="10192"/>
                      <a:pt x="54519" y="7715"/>
                    </a:cubicBezTo>
                    <a:cubicBezTo>
                      <a:pt x="59276" y="5239"/>
                      <a:pt x="64319" y="3334"/>
                      <a:pt x="69647" y="2000"/>
                    </a:cubicBezTo>
                    <a:cubicBezTo>
                      <a:pt x="74976" y="667"/>
                      <a:pt x="80780" y="0"/>
                      <a:pt x="86964" y="0"/>
                    </a:cubicBezTo>
                    <a:cubicBezTo>
                      <a:pt x="96479" y="0"/>
                      <a:pt x="104947" y="1619"/>
                      <a:pt x="112178" y="4763"/>
                    </a:cubicBezTo>
                    <a:cubicBezTo>
                      <a:pt x="119504" y="7906"/>
                      <a:pt x="125593" y="12382"/>
                      <a:pt x="130446" y="18193"/>
                    </a:cubicBezTo>
                    <a:cubicBezTo>
                      <a:pt x="135298" y="24003"/>
                      <a:pt x="139009" y="30956"/>
                      <a:pt x="141578" y="39148"/>
                    </a:cubicBezTo>
                    <a:cubicBezTo>
                      <a:pt x="144052" y="47339"/>
                      <a:pt x="145384" y="56293"/>
                      <a:pt x="145384" y="66199"/>
                    </a:cubicBezTo>
                    <a:lnTo>
                      <a:pt x="145384" y="177451"/>
                    </a:lnTo>
                    <a:lnTo>
                      <a:pt x="114556" y="177451"/>
                    </a:lnTo>
                    <a:lnTo>
                      <a:pt x="114556" y="66199"/>
                    </a:lnTo>
                    <a:cubicBezTo>
                      <a:pt x="114556" y="52959"/>
                      <a:pt x="111512" y="42767"/>
                      <a:pt x="105518" y="35433"/>
                    </a:cubicBezTo>
                    <a:cubicBezTo>
                      <a:pt x="99523" y="28099"/>
                      <a:pt x="90294" y="24479"/>
                      <a:pt x="78020" y="24479"/>
                    </a:cubicBezTo>
                    <a:cubicBezTo>
                      <a:pt x="68981" y="24479"/>
                      <a:pt x="60513" y="26670"/>
                      <a:pt x="52616" y="31052"/>
                    </a:cubicBezTo>
                    <a:cubicBezTo>
                      <a:pt x="44719" y="35433"/>
                      <a:pt x="37488" y="41339"/>
                      <a:pt x="30828" y="48768"/>
                    </a:cubicBezTo>
                    <a:lnTo>
                      <a:pt x="30828" y="177355"/>
                    </a:lnTo>
                    <a:lnTo>
                      <a:pt x="0" y="177355"/>
                    </a:lnTo>
                    <a:lnTo>
                      <a:pt x="0" y="2667"/>
                    </a:lnTo>
                    <a:lnTo>
                      <a:pt x="18458" y="2667"/>
                    </a:lnTo>
                    <a:cubicBezTo>
                      <a:pt x="22835" y="2667"/>
                      <a:pt x="25499" y="4763"/>
                      <a:pt x="26546" y="9049"/>
                    </a:cubicBezTo>
                    <a:lnTo>
                      <a:pt x="28924" y="28004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79A9EBBA-CAED-AB33-A339-1C6EBA900025}"/>
                  </a:ext>
                </a:extLst>
              </p:cNvPr>
              <p:cNvSpPr/>
              <p:nvPr/>
            </p:nvSpPr>
            <p:spPr>
              <a:xfrm>
                <a:off x="8883550" y="6504463"/>
                <a:ext cx="161083" cy="240696"/>
              </a:xfrm>
              <a:custGeom>
                <a:avLst/>
                <a:gdLst>
                  <a:gd name="connsiteX0" fmla="*/ 161083 w 161083"/>
                  <a:gd name="connsiteY0" fmla="*/ 10097 h 240696"/>
                  <a:gd name="connsiteX1" fmla="*/ 161083 w 161083"/>
                  <a:gd name="connsiteY1" fmla="*/ 21431 h 240696"/>
                  <a:gd name="connsiteX2" fmla="*/ 153852 w 161083"/>
                  <a:gd name="connsiteY2" fmla="*/ 28670 h 240696"/>
                  <a:gd name="connsiteX3" fmla="*/ 134062 w 161083"/>
                  <a:gd name="connsiteY3" fmla="*/ 31242 h 240696"/>
                  <a:gd name="connsiteX4" fmla="*/ 139961 w 161083"/>
                  <a:gd name="connsiteY4" fmla="*/ 56388 h 240696"/>
                  <a:gd name="connsiteX5" fmla="*/ 135013 w 161083"/>
                  <a:gd name="connsiteY5" fmla="*/ 79534 h 240696"/>
                  <a:gd name="connsiteX6" fmla="*/ 121502 w 161083"/>
                  <a:gd name="connsiteY6" fmla="*/ 97346 h 240696"/>
                  <a:gd name="connsiteX7" fmla="*/ 100855 w 161083"/>
                  <a:gd name="connsiteY7" fmla="*/ 108776 h 240696"/>
                  <a:gd name="connsiteX8" fmla="*/ 74690 w 161083"/>
                  <a:gd name="connsiteY8" fmla="*/ 112776 h 240696"/>
                  <a:gd name="connsiteX9" fmla="*/ 51569 w 161083"/>
                  <a:gd name="connsiteY9" fmla="*/ 109823 h 240696"/>
                  <a:gd name="connsiteX10" fmla="*/ 43101 w 161083"/>
                  <a:gd name="connsiteY10" fmla="*/ 117157 h 240696"/>
                  <a:gd name="connsiteX11" fmla="*/ 40152 w 161083"/>
                  <a:gd name="connsiteY11" fmla="*/ 124968 h 240696"/>
                  <a:gd name="connsiteX12" fmla="*/ 45195 w 161083"/>
                  <a:gd name="connsiteY12" fmla="*/ 134398 h 240696"/>
                  <a:gd name="connsiteX13" fmla="*/ 58515 w 161083"/>
                  <a:gd name="connsiteY13" fmla="*/ 138970 h 240696"/>
                  <a:gd name="connsiteX14" fmla="*/ 77354 w 161083"/>
                  <a:gd name="connsiteY14" fmla="*/ 140684 h 240696"/>
                  <a:gd name="connsiteX15" fmla="*/ 99047 w 161083"/>
                  <a:gd name="connsiteY15" fmla="*/ 141827 h 240696"/>
                  <a:gd name="connsiteX16" fmla="*/ 120741 w 161083"/>
                  <a:gd name="connsiteY16" fmla="*/ 144494 h 240696"/>
                  <a:gd name="connsiteX17" fmla="*/ 139580 w 161083"/>
                  <a:gd name="connsiteY17" fmla="*/ 150686 h 240696"/>
                  <a:gd name="connsiteX18" fmla="*/ 152900 w 161083"/>
                  <a:gd name="connsiteY18" fmla="*/ 162592 h 240696"/>
                  <a:gd name="connsiteX19" fmla="*/ 157943 w 161083"/>
                  <a:gd name="connsiteY19" fmla="*/ 182213 h 240696"/>
                  <a:gd name="connsiteX20" fmla="*/ 152330 w 161083"/>
                  <a:gd name="connsiteY20" fmla="*/ 203930 h 240696"/>
                  <a:gd name="connsiteX21" fmla="*/ 136250 w 161083"/>
                  <a:gd name="connsiteY21" fmla="*/ 222599 h 240696"/>
                  <a:gd name="connsiteX22" fmla="*/ 110465 w 161083"/>
                  <a:gd name="connsiteY22" fmla="*/ 235744 h 240696"/>
                  <a:gd name="connsiteX23" fmla="*/ 76117 w 161083"/>
                  <a:gd name="connsiteY23" fmla="*/ 240697 h 240696"/>
                  <a:gd name="connsiteX24" fmla="*/ 42721 w 161083"/>
                  <a:gd name="connsiteY24" fmla="*/ 236887 h 240696"/>
                  <a:gd name="connsiteX25" fmla="*/ 18934 w 161083"/>
                  <a:gd name="connsiteY25" fmla="*/ 226695 h 240696"/>
                  <a:gd name="connsiteX26" fmla="*/ 4757 w 161083"/>
                  <a:gd name="connsiteY26" fmla="*/ 211931 h 240696"/>
                  <a:gd name="connsiteX27" fmla="*/ 0 w 161083"/>
                  <a:gd name="connsiteY27" fmla="*/ 194405 h 240696"/>
                  <a:gd name="connsiteX28" fmla="*/ 8087 w 161083"/>
                  <a:gd name="connsiteY28" fmla="*/ 172498 h 240696"/>
                  <a:gd name="connsiteX29" fmla="*/ 30257 w 161083"/>
                  <a:gd name="connsiteY29" fmla="*/ 158210 h 240696"/>
                  <a:gd name="connsiteX30" fmla="*/ 17983 w 161083"/>
                  <a:gd name="connsiteY30" fmla="*/ 148971 h 240696"/>
                  <a:gd name="connsiteX31" fmla="*/ 13416 w 161083"/>
                  <a:gd name="connsiteY31" fmla="*/ 133350 h 240696"/>
                  <a:gd name="connsiteX32" fmla="*/ 14748 w 161083"/>
                  <a:gd name="connsiteY32" fmla="*/ 125540 h 240696"/>
                  <a:gd name="connsiteX33" fmla="*/ 18934 w 161083"/>
                  <a:gd name="connsiteY33" fmla="*/ 117443 h 240696"/>
                  <a:gd name="connsiteX34" fmla="*/ 25880 w 161083"/>
                  <a:gd name="connsiteY34" fmla="*/ 109728 h 240696"/>
                  <a:gd name="connsiteX35" fmla="*/ 35490 w 161083"/>
                  <a:gd name="connsiteY35" fmla="*/ 103346 h 240696"/>
                  <a:gd name="connsiteX36" fmla="*/ 15319 w 161083"/>
                  <a:gd name="connsiteY36" fmla="*/ 84106 h 240696"/>
                  <a:gd name="connsiteX37" fmla="*/ 8087 w 161083"/>
                  <a:gd name="connsiteY37" fmla="*/ 56293 h 240696"/>
                  <a:gd name="connsiteX38" fmla="*/ 13035 w 161083"/>
                  <a:gd name="connsiteY38" fmla="*/ 33052 h 240696"/>
                  <a:gd name="connsiteX39" fmla="*/ 26736 w 161083"/>
                  <a:gd name="connsiteY39" fmla="*/ 15335 h 240696"/>
                  <a:gd name="connsiteX40" fmla="*/ 47668 w 161083"/>
                  <a:gd name="connsiteY40" fmla="*/ 4001 h 240696"/>
                  <a:gd name="connsiteX41" fmla="*/ 74309 w 161083"/>
                  <a:gd name="connsiteY41" fmla="*/ 0 h 240696"/>
                  <a:gd name="connsiteX42" fmla="*/ 95527 w 161083"/>
                  <a:gd name="connsiteY42" fmla="*/ 2477 h 240696"/>
                  <a:gd name="connsiteX43" fmla="*/ 113415 w 161083"/>
                  <a:gd name="connsiteY43" fmla="*/ 9811 h 240696"/>
                  <a:gd name="connsiteX44" fmla="*/ 160798 w 161083"/>
                  <a:gd name="connsiteY44" fmla="*/ 9811 h 240696"/>
                  <a:gd name="connsiteX45" fmla="*/ 129875 w 161083"/>
                  <a:gd name="connsiteY45" fmla="*/ 187357 h 240696"/>
                  <a:gd name="connsiteX46" fmla="*/ 126259 w 161083"/>
                  <a:gd name="connsiteY46" fmla="*/ 176975 h 240696"/>
                  <a:gd name="connsiteX47" fmla="*/ 116555 w 161083"/>
                  <a:gd name="connsiteY47" fmla="*/ 170783 h 240696"/>
                  <a:gd name="connsiteX48" fmla="*/ 102378 w 161083"/>
                  <a:gd name="connsiteY48" fmla="*/ 167545 h 240696"/>
                  <a:gd name="connsiteX49" fmla="*/ 85251 w 161083"/>
                  <a:gd name="connsiteY49" fmla="*/ 166116 h 240696"/>
                  <a:gd name="connsiteX50" fmla="*/ 66888 w 161083"/>
                  <a:gd name="connsiteY50" fmla="*/ 165068 h 240696"/>
                  <a:gd name="connsiteX51" fmla="*/ 49000 w 161083"/>
                  <a:gd name="connsiteY51" fmla="*/ 163354 h 240696"/>
                  <a:gd name="connsiteX52" fmla="*/ 33206 w 161083"/>
                  <a:gd name="connsiteY52" fmla="*/ 174689 h 240696"/>
                  <a:gd name="connsiteX53" fmla="*/ 27117 w 161083"/>
                  <a:gd name="connsiteY53" fmla="*/ 190691 h 240696"/>
                  <a:gd name="connsiteX54" fmla="*/ 30161 w 161083"/>
                  <a:gd name="connsiteY54" fmla="*/ 201644 h 240696"/>
                  <a:gd name="connsiteX55" fmla="*/ 39391 w 161083"/>
                  <a:gd name="connsiteY55" fmla="*/ 210407 h 240696"/>
                  <a:gd name="connsiteX56" fmla="*/ 54995 w 161083"/>
                  <a:gd name="connsiteY56" fmla="*/ 216313 h 240696"/>
                  <a:gd name="connsiteX57" fmla="*/ 77164 w 161083"/>
                  <a:gd name="connsiteY57" fmla="*/ 218504 h 240696"/>
                  <a:gd name="connsiteX58" fmla="*/ 99333 w 161083"/>
                  <a:gd name="connsiteY58" fmla="*/ 216218 h 240696"/>
                  <a:gd name="connsiteX59" fmla="*/ 115984 w 161083"/>
                  <a:gd name="connsiteY59" fmla="*/ 209836 h 240696"/>
                  <a:gd name="connsiteX60" fmla="*/ 126355 w 161083"/>
                  <a:gd name="connsiteY60" fmla="*/ 200025 h 240696"/>
                  <a:gd name="connsiteX61" fmla="*/ 129970 w 161083"/>
                  <a:gd name="connsiteY61" fmla="*/ 187452 h 240696"/>
                  <a:gd name="connsiteX62" fmla="*/ 74595 w 161083"/>
                  <a:gd name="connsiteY62" fmla="*/ 92488 h 240696"/>
                  <a:gd name="connsiteX63" fmla="*/ 90960 w 161083"/>
                  <a:gd name="connsiteY63" fmla="*/ 89916 h 240696"/>
                  <a:gd name="connsiteX64" fmla="*/ 102853 w 161083"/>
                  <a:gd name="connsiteY64" fmla="*/ 82677 h 240696"/>
                  <a:gd name="connsiteX65" fmla="*/ 110085 w 161083"/>
                  <a:gd name="connsiteY65" fmla="*/ 71533 h 240696"/>
                  <a:gd name="connsiteX66" fmla="*/ 112463 w 161083"/>
                  <a:gd name="connsiteY66" fmla="*/ 57341 h 240696"/>
                  <a:gd name="connsiteX67" fmla="*/ 102758 w 161083"/>
                  <a:gd name="connsiteY67" fmla="*/ 31814 h 240696"/>
                  <a:gd name="connsiteX68" fmla="*/ 74595 w 161083"/>
                  <a:gd name="connsiteY68" fmla="*/ 22384 h 240696"/>
                  <a:gd name="connsiteX69" fmla="*/ 46241 w 161083"/>
                  <a:gd name="connsiteY69" fmla="*/ 31814 h 240696"/>
                  <a:gd name="connsiteX70" fmla="*/ 36536 w 161083"/>
                  <a:gd name="connsiteY70" fmla="*/ 57341 h 240696"/>
                  <a:gd name="connsiteX71" fmla="*/ 39010 w 161083"/>
                  <a:gd name="connsiteY71" fmla="*/ 71533 h 240696"/>
                  <a:gd name="connsiteX72" fmla="*/ 46336 w 161083"/>
                  <a:gd name="connsiteY72" fmla="*/ 82677 h 240696"/>
                  <a:gd name="connsiteX73" fmla="*/ 58230 w 161083"/>
                  <a:gd name="connsiteY73" fmla="*/ 89916 h 240696"/>
                  <a:gd name="connsiteX74" fmla="*/ 74595 w 161083"/>
                  <a:gd name="connsiteY74" fmla="*/ 92488 h 2406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</a:cxnLst>
                <a:rect l="l" t="t" r="r" b="b"/>
                <a:pathLst>
                  <a:path w="161083" h="240696">
                    <a:moveTo>
                      <a:pt x="161083" y="10097"/>
                    </a:moveTo>
                    <a:lnTo>
                      <a:pt x="161083" y="21431"/>
                    </a:lnTo>
                    <a:cubicBezTo>
                      <a:pt x="161083" y="25241"/>
                      <a:pt x="158704" y="27623"/>
                      <a:pt x="153852" y="28670"/>
                    </a:cubicBezTo>
                    <a:lnTo>
                      <a:pt x="134062" y="31242"/>
                    </a:lnTo>
                    <a:cubicBezTo>
                      <a:pt x="137963" y="38767"/>
                      <a:pt x="139961" y="47244"/>
                      <a:pt x="139961" y="56388"/>
                    </a:cubicBezTo>
                    <a:cubicBezTo>
                      <a:pt x="139961" y="64865"/>
                      <a:pt x="138343" y="72580"/>
                      <a:pt x="135013" y="79534"/>
                    </a:cubicBezTo>
                    <a:cubicBezTo>
                      <a:pt x="131683" y="86487"/>
                      <a:pt x="127211" y="92488"/>
                      <a:pt x="121502" y="97346"/>
                    </a:cubicBezTo>
                    <a:cubicBezTo>
                      <a:pt x="115793" y="102299"/>
                      <a:pt x="108848" y="106108"/>
                      <a:pt x="100855" y="108776"/>
                    </a:cubicBezTo>
                    <a:cubicBezTo>
                      <a:pt x="92863" y="111443"/>
                      <a:pt x="84110" y="112776"/>
                      <a:pt x="74690" y="112776"/>
                    </a:cubicBezTo>
                    <a:cubicBezTo>
                      <a:pt x="66507" y="112776"/>
                      <a:pt x="58801" y="111824"/>
                      <a:pt x="51569" y="109823"/>
                    </a:cubicBezTo>
                    <a:cubicBezTo>
                      <a:pt x="47859" y="112109"/>
                      <a:pt x="45099" y="114586"/>
                      <a:pt x="43101" y="117157"/>
                    </a:cubicBezTo>
                    <a:cubicBezTo>
                      <a:pt x="41103" y="119729"/>
                      <a:pt x="40152" y="122396"/>
                      <a:pt x="40152" y="124968"/>
                    </a:cubicBezTo>
                    <a:cubicBezTo>
                      <a:pt x="40152" y="129064"/>
                      <a:pt x="41864" y="132207"/>
                      <a:pt x="45195" y="134398"/>
                    </a:cubicBezTo>
                    <a:cubicBezTo>
                      <a:pt x="48620" y="136493"/>
                      <a:pt x="52997" y="138017"/>
                      <a:pt x="58515" y="138970"/>
                    </a:cubicBezTo>
                    <a:cubicBezTo>
                      <a:pt x="64034" y="139922"/>
                      <a:pt x="70313" y="140494"/>
                      <a:pt x="77354" y="140684"/>
                    </a:cubicBezTo>
                    <a:cubicBezTo>
                      <a:pt x="84395" y="140970"/>
                      <a:pt x="91626" y="141256"/>
                      <a:pt x="99047" y="141827"/>
                    </a:cubicBezTo>
                    <a:cubicBezTo>
                      <a:pt x="106469" y="142304"/>
                      <a:pt x="113700" y="143256"/>
                      <a:pt x="120741" y="144494"/>
                    </a:cubicBezTo>
                    <a:cubicBezTo>
                      <a:pt x="127782" y="145733"/>
                      <a:pt x="134062" y="147828"/>
                      <a:pt x="139580" y="150686"/>
                    </a:cubicBezTo>
                    <a:cubicBezTo>
                      <a:pt x="145099" y="153543"/>
                      <a:pt x="149570" y="157544"/>
                      <a:pt x="152900" y="162592"/>
                    </a:cubicBezTo>
                    <a:cubicBezTo>
                      <a:pt x="156326" y="167640"/>
                      <a:pt x="157943" y="174212"/>
                      <a:pt x="157943" y="182213"/>
                    </a:cubicBezTo>
                    <a:cubicBezTo>
                      <a:pt x="157943" y="189643"/>
                      <a:pt x="156040" y="196882"/>
                      <a:pt x="152330" y="203930"/>
                    </a:cubicBezTo>
                    <a:cubicBezTo>
                      <a:pt x="148619" y="210979"/>
                      <a:pt x="143195" y="217170"/>
                      <a:pt x="136250" y="222599"/>
                    </a:cubicBezTo>
                    <a:cubicBezTo>
                      <a:pt x="129209" y="228029"/>
                      <a:pt x="120646" y="232410"/>
                      <a:pt x="110465" y="235744"/>
                    </a:cubicBezTo>
                    <a:cubicBezTo>
                      <a:pt x="100284" y="238982"/>
                      <a:pt x="88867" y="240697"/>
                      <a:pt x="76117" y="240697"/>
                    </a:cubicBezTo>
                    <a:cubicBezTo>
                      <a:pt x="63368" y="240697"/>
                      <a:pt x="52235" y="239459"/>
                      <a:pt x="42721" y="236887"/>
                    </a:cubicBezTo>
                    <a:cubicBezTo>
                      <a:pt x="33206" y="234315"/>
                      <a:pt x="25309" y="230981"/>
                      <a:pt x="18934" y="226695"/>
                    </a:cubicBezTo>
                    <a:cubicBezTo>
                      <a:pt x="12655" y="222409"/>
                      <a:pt x="7897" y="217551"/>
                      <a:pt x="4757" y="211931"/>
                    </a:cubicBezTo>
                    <a:cubicBezTo>
                      <a:pt x="1617" y="206407"/>
                      <a:pt x="0" y="200501"/>
                      <a:pt x="0" y="194405"/>
                    </a:cubicBezTo>
                    <a:cubicBezTo>
                      <a:pt x="0" y="185738"/>
                      <a:pt x="2664" y="178499"/>
                      <a:pt x="8087" y="172498"/>
                    </a:cubicBezTo>
                    <a:cubicBezTo>
                      <a:pt x="13511" y="166497"/>
                      <a:pt x="20932" y="161735"/>
                      <a:pt x="30257" y="158210"/>
                    </a:cubicBezTo>
                    <a:cubicBezTo>
                      <a:pt x="25119" y="155924"/>
                      <a:pt x="21027" y="152876"/>
                      <a:pt x="17983" y="148971"/>
                    </a:cubicBezTo>
                    <a:cubicBezTo>
                      <a:pt x="14938" y="145161"/>
                      <a:pt x="13416" y="139922"/>
                      <a:pt x="13416" y="133350"/>
                    </a:cubicBezTo>
                    <a:cubicBezTo>
                      <a:pt x="13416" y="130778"/>
                      <a:pt x="13891" y="128206"/>
                      <a:pt x="14748" y="125540"/>
                    </a:cubicBezTo>
                    <a:cubicBezTo>
                      <a:pt x="15699" y="122873"/>
                      <a:pt x="17031" y="120110"/>
                      <a:pt x="18934" y="117443"/>
                    </a:cubicBezTo>
                    <a:cubicBezTo>
                      <a:pt x="20837" y="114776"/>
                      <a:pt x="23121" y="112205"/>
                      <a:pt x="25880" y="109728"/>
                    </a:cubicBezTo>
                    <a:cubicBezTo>
                      <a:pt x="28639" y="107347"/>
                      <a:pt x="31874" y="105156"/>
                      <a:pt x="35490" y="103346"/>
                    </a:cubicBezTo>
                    <a:cubicBezTo>
                      <a:pt x="26831" y="98489"/>
                      <a:pt x="20171" y="92107"/>
                      <a:pt x="15319" y="84106"/>
                    </a:cubicBezTo>
                    <a:cubicBezTo>
                      <a:pt x="10466" y="76105"/>
                      <a:pt x="8087" y="66866"/>
                      <a:pt x="8087" y="56293"/>
                    </a:cubicBezTo>
                    <a:cubicBezTo>
                      <a:pt x="8087" y="47816"/>
                      <a:pt x="9705" y="40005"/>
                      <a:pt x="13035" y="33052"/>
                    </a:cubicBezTo>
                    <a:cubicBezTo>
                      <a:pt x="16365" y="26099"/>
                      <a:pt x="20837" y="20193"/>
                      <a:pt x="26736" y="15335"/>
                    </a:cubicBezTo>
                    <a:cubicBezTo>
                      <a:pt x="32635" y="10478"/>
                      <a:pt x="39581" y="6668"/>
                      <a:pt x="47668" y="4001"/>
                    </a:cubicBezTo>
                    <a:cubicBezTo>
                      <a:pt x="55756" y="1334"/>
                      <a:pt x="64604" y="0"/>
                      <a:pt x="74309" y="0"/>
                    </a:cubicBezTo>
                    <a:cubicBezTo>
                      <a:pt x="81921" y="0"/>
                      <a:pt x="88962" y="857"/>
                      <a:pt x="95527" y="2477"/>
                    </a:cubicBezTo>
                    <a:cubicBezTo>
                      <a:pt x="102092" y="4191"/>
                      <a:pt x="107991" y="6572"/>
                      <a:pt x="113415" y="9811"/>
                    </a:cubicBezTo>
                    <a:lnTo>
                      <a:pt x="160798" y="9811"/>
                    </a:lnTo>
                    <a:close/>
                    <a:moveTo>
                      <a:pt x="129875" y="187357"/>
                    </a:moveTo>
                    <a:cubicBezTo>
                      <a:pt x="129875" y="183071"/>
                      <a:pt x="128638" y="179642"/>
                      <a:pt x="126259" y="176975"/>
                    </a:cubicBezTo>
                    <a:cubicBezTo>
                      <a:pt x="123881" y="174308"/>
                      <a:pt x="120646" y="172307"/>
                      <a:pt x="116555" y="170783"/>
                    </a:cubicBezTo>
                    <a:cubicBezTo>
                      <a:pt x="112463" y="169259"/>
                      <a:pt x="107706" y="168212"/>
                      <a:pt x="102378" y="167545"/>
                    </a:cubicBezTo>
                    <a:cubicBezTo>
                      <a:pt x="97049" y="166878"/>
                      <a:pt x="91246" y="166402"/>
                      <a:pt x="85251" y="166116"/>
                    </a:cubicBezTo>
                    <a:cubicBezTo>
                      <a:pt x="79257" y="165735"/>
                      <a:pt x="73073" y="165449"/>
                      <a:pt x="66888" y="165068"/>
                    </a:cubicBezTo>
                    <a:cubicBezTo>
                      <a:pt x="60703" y="164687"/>
                      <a:pt x="54709" y="164116"/>
                      <a:pt x="49000" y="163354"/>
                    </a:cubicBezTo>
                    <a:cubicBezTo>
                      <a:pt x="42531" y="166306"/>
                      <a:pt x="37297" y="170117"/>
                      <a:pt x="33206" y="174689"/>
                    </a:cubicBezTo>
                    <a:cubicBezTo>
                      <a:pt x="29115" y="179261"/>
                      <a:pt x="27117" y="184595"/>
                      <a:pt x="27117" y="190691"/>
                    </a:cubicBezTo>
                    <a:cubicBezTo>
                      <a:pt x="27117" y="194596"/>
                      <a:pt x="28163" y="198215"/>
                      <a:pt x="30161" y="201644"/>
                    </a:cubicBezTo>
                    <a:cubicBezTo>
                      <a:pt x="32159" y="205073"/>
                      <a:pt x="35204" y="207931"/>
                      <a:pt x="39391" y="210407"/>
                    </a:cubicBezTo>
                    <a:cubicBezTo>
                      <a:pt x="43482" y="212884"/>
                      <a:pt x="48715" y="214789"/>
                      <a:pt x="54995" y="216313"/>
                    </a:cubicBezTo>
                    <a:cubicBezTo>
                      <a:pt x="61274" y="217742"/>
                      <a:pt x="68601" y="218504"/>
                      <a:pt x="77164" y="218504"/>
                    </a:cubicBezTo>
                    <a:cubicBezTo>
                      <a:pt x="85727" y="218504"/>
                      <a:pt x="92863" y="217742"/>
                      <a:pt x="99333" y="216218"/>
                    </a:cubicBezTo>
                    <a:cubicBezTo>
                      <a:pt x="105898" y="214694"/>
                      <a:pt x="111417" y="212598"/>
                      <a:pt x="115984" y="209836"/>
                    </a:cubicBezTo>
                    <a:cubicBezTo>
                      <a:pt x="120551" y="207074"/>
                      <a:pt x="123976" y="203835"/>
                      <a:pt x="126355" y="200025"/>
                    </a:cubicBezTo>
                    <a:cubicBezTo>
                      <a:pt x="128733" y="196215"/>
                      <a:pt x="129970" y="192024"/>
                      <a:pt x="129970" y="187452"/>
                    </a:cubicBezTo>
                    <a:close/>
                    <a:moveTo>
                      <a:pt x="74595" y="92488"/>
                    </a:moveTo>
                    <a:cubicBezTo>
                      <a:pt x="80779" y="92488"/>
                      <a:pt x="86203" y="91630"/>
                      <a:pt x="90960" y="89916"/>
                    </a:cubicBezTo>
                    <a:cubicBezTo>
                      <a:pt x="95622" y="88202"/>
                      <a:pt x="99618" y="85820"/>
                      <a:pt x="102853" y="82677"/>
                    </a:cubicBezTo>
                    <a:cubicBezTo>
                      <a:pt x="106088" y="79534"/>
                      <a:pt x="108467" y="75914"/>
                      <a:pt x="110085" y="71533"/>
                    </a:cubicBezTo>
                    <a:cubicBezTo>
                      <a:pt x="111702" y="67247"/>
                      <a:pt x="112463" y="62484"/>
                      <a:pt x="112463" y="57341"/>
                    </a:cubicBezTo>
                    <a:cubicBezTo>
                      <a:pt x="112463" y="46673"/>
                      <a:pt x="109228" y="38100"/>
                      <a:pt x="102758" y="31814"/>
                    </a:cubicBezTo>
                    <a:cubicBezTo>
                      <a:pt x="96288" y="25527"/>
                      <a:pt x="86869" y="22384"/>
                      <a:pt x="74595" y="22384"/>
                    </a:cubicBezTo>
                    <a:cubicBezTo>
                      <a:pt x="62321" y="22384"/>
                      <a:pt x="52711" y="25527"/>
                      <a:pt x="46241" y="31814"/>
                    </a:cubicBezTo>
                    <a:cubicBezTo>
                      <a:pt x="39771" y="38100"/>
                      <a:pt x="36536" y="46673"/>
                      <a:pt x="36536" y="57341"/>
                    </a:cubicBezTo>
                    <a:cubicBezTo>
                      <a:pt x="36536" y="62484"/>
                      <a:pt x="37393" y="67247"/>
                      <a:pt x="39010" y="71533"/>
                    </a:cubicBezTo>
                    <a:cubicBezTo>
                      <a:pt x="40627" y="75819"/>
                      <a:pt x="43101" y="79534"/>
                      <a:pt x="46336" y="82677"/>
                    </a:cubicBezTo>
                    <a:cubicBezTo>
                      <a:pt x="49571" y="85820"/>
                      <a:pt x="53472" y="88202"/>
                      <a:pt x="58230" y="89916"/>
                    </a:cubicBezTo>
                    <a:cubicBezTo>
                      <a:pt x="62987" y="91630"/>
                      <a:pt x="68410" y="92488"/>
                      <a:pt x="74595" y="92488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16FA48DA-30CE-5266-A4CB-12B668D74A24}"/>
                  </a:ext>
                </a:extLst>
              </p:cNvPr>
              <p:cNvSpPr/>
              <p:nvPr/>
            </p:nvSpPr>
            <p:spPr>
              <a:xfrm>
                <a:off x="9140826" y="6450933"/>
                <a:ext cx="112463" cy="234124"/>
              </a:xfrm>
              <a:custGeom>
                <a:avLst/>
                <a:gdLst>
                  <a:gd name="connsiteX0" fmla="*/ 70504 w 112463"/>
                  <a:gd name="connsiteY0" fmla="*/ 234124 h 234124"/>
                  <a:gd name="connsiteX1" fmla="*/ 38725 w 112463"/>
                  <a:gd name="connsiteY1" fmla="*/ 222599 h 234124"/>
                  <a:gd name="connsiteX2" fmla="*/ 27592 w 112463"/>
                  <a:gd name="connsiteY2" fmla="*/ 189357 h 234124"/>
                  <a:gd name="connsiteX3" fmla="*/ 27592 w 112463"/>
                  <a:gd name="connsiteY3" fmla="*/ 82487 h 234124"/>
                  <a:gd name="connsiteX4" fmla="*/ 6565 w 112463"/>
                  <a:gd name="connsiteY4" fmla="*/ 82487 h 234124"/>
                  <a:gd name="connsiteX5" fmla="*/ 1903 w 112463"/>
                  <a:gd name="connsiteY5" fmla="*/ 80867 h 234124"/>
                  <a:gd name="connsiteX6" fmla="*/ 0 w 112463"/>
                  <a:gd name="connsiteY6" fmla="*/ 75724 h 234124"/>
                  <a:gd name="connsiteX7" fmla="*/ 0 w 112463"/>
                  <a:gd name="connsiteY7" fmla="*/ 63437 h 234124"/>
                  <a:gd name="connsiteX8" fmla="*/ 28544 w 112463"/>
                  <a:gd name="connsiteY8" fmla="*/ 59817 h 234124"/>
                  <a:gd name="connsiteX9" fmla="*/ 35585 w 112463"/>
                  <a:gd name="connsiteY9" fmla="*/ 5810 h 234124"/>
                  <a:gd name="connsiteX10" fmla="*/ 37868 w 112463"/>
                  <a:gd name="connsiteY10" fmla="*/ 1619 h 234124"/>
                  <a:gd name="connsiteX11" fmla="*/ 42626 w 112463"/>
                  <a:gd name="connsiteY11" fmla="*/ 0 h 234124"/>
                  <a:gd name="connsiteX12" fmla="*/ 58135 w 112463"/>
                  <a:gd name="connsiteY12" fmla="*/ 0 h 234124"/>
                  <a:gd name="connsiteX13" fmla="*/ 58135 w 112463"/>
                  <a:gd name="connsiteY13" fmla="*/ 60198 h 234124"/>
                  <a:gd name="connsiteX14" fmla="*/ 108562 w 112463"/>
                  <a:gd name="connsiteY14" fmla="*/ 60198 h 234124"/>
                  <a:gd name="connsiteX15" fmla="*/ 108562 w 112463"/>
                  <a:gd name="connsiteY15" fmla="*/ 82487 h 234124"/>
                  <a:gd name="connsiteX16" fmla="*/ 58135 w 112463"/>
                  <a:gd name="connsiteY16" fmla="*/ 82487 h 234124"/>
                  <a:gd name="connsiteX17" fmla="*/ 58135 w 112463"/>
                  <a:gd name="connsiteY17" fmla="*/ 187262 h 234124"/>
                  <a:gd name="connsiteX18" fmla="*/ 63463 w 112463"/>
                  <a:gd name="connsiteY18" fmla="*/ 203645 h 234124"/>
                  <a:gd name="connsiteX19" fmla="*/ 77259 w 112463"/>
                  <a:gd name="connsiteY19" fmla="*/ 208978 h 234124"/>
                  <a:gd name="connsiteX20" fmla="*/ 85632 w 112463"/>
                  <a:gd name="connsiteY20" fmla="*/ 207740 h 234124"/>
                  <a:gd name="connsiteX21" fmla="*/ 91721 w 112463"/>
                  <a:gd name="connsiteY21" fmla="*/ 204883 h 234124"/>
                  <a:gd name="connsiteX22" fmla="*/ 96098 w 112463"/>
                  <a:gd name="connsiteY22" fmla="*/ 202025 h 234124"/>
                  <a:gd name="connsiteX23" fmla="*/ 99238 w 112463"/>
                  <a:gd name="connsiteY23" fmla="*/ 200692 h 234124"/>
                  <a:gd name="connsiteX24" fmla="*/ 103520 w 112463"/>
                  <a:gd name="connsiteY24" fmla="*/ 203645 h 234124"/>
                  <a:gd name="connsiteX25" fmla="*/ 112463 w 112463"/>
                  <a:gd name="connsiteY25" fmla="*/ 218313 h 234124"/>
                  <a:gd name="connsiteX26" fmla="*/ 93339 w 112463"/>
                  <a:gd name="connsiteY26" fmla="*/ 229934 h 234124"/>
                  <a:gd name="connsiteX27" fmla="*/ 70313 w 112463"/>
                  <a:gd name="connsiteY27" fmla="*/ 234124 h 2341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112463" h="234124">
                    <a:moveTo>
                      <a:pt x="70504" y="234124"/>
                    </a:moveTo>
                    <a:cubicBezTo>
                      <a:pt x="56707" y="234124"/>
                      <a:pt x="46146" y="230315"/>
                      <a:pt x="38725" y="222599"/>
                    </a:cubicBezTo>
                    <a:cubicBezTo>
                      <a:pt x="31303" y="214884"/>
                      <a:pt x="27592" y="203835"/>
                      <a:pt x="27592" y="189357"/>
                    </a:cubicBezTo>
                    <a:lnTo>
                      <a:pt x="27592" y="82487"/>
                    </a:lnTo>
                    <a:lnTo>
                      <a:pt x="6565" y="82487"/>
                    </a:lnTo>
                    <a:cubicBezTo>
                      <a:pt x="4757" y="82487"/>
                      <a:pt x="3140" y="81915"/>
                      <a:pt x="1903" y="80867"/>
                    </a:cubicBezTo>
                    <a:cubicBezTo>
                      <a:pt x="666" y="79819"/>
                      <a:pt x="0" y="78105"/>
                      <a:pt x="0" y="75724"/>
                    </a:cubicBezTo>
                    <a:lnTo>
                      <a:pt x="0" y="63437"/>
                    </a:lnTo>
                    <a:lnTo>
                      <a:pt x="28544" y="59817"/>
                    </a:lnTo>
                    <a:lnTo>
                      <a:pt x="35585" y="5810"/>
                    </a:lnTo>
                    <a:cubicBezTo>
                      <a:pt x="35965" y="4096"/>
                      <a:pt x="36727" y="2667"/>
                      <a:pt x="37868" y="1619"/>
                    </a:cubicBezTo>
                    <a:cubicBezTo>
                      <a:pt x="39105" y="571"/>
                      <a:pt x="40628" y="0"/>
                      <a:pt x="42626" y="0"/>
                    </a:cubicBezTo>
                    <a:lnTo>
                      <a:pt x="58135" y="0"/>
                    </a:lnTo>
                    <a:lnTo>
                      <a:pt x="58135" y="60198"/>
                    </a:lnTo>
                    <a:lnTo>
                      <a:pt x="108562" y="60198"/>
                    </a:lnTo>
                    <a:lnTo>
                      <a:pt x="108562" y="82487"/>
                    </a:lnTo>
                    <a:lnTo>
                      <a:pt x="58135" y="82487"/>
                    </a:lnTo>
                    <a:lnTo>
                      <a:pt x="58135" y="187262"/>
                    </a:lnTo>
                    <a:cubicBezTo>
                      <a:pt x="58135" y="194596"/>
                      <a:pt x="59942" y="200120"/>
                      <a:pt x="63463" y="203645"/>
                    </a:cubicBezTo>
                    <a:cubicBezTo>
                      <a:pt x="66983" y="207169"/>
                      <a:pt x="71645" y="208978"/>
                      <a:pt x="77259" y="208978"/>
                    </a:cubicBezTo>
                    <a:cubicBezTo>
                      <a:pt x="80494" y="208978"/>
                      <a:pt x="83253" y="208598"/>
                      <a:pt x="85632" y="207740"/>
                    </a:cubicBezTo>
                    <a:cubicBezTo>
                      <a:pt x="88011" y="206883"/>
                      <a:pt x="90009" y="205930"/>
                      <a:pt x="91721" y="204883"/>
                    </a:cubicBezTo>
                    <a:cubicBezTo>
                      <a:pt x="93434" y="203835"/>
                      <a:pt x="94861" y="202883"/>
                      <a:pt x="96098" y="202025"/>
                    </a:cubicBezTo>
                    <a:cubicBezTo>
                      <a:pt x="97335" y="201168"/>
                      <a:pt x="98382" y="200692"/>
                      <a:pt x="99238" y="200692"/>
                    </a:cubicBezTo>
                    <a:cubicBezTo>
                      <a:pt x="100855" y="200692"/>
                      <a:pt x="102283" y="201644"/>
                      <a:pt x="103520" y="203645"/>
                    </a:cubicBezTo>
                    <a:lnTo>
                      <a:pt x="112463" y="218313"/>
                    </a:lnTo>
                    <a:cubicBezTo>
                      <a:pt x="107230" y="223266"/>
                      <a:pt x="100855" y="227171"/>
                      <a:pt x="93339" y="229934"/>
                    </a:cubicBezTo>
                    <a:cubicBezTo>
                      <a:pt x="85822" y="232696"/>
                      <a:pt x="78211" y="234124"/>
                      <a:pt x="70313" y="234124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975C9A17-ECCC-A95B-495D-C7DF4B72D16F}"/>
                  </a:ext>
                </a:extLst>
              </p:cNvPr>
              <p:cNvSpPr/>
              <p:nvPr/>
            </p:nvSpPr>
            <p:spPr>
              <a:xfrm>
                <a:off x="9277837" y="6428358"/>
                <a:ext cx="145383" cy="254031"/>
              </a:xfrm>
              <a:custGeom>
                <a:avLst/>
                <a:gdLst>
                  <a:gd name="connsiteX0" fmla="*/ 30828 w 145383"/>
                  <a:gd name="connsiteY0" fmla="*/ 102584 h 254031"/>
                  <a:gd name="connsiteX1" fmla="*/ 55661 w 145383"/>
                  <a:gd name="connsiteY1" fmla="*/ 83630 h 254031"/>
                  <a:gd name="connsiteX2" fmla="*/ 86964 w 145383"/>
                  <a:gd name="connsiteY2" fmla="*/ 76581 h 254031"/>
                  <a:gd name="connsiteX3" fmla="*/ 112178 w 145383"/>
                  <a:gd name="connsiteY3" fmla="*/ 81344 h 254031"/>
                  <a:gd name="connsiteX4" fmla="*/ 130446 w 145383"/>
                  <a:gd name="connsiteY4" fmla="*/ 94774 h 254031"/>
                  <a:gd name="connsiteX5" fmla="*/ 141578 w 145383"/>
                  <a:gd name="connsiteY5" fmla="*/ 115729 h 254031"/>
                  <a:gd name="connsiteX6" fmla="*/ 145384 w 145383"/>
                  <a:gd name="connsiteY6" fmla="*/ 142780 h 254031"/>
                  <a:gd name="connsiteX7" fmla="*/ 145384 w 145383"/>
                  <a:gd name="connsiteY7" fmla="*/ 254032 h 254031"/>
                  <a:gd name="connsiteX8" fmla="*/ 114557 w 145383"/>
                  <a:gd name="connsiteY8" fmla="*/ 254032 h 254031"/>
                  <a:gd name="connsiteX9" fmla="*/ 114557 w 145383"/>
                  <a:gd name="connsiteY9" fmla="*/ 142780 h 254031"/>
                  <a:gd name="connsiteX10" fmla="*/ 105518 w 145383"/>
                  <a:gd name="connsiteY10" fmla="*/ 112014 h 254031"/>
                  <a:gd name="connsiteX11" fmla="*/ 78020 w 145383"/>
                  <a:gd name="connsiteY11" fmla="*/ 101060 h 254031"/>
                  <a:gd name="connsiteX12" fmla="*/ 52616 w 145383"/>
                  <a:gd name="connsiteY12" fmla="*/ 107633 h 254031"/>
                  <a:gd name="connsiteX13" fmla="*/ 30828 w 145383"/>
                  <a:gd name="connsiteY13" fmla="*/ 125349 h 254031"/>
                  <a:gd name="connsiteX14" fmla="*/ 30828 w 145383"/>
                  <a:gd name="connsiteY14" fmla="*/ 253937 h 254031"/>
                  <a:gd name="connsiteX15" fmla="*/ 0 w 145383"/>
                  <a:gd name="connsiteY15" fmla="*/ 253937 h 254031"/>
                  <a:gd name="connsiteX16" fmla="*/ 0 w 145383"/>
                  <a:gd name="connsiteY16" fmla="*/ 0 h 254031"/>
                  <a:gd name="connsiteX17" fmla="*/ 30828 w 145383"/>
                  <a:gd name="connsiteY17" fmla="*/ 0 h 254031"/>
                  <a:gd name="connsiteX18" fmla="*/ 30828 w 145383"/>
                  <a:gd name="connsiteY18" fmla="*/ 102584 h 2540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45383" h="254031">
                    <a:moveTo>
                      <a:pt x="30828" y="102584"/>
                    </a:moveTo>
                    <a:cubicBezTo>
                      <a:pt x="38249" y="94679"/>
                      <a:pt x="46527" y="88297"/>
                      <a:pt x="55661" y="83630"/>
                    </a:cubicBezTo>
                    <a:cubicBezTo>
                      <a:pt x="64795" y="78962"/>
                      <a:pt x="75166" y="76581"/>
                      <a:pt x="86964" y="76581"/>
                    </a:cubicBezTo>
                    <a:cubicBezTo>
                      <a:pt x="96479" y="76581"/>
                      <a:pt x="104947" y="78200"/>
                      <a:pt x="112178" y="81344"/>
                    </a:cubicBezTo>
                    <a:cubicBezTo>
                      <a:pt x="119504" y="84487"/>
                      <a:pt x="125594" y="88964"/>
                      <a:pt x="130446" y="94774"/>
                    </a:cubicBezTo>
                    <a:cubicBezTo>
                      <a:pt x="135298" y="100584"/>
                      <a:pt x="139009" y="107537"/>
                      <a:pt x="141578" y="115729"/>
                    </a:cubicBezTo>
                    <a:cubicBezTo>
                      <a:pt x="144052" y="123920"/>
                      <a:pt x="145384" y="132874"/>
                      <a:pt x="145384" y="142780"/>
                    </a:cubicBezTo>
                    <a:lnTo>
                      <a:pt x="145384" y="254032"/>
                    </a:lnTo>
                    <a:lnTo>
                      <a:pt x="114557" y="254032"/>
                    </a:lnTo>
                    <a:lnTo>
                      <a:pt x="114557" y="142780"/>
                    </a:lnTo>
                    <a:cubicBezTo>
                      <a:pt x="114557" y="129540"/>
                      <a:pt x="111512" y="119348"/>
                      <a:pt x="105518" y="112014"/>
                    </a:cubicBezTo>
                    <a:cubicBezTo>
                      <a:pt x="99523" y="104680"/>
                      <a:pt x="90294" y="101060"/>
                      <a:pt x="78020" y="101060"/>
                    </a:cubicBezTo>
                    <a:cubicBezTo>
                      <a:pt x="68981" y="101060"/>
                      <a:pt x="60513" y="103251"/>
                      <a:pt x="52616" y="107633"/>
                    </a:cubicBezTo>
                    <a:cubicBezTo>
                      <a:pt x="44719" y="112014"/>
                      <a:pt x="37488" y="117920"/>
                      <a:pt x="30828" y="125349"/>
                    </a:cubicBezTo>
                    <a:lnTo>
                      <a:pt x="30828" y="253937"/>
                    </a:lnTo>
                    <a:lnTo>
                      <a:pt x="0" y="253937"/>
                    </a:lnTo>
                    <a:lnTo>
                      <a:pt x="0" y="0"/>
                    </a:lnTo>
                    <a:lnTo>
                      <a:pt x="30828" y="0"/>
                    </a:lnTo>
                    <a:lnTo>
                      <a:pt x="30828" y="102584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A63CBB5F-70A2-ACD2-4C88-A34A67416B58}"/>
                  </a:ext>
                </a:extLst>
              </p:cNvPr>
              <p:cNvSpPr/>
              <p:nvPr/>
            </p:nvSpPr>
            <p:spPr>
              <a:xfrm>
                <a:off x="9456617" y="6504940"/>
                <a:ext cx="154327" cy="179831"/>
              </a:xfrm>
              <a:custGeom>
                <a:avLst/>
                <a:gdLst>
                  <a:gd name="connsiteX0" fmla="*/ 151473 w 154327"/>
                  <a:gd name="connsiteY0" fmla="*/ 152876 h 179831"/>
                  <a:gd name="connsiteX1" fmla="*/ 137867 w 154327"/>
                  <a:gd name="connsiteY1" fmla="*/ 164878 h 179831"/>
                  <a:gd name="connsiteX2" fmla="*/ 120931 w 154327"/>
                  <a:gd name="connsiteY2" fmla="*/ 173260 h 179831"/>
                  <a:gd name="connsiteX3" fmla="*/ 102283 w 154327"/>
                  <a:gd name="connsiteY3" fmla="*/ 178213 h 179831"/>
                  <a:gd name="connsiteX4" fmla="*/ 83158 w 154327"/>
                  <a:gd name="connsiteY4" fmla="*/ 179832 h 179831"/>
                  <a:gd name="connsiteX5" fmla="*/ 49857 w 154327"/>
                  <a:gd name="connsiteY5" fmla="*/ 173736 h 179831"/>
                  <a:gd name="connsiteX6" fmla="*/ 23501 w 154327"/>
                  <a:gd name="connsiteY6" fmla="*/ 155829 h 179831"/>
                  <a:gd name="connsiteX7" fmla="*/ 6184 w 154327"/>
                  <a:gd name="connsiteY7" fmla="*/ 126587 h 179831"/>
                  <a:gd name="connsiteX8" fmla="*/ 0 w 154327"/>
                  <a:gd name="connsiteY8" fmla="*/ 86582 h 179831"/>
                  <a:gd name="connsiteX9" fmla="*/ 5614 w 154327"/>
                  <a:gd name="connsiteY9" fmla="*/ 52483 h 179831"/>
                  <a:gd name="connsiteX10" fmla="*/ 21693 w 154327"/>
                  <a:gd name="connsiteY10" fmla="*/ 24955 h 179831"/>
                  <a:gd name="connsiteX11" fmla="*/ 47383 w 154327"/>
                  <a:gd name="connsiteY11" fmla="*/ 6667 h 179831"/>
                  <a:gd name="connsiteX12" fmla="*/ 81445 w 154327"/>
                  <a:gd name="connsiteY12" fmla="*/ 0 h 179831"/>
                  <a:gd name="connsiteX13" fmla="*/ 110465 w 154327"/>
                  <a:gd name="connsiteY13" fmla="*/ 5239 h 179831"/>
                  <a:gd name="connsiteX14" fmla="*/ 133586 w 154327"/>
                  <a:gd name="connsiteY14" fmla="*/ 20383 h 179831"/>
                  <a:gd name="connsiteX15" fmla="*/ 148809 w 154327"/>
                  <a:gd name="connsiteY15" fmla="*/ 44863 h 179831"/>
                  <a:gd name="connsiteX16" fmla="*/ 154328 w 154327"/>
                  <a:gd name="connsiteY16" fmla="*/ 78010 h 179831"/>
                  <a:gd name="connsiteX17" fmla="*/ 152805 w 154327"/>
                  <a:gd name="connsiteY17" fmla="*/ 87630 h 179831"/>
                  <a:gd name="connsiteX18" fmla="*/ 146906 w 154327"/>
                  <a:gd name="connsiteY18" fmla="*/ 90011 h 179831"/>
                  <a:gd name="connsiteX19" fmla="*/ 30352 w 154327"/>
                  <a:gd name="connsiteY19" fmla="*/ 90011 h 179831"/>
                  <a:gd name="connsiteX20" fmla="*/ 34919 w 154327"/>
                  <a:gd name="connsiteY20" fmla="*/ 118777 h 179831"/>
                  <a:gd name="connsiteX21" fmla="*/ 46241 w 154327"/>
                  <a:gd name="connsiteY21" fmla="*/ 139160 h 179831"/>
                  <a:gd name="connsiteX22" fmla="*/ 63463 w 154327"/>
                  <a:gd name="connsiteY22" fmla="*/ 151448 h 179831"/>
                  <a:gd name="connsiteX23" fmla="*/ 85822 w 154327"/>
                  <a:gd name="connsiteY23" fmla="*/ 155543 h 179831"/>
                  <a:gd name="connsiteX24" fmla="*/ 105708 w 154327"/>
                  <a:gd name="connsiteY24" fmla="*/ 152876 h 179831"/>
                  <a:gd name="connsiteX25" fmla="*/ 120075 w 154327"/>
                  <a:gd name="connsiteY25" fmla="*/ 147066 h 179831"/>
                  <a:gd name="connsiteX26" fmla="*/ 130160 w 154327"/>
                  <a:gd name="connsiteY26" fmla="*/ 141256 h 179831"/>
                  <a:gd name="connsiteX27" fmla="*/ 137106 w 154327"/>
                  <a:gd name="connsiteY27" fmla="*/ 138589 h 179831"/>
                  <a:gd name="connsiteX28" fmla="*/ 143005 w 154327"/>
                  <a:gd name="connsiteY28" fmla="*/ 141541 h 179831"/>
                  <a:gd name="connsiteX29" fmla="*/ 151664 w 154327"/>
                  <a:gd name="connsiteY29" fmla="*/ 152781 h 179831"/>
                  <a:gd name="connsiteX30" fmla="*/ 126640 w 154327"/>
                  <a:gd name="connsiteY30" fmla="*/ 70961 h 179831"/>
                  <a:gd name="connsiteX31" fmla="*/ 123595 w 154327"/>
                  <a:gd name="connsiteY31" fmla="*/ 51435 h 179831"/>
                  <a:gd name="connsiteX32" fmla="*/ 114842 w 154327"/>
                  <a:gd name="connsiteY32" fmla="*/ 36100 h 179831"/>
                  <a:gd name="connsiteX33" fmla="*/ 100855 w 154327"/>
                  <a:gd name="connsiteY33" fmla="*/ 26098 h 179831"/>
                  <a:gd name="connsiteX34" fmla="*/ 82112 w 154327"/>
                  <a:gd name="connsiteY34" fmla="*/ 22574 h 179831"/>
                  <a:gd name="connsiteX35" fmla="*/ 47193 w 154327"/>
                  <a:gd name="connsiteY35" fmla="*/ 35433 h 179831"/>
                  <a:gd name="connsiteX36" fmla="*/ 31303 w 154327"/>
                  <a:gd name="connsiteY36" fmla="*/ 71057 h 179831"/>
                  <a:gd name="connsiteX37" fmla="*/ 126735 w 154327"/>
                  <a:gd name="connsiteY37" fmla="*/ 71057 h 1798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154327" h="179831">
                    <a:moveTo>
                      <a:pt x="151473" y="152876"/>
                    </a:moveTo>
                    <a:cubicBezTo>
                      <a:pt x="147667" y="157448"/>
                      <a:pt x="143101" y="161449"/>
                      <a:pt x="137867" y="164878"/>
                    </a:cubicBezTo>
                    <a:cubicBezTo>
                      <a:pt x="132634" y="168307"/>
                      <a:pt x="126926" y="171069"/>
                      <a:pt x="120931" y="173260"/>
                    </a:cubicBezTo>
                    <a:cubicBezTo>
                      <a:pt x="114937" y="175451"/>
                      <a:pt x="108658" y="177070"/>
                      <a:pt x="102283" y="178213"/>
                    </a:cubicBezTo>
                    <a:cubicBezTo>
                      <a:pt x="95813" y="179356"/>
                      <a:pt x="89438" y="179832"/>
                      <a:pt x="83158" y="179832"/>
                    </a:cubicBezTo>
                    <a:cubicBezTo>
                      <a:pt x="71075" y="179832"/>
                      <a:pt x="60037" y="177832"/>
                      <a:pt x="49857" y="173736"/>
                    </a:cubicBezTo>
                    <a:cubicBezTo>
                      <a:pt x="39676" y="169640"/>
                      <a:pt x="30923" y="163639"/>
                      <a:pt x="23501" y="155829"/>
                    </a:cubicBezTo>
                    <a:cubicBezTo>
                      <a:pt x="16080" y="148018"/>
                      <a:pt x="10371" y="138208"/>
                      <a:pt x="6184" y="126587"/>
                    </a:cubicBezTo>
                    <a:cubicBezTo>
                      <a:pt x="2093" y="114967"/>
                      <a:pt x="0" y="101632"/>
                      <a:pt x="0" y="86582"/>
                    </a:cubicBezTo>
                    <a:cubicBezTo>
                      <a:pt x="0" y="74390"/>
                      <a:pt x="1903" y="63056"/>
                      <a:pt x="5614" y="52483"/>
                    </a:cubicBezTo>
                    <a:cubicBezTo>
                      <a:pt x="9324" y="41910"/>
                      <a:pt x="14748" y="32766"/>
                      <a:pt x="21693" y="24955"/>
                    </a:cubicBezTo>
                    <a:cubicBezTo>
                      <a:pt x="28734" y="17240"/>
                      <a:pt x="37202" y="11049"/>
                      <a:pt x="47383" y="6667"/>
                    </a:cubicBezTo>
                    <a:cubicBezTo>
                      <a:pt x="57469" y="2286"/>
                      <a:pt x="68886" y="0"/>
                      <a:pt x="81445" y="0"/>
                    </a:cubicBezTo>
                    <a:cubicBezTo>
                      <a:pt x="91912" y="0"/>
                      <a:pt x="101522" y="1715"/>
                      <a:pt x="110465" y="5239"/>
                    </a:cubicBezTo>
                    <a:cubicBezTo>
                      <a:pt x="119409" y="8763"/>
                      <a:pt x="127021" y="13811"/>
                      <a:pt x="133586" y="20383"/>
                    </a:cubicBezTo>
                    <a:cubicBezTo>
                      <a:pt x="140151" y="26956"/>
                      <a:pt x="145099" y="35147"/>
                      <a:pt x="148809" y="44863"/>
                    </a:cubicBezTo>
                    <a:cubicBezTo>
                      <a:pt x="152520" y="54578"/>
                      <a:pt x="154328" y="65627"/>
                      <a:pt x="154328" y="78010"/>
                    </a:cubicBezTo>
                    <a:cubicBezTo>
                      <a:pt x="154328" y="82867"/>
                      <a:pt x="153852" y="86011"/>
                      <a:pt x="152805" y="87630"/>
                    </a:cubicBezTo>
                    <a:cubicBezTo>
                      <a:pt x="151759" y="89249"/>
                      <a:pt x="149856" y="90011"/>
                      <a:pt x="146906" y="90011"/>
                    </a:cubicBezTo>
                    <a:lnTo>
                      <a:pt x="30352" y="90011"/>
                    </a:lnTo>
                    <a:cubicBezTo>
                      <a:pt x="30732" y="101060"/>
                      <a:pt x="32255" y="110681"/>
                      <a:pt x="34919" y="118777"/>
                    </a:cubicBezTo>
                    <a:cubicBezTo>
                      <a:pt x="37583" y="126968"/>
                      <a:pt x="41389" y="133731"/>
                      <a:pt x="46241" y="139160"/>
                    </a:cubicBezTo>
                    <a:cubicBezTo>
                      <a:pt x="51094" y="144589"/>
                      <a:pt x="56803" y="148685"/>
                      <a:pt x="63463" y="151448"/>
                    </a:cubicBezTo>
                    <a:cubicBezTo>
                      <a:pt x="70123" y="154210"/>
                      <a:pt x="77544" y="155543"/>
                      <a:pt x="85822" y="155543"/>
                    </a:cubicBezTo>
                    <a:cubicBezTo>
                      <a:pt x="93529" y="155543"/>
                      <a:pt x="100189" y="154686"/>
                      <a:pt x="105708" y="152876"/>
                    </a:cubicBezTo>
                    <a:cubicBezTo>
                      <a:pt x="111226" y="151066"/>
                      <a:pt x="116079" y="149161"/>
                      <a:pt x="120075" y="147066"/>
                    </a:cubicBezTo>
                    <a:cubicBezTo>
                      <a:pt x="124071" y="144971"/>
                      <a:pt x="127496" y="143065"/>
                      <a:pt x="130160" y="141256"/>
                    </a:cubicBezTo>
                    <a:cubicBezTo>
                      <a:pt x="132825" y="139446"/>
                      <a:pt x="135203" y="138589"/>
                      <a:pt x="137106" y="138589"/>
                    </a:cubicBezTo>
                    <a:cubicBezTo>
                      <a:pt x="139580" y="138589"/>
                      <a:pt x="141578" y="139541"/>
                      <a:pt x="143005" y="141541"/>
                    </a:cubicBezTo>
                    <a:lnTo>
                      <a:pt x="151664" y="152781"/>
                    </a:lnTo>
                    <a:close/>
                    <a:moveTo>
                      <a:pt x="126640" y="70961"/>
                    </a:moveTo>
                    <a:cubicBezTo>
                      <a:pt x="126640" y="63817"/>
                      <a:pt x="125594" y="57340"/>
                      <a:pt x="123595" y="51435"/>
                    </a:cubicBezTo>
                    <a:cubicBezTo>
                      <a:pt x="121597" y="45530"/>
                      <a:pt x="118648" y="40386"/>
                      <a:pt x="114842" y="36100"/>
                    </a:cubicBezTo>
                    <a:cubicBezTo>
                      <a:pt x="111036" y="31814"/>
                      <a:pt x="106279" y="28480"/>
                      <a:pt x="100855" y="26098"/>
                    </a:cubicBezTo>
                    <a:cubicBezTo>
                      <a:pt x="95337" y="23717"/>
                      <a:pt x="89057" y="22574"/>
                      <a:pt x="82112" y="22574"/>
                    </a:cubicBezTo>
                    <a:cubicBezTo>
                      <a:pt x="67459" y="22574"/>
                      <a:pt x="55756" y="26860"/>
                      <a:pt x="47193" y="35433"/>
                    </a:cubicBezTo>
                    <a:cubicBezTo>
                      <a:pt x="38629" y="44006"/>
                      <a:pt x="33301" y="55816"/>
                      <a:pt x="31303" y="71057"/>
                    </a:cubicBezTo>
                    <a:lnTo>
                      <a:pt x="126735" y="71057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" name="Freeform 20">
                <a:extLst>
                  <a:ext uri="{FF2B5EF4-FFF2-40B4-BE49-F238E27FC236}">
                    <a16:creationId xmlns:a16="http://schemas.microsoft.com/office/drawing/2014/main" id="{6A6E2A71-5207-7C2C-2898-782E3DBD00E9}"/>
                  </a:ext>
                </a:extLst>
              </p:cNvPr>
              <p:cNvSpPr/>
              <p:nvPr/>
            </p:nvSpPr>
            <p:spPr>
              <a:xfrm>
                <a:off x="9703903" y="6507321"/>
                <a:ext cx="259274" cy="174974"/>
              </a:xfrm>
              <a:custGeom>
                <a:avLst/>
                <a:gdLst>
                  <a:gd name="connsiteX0" fmla="*/ 259274 w 259274"/>
                  <a:gd name="connsiteY0" fmla="*/ 286 h 174974"/>
                  <a:gd name="connsiteX1" fmla="*/ 202757 w 259274"/>
                  <a:gd name="connsiteY1" fmla="*/ 174974 h 174974"/>
                  <a:gd name="connsiteX2" fmla="*/ 178495 w 259274"/>
                  <a:gd name="connsiteY2" fmla="*/ 174974 h 174974"/>
                  <a:gd name="connsiteX3" fmla="*/ 172311 w 259274"/>
                  <a:gd name="connsiteY3" fmla="*/ 169069 h 174974"/>
                  <a:gd name="connsiteX4" fmla="*/ 133776 w 259274"/>
                  <a:gd name="connsiteY4" fmla="*/ 50578 h 174974"/>
                  <a:gd name="connsiteX5" fmla="*/ 131493 w 259274"/>
                  <a:gd name="connsiteY5" fmla="*/ 42577 h 174974"/>
                  <a:gd name="connsiteX6" fmla="*/ 129780 w 259274"/>
                  <a:gd name="connsiteY6" fmla="*/ 34576 h 174974"/>
                  <a:gd name="connsiteX7" fmla="*/ 128068 w 259274"/>
                  <a:gd name="connsiteY7" fmla="*/ 42577 h 174974"/>
                  <a:gd name="connsiteX8" fmla="*/ 125784 w 259274"/>
                  <a:gd name="connsiteY8" fmla="*/ 50768 h 174974"/>
                  <a:gd name="connsiteX9" fmla="*/ 86488 w 259274"/>
                  <a:gd name="connsiteY9" fmla="*/ 169069 h 174974"/>
                  <a:gd name="connsiteX10" fmla="*/ 79638 w 259274"/>
                  <a:gd name="connsiteY10" fmla="*/ 174974 h 174974"/>
                  <a:gd name="connsiteX11" fmla="*/ 56517 w 259274"/>
                  <a:gd name="connsiteY11" fmla="*/ 174974 h 174974"/>
                  <a:gd name="connsiteX12" fmla="*/ 0 w 259274"/>
                  <a:gd name="connsiteY12" fmla="*/ 286 h 174974"/>
                  <a:gd name="connsiteX13" fmla="*/ 24072 w 259274"/>
                  <a:gd name="connsiteY13" fmla="*/ 286 h 174974"/>
                  <a:gd name="connsiteX14" fmla="*/ 30162 w 259274"/>
                  <a:gd name="connsiteY14" fmla="*/ 2191 h 174974"/>
                  <a:gd name="connsiteX15" fmla="*/ 33492 w 259274"/>
                  <a:gd name="connsiteY15" fmla="*/ 6667 h 174974"/>
                  <a:gd name="connsiteX16" fmla="*/ 66888 w 259274"/>
                  <a:gd name="connsiteY16" fmla="*/ 119062 h 174974"/>
                  <a:gd name="connsiteX17" fmla="*/ 71550 w 259274"/>
                  <a:gd name="connsiteY17" fmla="*/ 142494 h 174974"/>
                  <a:gd name="connsiteX18" fmla="*/ 74690 w 259274"/>
                  <a:gd name="connsiteY18" fmla="*/ 130969 h 174974"/>
                  <a:gd name="connsiteX19" fmla="*/ 78211 w 259274"/>
                  <a:gd name="connsiteY19" fmla="*/ 119062 h 174974"/>
                  <a:gd name="connsiteX20" fmla="*/ 115032 w 259274"/>
                  <a:gd name="connsiteY20" fmla="*/ 6001 h 174974"/>
                  <a:gd name="connsiteX21" fmla="*/ 118077 w 259274"/>
                  <a:gd name="connsiteY21" fmla="*/ 1715 h 174974"/>
                  <a:gd name="connsiteX22" fmla="*/ 123310 w 259274"/>
                  <a:gd name="connsiteY22" fmla="*/ 0 h 174974"/>
                  <a:gd name="connsiteX23" fmla="*/ 136726 w 259274"/>
                  <a:gd name="connsiteY23" fmla="*/ 0 h 174974"/>
                  <a:gd name="connsiteX24" fmla="*/ 142434 w 259274"/>
                  <a:gd name="connsiteY24" fmla="*/ 1715 h 174974"/>
                  <a:gd name="connsiteX25" fmla="*/ 145574 w 259274"/>
                  <a:gd name="connsiteY25" fmla="*/ 6001 h 174974"/>
                  <a:gd name="connsiteX26" fmla="*/ 181540 w 259274"/>
                  <a:gd name="connsiteY26" fmla="*/ 119062 h 174974"/>
                  <a:gd name="connsiteX27" fmla="*/ 184965 w 259274"/>
                  <a:gd name="connsiteY27" fmla="*/ 130969 h 174974"/>
                  <a:gd name="connsiteX28" fmla="*/ 187915 w 259274"/>
                  <a:gd name="connsiteY28" fmla="*/ 142494 h 174974"/>
                  <a:gd name="connsiteX29" fmla="*/ 190103 w 259274"/>
                  <a:gd name="connsiteY29" fmla="*/ 130969 h 174974"/>
                  <a:gd name="connsiteX30" fmla="*/ 192957 w 259274"/>
                  <a:gd name="connsiteY30" fmla="*/ 118967 h 174974"/>
                  <a:gd name="connsiteX31" fmla="*/ 227020 w 259274"/>
                  <a:gd name="connsiteY31" fmla="*/ 6572 h 174974"/>
                  <a:gd name="connsiteX32" fmla="*/ 230255 w 259274"/>
                  <a:gd name="connsiteY32" fmla="*/ 2000 h 174974"/>
                  <a:gd name="connsiteX33" fmla="*/ 235964 w 259274"/>
                  <a:gd name="connsiteY33" fmla="*/ 191 h 174974"/>
                  <a:gd name="connsiteX34" fmla="*/ 259084 w 259274"/>
                  <a:gd name="connsiteY34" fmla="*/ 191 h 1749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259274" h="174974">
                    <a:moveTo>
                      <a:pt x="259274" y="286"/>
                    </a:moveTo>
                    <a:lnTo>
                      <a:pt x="202757" y="174974"/>
                    </a:lnTo>
                    <a:lnTo>
                      <a:pt x="178495" y="174974"/>
                    </a:lnTo>
                    <a:cubicBezTo>
                      <a:pt x="175546" y="174974"/>
                      <a:pt x="173452" y="172974"/>
                      <a:pt x="172311" y="169069"/>
                    </a:cubicBezTo>
                    <a:lnTo>
                      <a:pt x="133776" y="50578"/>
                    </a:lnTo>
                    <a:cubicBezTo>
                      <a:pt x="132825" y="47911"/>
                      <a:pt x="132159" y="45244"/>
                      <a:pt x="131493" y="42577"/>
                    </a:cubicBezTo>
                    <a:cubicBezTo>
                      <a:pt x="130827" y="39910"/>
                      <a:pt x="130351" y="37243"/>
                      <a:pt x="129780" y="34576"/>
                    </a:cubicBezTo>
                    <a:cubicBezTo>
                      <a:pt x="129209" y="37243"/>
                      <a:pt x="128638" y="39910"/>
                      <a:pt x="128068" y="42577"/>
                    </a:cubicBezTo>
                    <a:cubicBezTo>
                      <a:pt x="127496" y="45244"/>
                      <a:pt x="126735" y="48006"/>
                      <a:pt x="125784" y="50768"/>
                    </a:cubicBezTo>
                    <a:lnTo>
                      <a:pt x="86488" y="169069"/>
                    </a:lnTo>
                    <a:cubicBezTo>
                      <a:pt x="85442" y="172974"/>
                      <a:pt x="83158" y="174974"/>
                      <a:pt x="79638" y="174974"/>
                    </a:cubicBezTo>
                    <a:lnTo>
                      <a:pt x="56517" y="174974"/>
                    </a:lnTo>
                    <a:lnTo>
                      <a:pt x="0" y="286"/>
                    </a:lnTo>
                    <a:lnTo>
                      <a:pt x="24072" y="286"/>
                    </a:lnTo>
                    <a:cubicBezTo>
                      <a:pt x="26451" y="286"/>
                      <a:pt x="28544" y="953"/>
                      <a:pt x="30162" y="2191"/>
                    </a:cubicBezTo>
                    <a:cubicBezTo>
                      <a:pt x="31779" y="3429"/>
                      <a:pt x="32921" y="4953"/>
                      <a:pt x="33492" y="6667"/>
                    </a:cubicBezTo>
                    <a:lnTo>
                      <a:pt x="66888" y="119062"/>
                    </a:lnTo>
                    <a:cubicBezTo>
                      <a:pt x="68791" y="127349"/>
                      <a:pt x="70408" y="135160"/>
                      <a:pt x="71550" y="142494"/>
                    </a:cubicBezTo>
                    <a:cubicBezTo>
                      <a:pt x="72597" y="138684"/>
                      <a:pt x="73644" y="134874"/>
                      <a:pt x="74690" y="130969"/>
                    </a:cubicBezTo>
                    <a:cubicBezTo>
                      <a:pt x="75737" y="127063"/>
                      <a:pt x="76974" y="123063"/>
                      <a:pt x="78211" y="119062"/>
                    </a:cubicBezTo>
                    <a:lnTo>
                      <a:pt x="115032" y="6001"/>
                    </a:lnTo>
                    <a:cubicBezTo>
                      <a:pt x="115603" y="4286"/>
                      <a:pt x="116650" y="2857"/>
                      <a:pt x="118077" y="1715"/>
                    </a:cubicBezTo>
                    <a:cubicBezTo>
                      <a:pt x="119504" y="571"/>
                      <a:pt x="121217" y="0"/>
                      <a:pt x="123310" y="0"/>
                    </a:cubicBezTo>
                    <a:lnTo>
                      <a:pt x="136726" y="0"/>
                    </a:lnTo>
                    <a:cubicBezTo>
                      <a:pt x="139009" y="0"/>
                      <a:pt x="140912" y="571"/>
                      <a:pt x="142434" y="1715"/>
                    </a:cubicBezTo>
                    <a:cubicBezTo>
                      <a:pt x="143957" y="2857"/>
                      <a:pt x="145004" y="4286"/>
                      <a:pt x="145574" y="6001"/>
                    </a:cubicBezTo>
                    <a:lnTo>
                      <a:pt x="181540" y="119062"/>
                    </a:lnTo>
                    <a:cubicBezTo>
                      <a:pt x="182777" y="123063"/>
                      <a:pt x="183919" y="127063"/>
                      <a:pt x="184965" y="130969"/>
                    </a:cubicBezTo>
                    <a:cubicBezTo>
                      <a:pt x="186012" y="134874"/>
                      <a:pt x="186963" y="138684"/>
                      <a:pt x="187915" y="142494"/>
                    </a:cubicBezTo>
                    <a:cubicBezTo>
                      <a:pt x="188485" y="138684"/>
                      <a:pt x="189247" y="134874"/>
                      <a:pt x="190103" y="130969"/>
                    </a:cubicBezTo>
                    <a:cubicBezTo>
                      <a:pt x="190959" y="127063"/>
                      <a:pt x="191911" y="123158"/>
                      <a:pt x="192957" y="118967"/>
                    </a:cubicBezTo>
                    <a:lnTo>
                      <a:pt x="227020" y="6572"/>
                    </a:lnTo>
                    <a:cubicBezTo>
                      <a:pt x="227591" y="4763"/>
                      <a:pt x="228637" y="3239"/>
                      <a:pt x="230255" y="2000"/>
                    </a:cubicBezTo>
                    <a:cubicBezTo>
                      <a:pt x="231872" y="857"/>
                      <a:pt x="233775" y="191"/>
                      <a:pt x="235964" y="191"/>
                    </a:cubicBezTo>
                    <a:lnTo>
                      <a:pt x="259084" y="191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" name="Freeform 21">
                <a:extLst>
                  <a:ext uri="{FF2B5EF4-FFF2-40B4-BE49-F238E27FC236}">
                    <a16:creationId xmlns:a16="http://schemas.microsoft.com/office/drawing/2014/main" id="{B0406CA6-7340-C215-ED67-A42C0A274622}"/>
                  </a:ext>
                </a:extLst>
              </p:cNvPr>
              <p:cNvSpPr/>
              <p:nvPr/>
            </p:nvSpPr>
            <p:spPr>
              <a:xfrm>
                <a:off x="9977450" y="6504844"/>
                <a:ext cx="166506" cy="179832"/>
              </a:xfrm>
              <a:custGeom>
                <a:avLst/>
                <a:gdLst>
                  <a:gd name="connsiteX0" fmla="*/ 83444 w 166506"/>
                  <a:gd name="connsiteY0" fmla="*/ 0 h 179832"/>
                  <a:gd name="connsiteX1" fmla="*/ 117887 w 166506"/>
                  <a:gd name="connsiteY1" fmla="*/ 6382 h 179832"/>
                  <a:gd name="connsiteX2" fmla="*/ 144052 w 166506"/>
                  <a:gd name="connsiteY2" fmla="*/ 24479 h 179832"/>
                  <a:gd name="connsiteX3" fmla="*/ 160703 w 166506"/>
                  <a:gd name="connsiteY3" fmla="*/ 52864 h 179832"/>
                  <a:gd name="connsiteX4" fmla="*/ 166507 w 166506"/>
                  <a:gd name="connsiteY4" fmla="*/ 90011 h 179832"/>
                  <a:gd name="connsiteX5" fmla="*/ 160703 w 166506"/>
                  <a:gd name="connsiteY5" fmla="*/ 127254 h 179832"/>
                  <a:gd name="connsiteX6" fmla="*/ 144052 w 166506"/>
                  <a:gd name="connsiteY6" fmla="*/ 155543 h 179832"/>
                  <a:gd name="connsiteX7" fmla="*/ 117887 w 166506"/>
                  <a:gd name="connsiteY7" fmla="*/ 173546 h 179832"/>
                  <a:gd name="connsiteX8" fmla="*/ 83444 w 166506"/>
                  <a:gd name="connsiteY8" fmla="*/ 179832 h 179832"/>
                  <a:gd name="connsiteX9" fmla="*/ 48715 w 166506"/>
                  <a:gd name="connsiteY9" fmla="*/ 173546 h 179832"/>
                  <a:gd name="connsiteX10" fmla="*/ 22455 w 166506"/>
                  <a:gd name="connsiteY10" fmla="*/ 155543 h 179832"/>
                  <a:gd name="connsiteX11" fmla="*/ 5804 w 166506"/>
                  <a:gd name="connsiteY11" fmla="*/ 127254 h 179832"/>
                  <a:gd name="connsiteX12" fmla="*/ 0 w 166506"/>
                  <a:gd name="connsiteY12" fmla="*/ 90011 h 179832"/>
                  <a:gd name="connsiteX13" fmla="*/ 5804 w 166506"/>
                  <a:gd name="connsiteY13" fmla="*/ 52864 h 179832"/>
                  <a:gd name="connsiteX14" fmla="*/ 22455 w 166506"/>
                  <a:gd name="connsiteY14" fmla="*/ 24479 h 179832"/>
                  <a:gd name="connsiteX15" fmla="*/ 48715 w 166506"/>
                  <a:gd name="connsiteY15" fmla="*/ 6382 h 179832"/>
                  <a:gd name="connsiteX16" fmla="*/ 83444 w 166506"/>
                  <a:gd name="connsiteY16" fmla="*/ 0 h 179832"/>
                  <a:gd name="connsiteX17" fmla="*/ 83444 w 166506"/>
                  <a:gd name="connsiteY17" fmla="*/ 155829 h 179832"/>
                  <a:gd name="connsiteX18" fmla="*/ 121978 w 166506"/>
                  <a:gd name="connsiteY18" fmla="*/ 138494 h 179832"/>
                  <a:gd name="connsiteX19" fmla="*/ 134728 w 166506"/>
                  <a:gd name="connsiteY19" fmla="*/ 90106 h 179832"/>
                  <a:gd name="connsiteX20" fmla="*/ 121978 w 166506"/>
                  <a:gd name="connsiteY20" fmla="*/ 41434 h 179832"/>
                  <a:gd name="connsiteX21" fmla="*/ 83444 w 166506"/>
                  <a:gd name="connsiteY21" fmla="*/ 24003 h 179832"/>
                  <a:gd name="connsiteX22" fmla="*/ 60608 w 166506"/>
                  <a:gd name="connsiteY22" fmla="*/ 28480 h 179832"/>
                  <a:gd name="connsiteX23" fmla="*/ 44434 w 166506"/>
                  <a:gd name="connsiteY23" fmla="*/ 41434 h 179832"/>
                  <a:gd name="connsiteX24" fmla="*/ 34824 w 166506"/>
                  <a:gd name="connsiteY24" fmla="*/ 62198 h 179832"/>
                  <a:gd name="connsiteX25" fmla="*/ 31684 w 166506"/>
                  <a:gd name="connsiteY25" fmla="*/ 90011 h 179832"/>
                  <a:gd name="connsiteX26" fmla="*/ 44529 w 166506"/>
                  <a:gd name="connsiteY26" fmla="*/ 138398 h 179832"/>
                  <a:gd name="connsiteX27" fmla="*/ 83539 w 166506"/>
                  <a:gd name="connsiteY27" fmla="*/ 155734 h 1798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166506" h="179832">
                    <a:moveTo>
                      <a:pt x="83444" y="0"/>
                    </a:moveTo>
                    <a:cubicBezTo>
                      <a:pt x="96193" y="0"/>
                      <a:pt x="107706" y="2095"/>
                      <a:pt x="117887" y="6382"/>
                    </a:cubicBezTo>
                    <a:cubicBezTo>
                      <a:pt x="128068" y="10668"/>
                      <a:pt x="136821" y="16669"/>
                      <a:pt x="144052" y="24479"/>
                    </a:cubicBezTo>
                    <a:cubicBezTo>
                      <a:pt x="151283" y="32290"/>
                      <a:pt x="156802" y="41719"/>
                      <a:pt x="160703" y="52864"/>
                    </a:cubicBezTo>
                    <a:cubicBezTo>
                      <a:pt x="164604" y="64008"/>
                      <a:pt x="166507" y="76295"/>
                      <a:pt x="166507" y="90011"/>
                    </a:cubicBezTo>
                    <a:cubicBezTo>
                      <a:pt x="166507" y="103727"/>
                      <a:pt x="164604" y="116205"/>
                      <a:pt x="160703" y="127254"/>
                    </a:cubicBezTo>
                    <a:cubicBezTo>
                      <a:pt x="156802" y="138303"/>
                      <a:pt x="151283" y="147733"/>
                      <a:pt x="144052" y="155543"/>
                    </a:cubicBezTo>
                    <a:cubicBezTo>
                      <a:pt x="136821" y="163354"/>
                      <a:pt x="128068" y="169354"/>
                      <a:pt x="117887" y="173546"/>
                    </a:cubicBezTo>
                    <a:cubicBezTo>
                      <a:pt x="107706" y="177737"/>
                      <a:pt x="96193" y="179832"/>
                      <a:pt x="83444" y="179832"/>
                    </a:cubicBezTo>
                    <a:cubicBezTo>
                      <a:pt x="70694" y="179832"/>
                      <a:pt x="58991" y="177737"/>
                      <a:pt x="48715" y="173546"/>
                    </a:cubicBezTo>
                    <a:cubicBezTo>
                      <a:pt x="38439" y="169354"/>
                      <a:pt x="29686" y="163354"/>
                      <a:pt x="22455" y="155543"/>
                    </a:cubicBezTo>
                    <a:cubicBezTo>
                      <a:pt x="15224" y="147733"/>
                      <a:pt x="9705" y="138303"/>
                      <a:pt x="5804" y="127254"/>
                    </a:cubicBezTo>
                    <a:cubicBezTo>
                      <a:pt x="1903" y="116205"/>
                      <a:pt x="0" y="103823"/>
                      <a:pt x="0" y="90011"/>
                    </a:cubicBezTo>
                    <a:cubicBezTo>
                      <a:pt x="0" y="76200"/>
                      <a:pt x="1903" y="63913"/>
                      <a:pt x="5804" y="52864"/>
                    </a:cubicBezTo>
                    <a:cubicBezTo>
                      <a:pt x="9705" y="41815"/>
                      <a:pt x="15224" y="32290"/>
                      <a:pt x="22455" y="24479"/>
                    </a:cubicBezTo>
                    <a:cubicBezTo>
                      <a:pt x="29686" y="16669"/>
                      <a:pt x="38439" y="10573"/>
                      <a:pt x="48715" y="6382"/>
                    </a:cubicBezTo>
                    <a:cubicBezTo>
                      <a:pt x="58991" y="2095"/>
                      <a:pt x="70599" y="0"/>
                      <a:pt x="83444" y="0"/>
                    </a:cubicBezTo>
                    <a:close/>
                    <a:moveTo>
                      <a:pt x="83444" y="155829"/>
                    </a:moveTo>
                    <a:cubicBezTo>
                      <a:pt x="100665" y="155829"/>
                      <a:pt x="113510" y="150019"/>
                      <a:pt x="121978" y="138494"/>
                    </a:cubicBezTo>
                    <a:cubicBezTo>
                      <a:pt x="130446" y="126968"/>
                      <a:pt x="134728" y="110871"/>
                      <a:pt x="134728" y="90106"/>
                    </a:cubicBezTo>
                    <a:cubicBezTo>
                      <a:pt x="134728" y="69342"/>
                      <a:pt x="130446" y="53054"/>
                      <a:pt x="121978" y="41434"/>
                    </a:cubicBezTo>
                    <a:cubicBezTo>
                      <a:pt x="113510" y="29813"/>
                      <a:pt x="100665" y="24003"/>
                      <a:pt x="83444" y="24003"/>
                    </a:cubicBezTo>
                    <a:cubicBezTo>
                      <a:pt x="74690" y="24003"/>
                      <a:pt x="67079" y="25527"/>
                      <a:pt x="60608" y="28480"/>
                    </a:cubicBezTo>
                    <a:cubicBezTo>
                      <a:pt x="54138" y="31432"/>
                      <a:pt x="48715" y="35814"/>
                      <a:pt x="44434" y="41434"/>
                    </a:cubicBezTo>
                    <a:cubicBezTo>
                      <a:pt x="40152" y="47053"/>
                      <a:pt x="36917" y="54007"/>
                      <a:pt x="34824" y="62198"/>
                    </a:cubicBezTo>
                    <a:cubicBezTo>
                      <a:pt x="32730" y="70390"/>
                      <a:pt x="31684" y="79724"/>
                      <a:pt x="31684" y="90011"/>
                    </a:cubicBezTo>
                    <a:cubicBezTo>
                      <a:pt x="31684" y="110680"/>
                      <a:pt x="35965" y="126778"/>
                      <a:pt x="44529" y="138398"/>
                    </a:cubicBezTo>
                    <a:cubicBezTo>
                      <a:pt x="53092" y="149924"/>
                      <a:pt x="66127" y="155734"/>
                      <a:pt x="83539" y="155734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" name="Freeform 22">
                <a:extLst>
                  <a:ext uri="{FF2B5EF4-FFF2-40B4-BE49-F238E27FC236}">
                    <a16:creationId xmlns:a16="http://schemas.microsoft.com/office/drawing/2014/main" id="{ABE1B4C5-F0F7-1464-64FB-921F68F48431}"/>
                  </a:ext>
                </a:extLst>
              </p:cNvPr>
              <p:cNvSpPr/>
              <p:nvPr/>
            </p:nvSpPr>
            <p:spPr>
              <a:xfrm>
                <a:off x="10179161" y="6504558"/>
                <a:ext cx="98476" cy="177641"/>
              </a:xfrm>
              <a:custGeom>
                <a:avLst/>
                <a:gdLst>
                  <a:gd name="connsiteX0" fmla="*/ 29115 w 98476"/>
                  <a:gd name="connsiteY0" fmla="*/ 38100 h 177641"/>
                  <a:gd name="connsiteX1" fmla="*/ 49476 w 98476"/>
                  <a:gd name="connsiteY1" fmla="*/ 10097 h 177641"/>
                  <a:gd name="connsiteX2" fmla="*/ 78877 w 98476"/>
                  <a:gd name="connsiteY2" fmla="*/ 0 h 177641"/>
                  <a:gd name="connsiteX3" fmla="*/ 89438 w 98476"/>
                  <a:gd name="connsiteY3" fmla="*/ 1238 h 177641"/>
                  <a:gd name="connsiteX4" fmla="*/ 98477 w 98476"/>
                  <a:gd name="connsiteY4" fmla="*/ 5048 h 177641"/>
                  <a:gd name="connsiteX5" fmla="*/ 96193 w 98476"/>
                  <a:gd name="connsiteY5" fmla="*/ 28004 h 177641"/>
                  <a:gd name="connsiteX6" fmla="*/ 91055 w 98476"/>
                  <a:gd name="connsiteY6" fmla="*/ 32290 h 177641"/>
                  <a:gd name="connsiteX7" fmla="*/ 84014 w 98476"/>
                  <a:gd name="connsiteY7" fmla="*/ 31242 h 177641"/>
                  <a:gd name="connsiteX8" fmla="*/ 73548 w 98476"/>
                  <a:gd name="connsiteY8" fmla="*/ 30194 h 177641"/>
                  <a:gd name="connsiteX9" fmla="*/ 58801 w 98476"/>
                  <a:gd name="connsiteY9" fmla="*/ 32576 h 177641"/>
                  <a:gd name="connsiteX10" fmla="*/ 47288 w 98476"/>
                  <a:gd name="connsiteY10" fmla="*/ 39719 h 177641"/>
                  <a:gd name="connsiteX11" fmla="*/ 38154 w 98476"/>
                  <a:gd name="connsiteY11" fmla="*/ 51435 h 177641"/>
                  <a:gd name="connsiteX12" fmla="*/ 30827 w 98476"/>
                  <a:gd name="connsiteY12" fmla="*/ 67342 h 177641"/>
                  <a:gd name="connsiteX13" fmla="*/ 30827 w 98476"/>
                  <a:gd name="connsiteY13" fmla="*/ 177641 h 177641"/>
                  <a:gd name="connsiteX14" fmla="*/ 0 w 98476"/>
                  <a:gd name="connsiteY14" fmla="*/ 177641 h 177641"/>
                  <a:gd name="connsiteX15" fmla="*/ 0 w 98476"/>
                  <a:gd name="connsiteY15" fmla="*/ 2953 h 177641"/>
                  <a:gd name="connsiteX16" fmla="*/ 17602 w 98476"/>
                  <a:gd name="connsiteY16" fmla="*/ 2953 h 177641"/>
                  <a:gd name="connsiteX17" fmla="*/ 24453 w 98476"/>
                  <a:gd name="connsiteY17" fmla="*/ 4858 h 177641"/>
                  <a:gd name="connsiteX18" fmla="*/ 27022 w 98476"/>
                  <a:gd name="connsiteY18" fmla="*/ 11430 h 177641"/>
                  <a:gd name="connsiteX19" fmla="*/ 29115 w 98476"/>
                  <a:gd name="connsiteY19" fmla="*/ 38005 h 177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98476" h="177641">
                    <a:moveTo>
                      <a:pt x="29115" y="38100"/>
                    </a:moveTo>
                    <a:cubicBezTo>
                      <a:pt x="34633" y="26194"/>
                      <a:pt x="41389" y="16859"/>
                      <a:pt x="49476" y="10097"/>
                    </a:cubicBezTo>
                    <a:cubicBezTo>
                      <a:pt x="57469" y="3334"/>
                      <a:pt x="67364" y="0"/>
                      <a:pt x="78877" y="0"/>
                    </a:cubicBezTo>
                    <a:cubicBezTo>
                      <a:pt x="82587" y="0"/>
                      <a:pt x="86108" y="381"/>
                      <a:pt x="89438" y="1238"/>
                    </a:cubicBezTo>
                    <a:cubicBezTo>
                      <a:pt x="92863" y="2000"/>
                      <a:pt x="95813" y="3334"/>
                      <a:pt x="98477" y="5048"/>
                    </a:cubicBezTo>
                    <a:lnTo>
                      <a:pt x="96193" y="28004"/>
                    </a:lnTo>
                    <a:cubicBezTo>
                      <a:pt x="95527" y="30861"/>
                      <a:pt x="93814" y="32290"/>
                      <a:pt x="91055" y="32290"/>
                    </a:cubicBezTo>
                    <a:cubicBezTo>
                      <a:pt x="89438" y="32290"/>
                      <a:pt x="87059" y="31909"/>
                      <a:pt x="84014" y="31242"/>
                    </a:cubicBezTo>
                    <a:cubicBezTo>
                      <a:pt x="80875" y="30575"/>
                      <a:pt x="77449" y="30194"/>
                      <a:pt x="73548" y="30194"/>
                    </a:cubicBezTo>
                    <a:cubicBezTo>
                      <a:pt x="68030" y="30194"/>
                      <a:pt x="63082" y="30956"/>
                      <a:pt x="58801" y="32576"/>
                    </a:cubicBezTo>
                    <a:cubicBezTo>
                      <a:pt x="54519" y="34195"/>
                      <a:pt x="50618" y="36576"/>
                      <a:pt x="47288" y="39719"/>
                    </a:cubicBezTo>
                    <a:cubicBezTo>
                      <a:pt x="43862" y="42863"/>
                      <a:pt x="40818" y="46768"/>
                      <a:pt x="38154" y="51435"/>
                    </a:cubicBezTo>
                    <a:cubicBezTo>
                      <a:pt x="35490" y="56102"/>
                      <a:pt x="33016" y="61436"/>
                      <a:pt x="30827" y="67342"/>
                    </a:cubicBezTo>
                    <a:lnTo>
                      <a:pt x="30827" y="177641"/>
                    </a:lnTo>
                    <a:lnTo>
                      <a:pt x="0" y="177641"/>
                    </a:lnTo>
                    <a:lnTo>
                      <a:pt x="0" y="2953"/>
                    </a:lnTo>
                    <a:lnTo>
                      <a:pt x="17602" y="2953"/>
                    </a:lnTo>
                    <a:cubicBezTo>
                      <a:pt x="20932" y="2953"/>
                      <a:pt x="23216" y="3620"/>
                      <a:pt x="24453" y="4858"/>
                    </a:cubicBezTo>
                    <a:cubicBezTo>
                      <a:pt x="25689" y="6096"/>
                      <a:pt x="26546" y="8287"/>
                      <a:pt x="27022" y="11430"/>
                    </a:cubicBezTo>
                    <a:lnTo>
                      <a:pt x="29115" y="38005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" name="Freeform 23">
                <a:extLst>
                  <a:ext uri="{FF2B5EF4-FFF2-40B4-BE49-F238E27FC236}">
                    <a16:creationId xmlns:a16="http://schemas.microsoft.com/office/drawing/2014/main" id="{7B2535DA-BD91-5ABB-5C81-A49DD42EB84E}"/>
                  </a:ext>
                </a:extLst>
              </p:cNvPr>
              <p:cNvSpPr/>
              <p:nvPr/>
            </p:nvSpPr>
            <p:spPr>
              <a:xfrm>
                <a:off x="10302185" y="6428358"/>
                <a:ext cx="30637" cy="253936"/>
              </a:xfrm>
              <a:custGeom>
                <a:avLst/>
                <a:gdLst>
                  <a:gd name="connsiteX0" fmla="*/ 30637 w 30637"/>
                  <a:gd name="connsiteY0" fmla="*/ 0 h 253936"/>
                  <a:gd name="connsiteX1" fmla="*/ 30637 w 30637"/>
                  <a:gd name="connsiteY1" fmla="*/ 253937 h 253936"/>
                  <a:gd name="connsiteX2" fmla="*/ 0 w 30637"/>
                  <a:gd name="connsiteY2" fmla="*/ 253937 h 253936"/>
                  <a:gd name="connsiteX3" fmla="*/ 0 w 30637"/>
                  <a:gd name="connsiteY3" fmla="*/ 0 h 253936"/>
                  <a:gd name="connsiteX4" fmla="*/ 30637 w 30637"/>
                  <a:gd name="connsiteY4" fmla="*/ 0 h 2539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0637" h="253936">
                    <a:moveTo>
                      <a:pt x="30637" y="0"/>
                    </a:moveTo>
                    <a:lnTo>
                      <a:pt x="30637" y="253937"/>
                    </a:lnTo>
                    <a:lnTo>
                      <a:pt x="0" y="253937"/>
                    </a:lnTo>
                    <a:lnTo>
                      <a:pt x="0" y="0"/>
                    </a:lnTo>
                    <a:lnTo>
                      <a:pt x="30637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" name="Freeform 24">
                <a:extLst>
                  <a:ext uri="{FF2B5EF4-FFF2-40B4-BE49-F238E27FC236}">
                    <a16:creationId xmlns:a16="http://schemas.microsoft.com/office/drawing/2014/main" id="{06DFC508-3BE5-7C4D-7EB9-A9055433C2CA}"/>
                  </a:ext>
                </a:extLst>
              </p:cNvPr>
              <p:cNvSpPr/>
              <p:nvPr/>
            </p:nvSpPr>
            <p:spPr>
              <a:xfrm>
                <a:off x="10369454" y="6428358"/>
                <a:ext cx="153756" cy="256317"/>
              </a:xfrm>
              <a:custGeom>
                <a:avLst/>
                <a:gdLst>
                  <a:gd name="connsiteX0" fmla="*/ 153757 w 153756"/>
                  <a:gd name="connsiteY0" fmla="*/ 0 h 256317"/>
                  <a:gd name="connsiteX1" fmla="*/ 153757 w 153756"/>
                  <a:gd name="connsiteY1" fmla="*/ 253937 h 256317"/>
                  <a:gd name="connsiteX2" fmla="*/ 135489 w 153756"/>
                  <a:gd name="connsiteY2" fmla="*/ 253937 h 256317"/>
                  <a:gd name="connsiteX3" fmla="*/ 127211 w 153756"/>
                  <a:gd name="connsiteY3" fmla="*/ 247555 h 256317"/>
                  <a:gd name="connsiteX4" fmla="*/ 124452 w 153756"/>
                  <a:gd name="connsiteY4" fmla="*/ 226314 h 256317"/>
                  <a:gd name="connsiteX5" fmla="*/ 98952 w 153756"/>
                  <a:gd name="connsiteY5" fmla="*/ 248031 h 256317"/>
                  <a:gd name="connsiteX6" fmla="*/ 65937 w 153756"/>
                  <a:gd name="connsiteY6" fmla="*/ 256318 h 256317"/>
                  <a:gd name="connsiteX7" fmla="*/ 38725 w 153756"/>
                  <a:gd name="connsiteY7" fmla="*/ 250508 h 256317"/>
                  <a:gd name="connsiteX8" fmla="*/ 17888 w 153756"/>
                  <a:gd name="connsiteY8" fmla="*/ 233553 h 256317"/>
                  <a:gd name="connsiteX9" fmla="*/ 4662 w 153756"/>
                  <a:gd name="connsiteY9" fmla="*/ 205645 h 256317"/>
                  <a:gd name="connsiteX10" fmla="*/ 0 w 153756"/>
                  <a:gd name="connsiteY10" fmla="*/ 167164 h 256317"/>
                  <a:gd name="connsiteX11" fmla="*/ 5138 w 153756"/>
                  <a:gd name="connsiteY11" fmla="*/ 131255 h 256317"/>
                  <a:gd name="connsiteX12" fmla="*/ 19981 w 153756"/>
                  <a:gd name="connsiteY12" fmla="*/ 102394 h 256317"/>
                  <a:gd name="connsiteX13" fmla="*/ 43672 w 153756"/>
                  <a:gd name="connsiteY13" fmla="*/ 83153 h 256317"/>
                  <a:gd name="connsiteX14" fmla="*/ 75261 w 153756"/>
                  <a:gd name="connsiteY14" fmla="*/ 76200 h 256317"/>
                  <a:gd name="connsiteX15" fmla="*/ 102758 w 153756"/>
                  <a:gd name="connsiteY15" fmla="*/ 81629 h 256317"/>
                  <a:gd name="connsiteX16" fmla="*/ 123120 w 153756"/>
                  <a:gd name="connsiteY16" fmla="*/ 96679 h 256317"/>
                  <a:gd name="connsiteX17" fmla="*/ 123120 w 153756"/>
                  <a:gd name="connsiteY17" fmla="*/ 0 h 256317"/>
                  <a:gd name="connsiteX18" fmla="*/ 153757 w 153756"/>
                  <a:gd name="connsiteY18" fmla="*/ 0 h 256317"/>
                  <a:gd name="connsiteX19" fmla="*/ 123120 w 153756"/>
                  <a:gd name="connsiteY19" fmla="*/ 120872 h 256317"/>
                  <a:gd name="connsiteX20" fmla="*/ 104471 w 153756"/>
                  <a:gd name="connsiteY20" fmla="*/ 104775 h 256317"/>
                  <a:gd name="connsiteX21" fmla="*/ 82112 w 153756"/>
                  <a:gd name="connsiteY21" fmla="*/ 100203 h 256317"/>
                  <a:gd name="connsiteX22" fmla="*/ 44719 w 153756"/>
                  <a:gd name="connsiteY22" fmla="*/ 117634 h 256317"/>
                  <a:gd name="connsiteX23" fmla="*/ 31589 w 153756"/>
                  <a:gd name="connsiteY23" fmla="*/ 167259 h 256317"/>
                  <a:gd name="connsiteX24" fmla="*/ 34538 w 153756"/>
                  <a:gd name="connsiteY24" fmla="*/ 196501 h 256317"/>
                  <a:gd name="connsiteX25" fmla="*/ 43197 w 153756"/>
                  <a:gd name="connsiteY25" fmla="*/ 216503 h 256317"/>
                  <a:gd name="connsiteX26" fmla="*/ 57183 w 153756"/>
                  <a:gd name="connsiteY26" fmla="*/ 227933 h 256317"/>
                  <a:gd name="connsiteX27" fmla="*/ 75927 w 153756"/>
                  <a:gd name="connsiteY27" fmla="*/ 231553 h 256317"/>
                  <a:gd name="connsiteX28" fmla="*/ 102378 w 153756"/>
                  <a:gd name="connsiteY28" fmla="*/ 224695 h 256317"/>
                  <a:gd name="connsiteX29" fmla="*/ 123120 w 153756"/>
                  <a:gd name="connsiteY29" fmla="*/ 205264 h 256317"/>
                  <a:gd name="connsiteX30" fmla="*/ 123120 w 153756"/>
                  <a:gd name="connsiteY30" fmla="*/ 120967 h 2563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153756" h="256317">
                    <a:moveTo>
                      <a:pt x="153757" y="0"/>
                    </a:moveTo>
                    <a:lnTo>
                      <a:pt x="153757" y="253937"/>
                    </a:lnTo>
                    <a:lnTo>
                      <a:pt x="135489" y="253937"/>
                    </a:lnTo>
                    <a:cubicBezTo>
                      <a:pt x="131112" y="253937"/>
                      <a:pt x="128353" y="251841"/>
                      <a:pt x="127211" y="247555"/>
                    </a:cubicBezTo>
                    <a:lnTo>
                      <a:pt x="124452" y="226314"/>
                    </a:lnTo>
                    <a:cubicBezTo>
                      <a:pt x="117030" y="235267"/>
                      <a:pt x="108467" y="242507"/>
                      <a:pt x="98952" y="248031"/>
                    </a:cubicBezTo>
                    <a:cubicBezTo>
                      <a:pt x="89438" y="253556"/>
                      <a:pt x="78401" y="256318"/>
                      <a:pt x="65937" y="256318"/>
                    </a:cubicBezTo>
                    <a:cubicBezTo>
                      <a:pt x="55946" y="256318"/>
                      <a:pt x="46907" y="254413"/>
                      <a:pt x="38725" y="250508"/>
                    </a:cubicBezTo>
                    <a:cubicBezTo>
                      <a:pt x="30542" y="246602"/>
                      <a:pt x="23596" y="240983"/>
                      <a:pt x="17888" y="233553"/>
                    </a:cubicBezTo>
                    <a:cubicBezTo>
                      <a:pt x="12179" y="226124"/>
                      <a:pt x="7707" y="216789"/>
                      <a:pt x="4662" y="205645"/>
                    </a:cubicBezTo>
                    <a:cubicBezTo>
                      <a:pt x="1522" y="194501"/>
                      <a:pt x="0" y="181642"/>
                      <a:pt x="0" y="167164"/>
                    </a:cubicBezTo>
                    <a:cubicBezTo>
                      <a:pt x="0" y="154305"/>
                      <a:pt x="1713" y="142304"/>
                      <a:pt x="5138" y="131255"/>
                    </a:cubicBezTo>
                    <a:cubicBezTo>
                      <a:pt x="8563" y="120206"/>
                      <a:pt x="13511" y="110585"/>
                      <a:pt x="19981" y="102394"/>
                    </a:cubicBezTo>
                    <a:cubicBezTo>
                      <a:pt x="26451" y="94202"/>
                      <a:pt x="34253" y="87821"/>
                      <a:pt x="43672" y="83153"/>
                    </a:cubicBezTo>
                    <a:cubicBezTo>
                      <a:pt x="52997" y="78486"/>
                      <a:pt x="63558" y="76200"/>
                      <a:pt x="75261" y="76200"/>
                    </a:cubicBezTo>
                    <a:cubicBezTo>
                      <a:pt x="85917" y="76200"/>
                      <a:pt x="95051" y="78010"/>
                      <a:pt x="102758" y="81629"/>
                    </a:cubicBezTo>
                    <a:cubicBezTo>
                      <a:pt x="110370" y="85249"/>
                      <a:pt x="117221" y="90297"/>
                      <a:pt x="123120" y="96679"/>
                    </a:cubicBezTo>
                    <a:lnTo>
                      <a:pt x="123120" y="0"/>
                    </a:lnTo>
                    <a:lnTo>
                      <a:pt x="153757" y="0"/>
                    </a:lnTo>
                    <a:close/>
                    <a:moveTo>
                      <a:pt x="123120" y="120872"/>
                    </a:moveTo>
                    <a:cubicBezTo>
                      <a:pt x="117411" y="113157"/>
                      <a:pt x="111226" y="107823"/>
                      <a:pt x="104471" y="104775"/>
                    </a:cubicBezTo>
                    <a:cubicBezTo>
                      <a:pt x="97811" y="101727"/>
                      <a:pt x="90389" y="100203"/>
                      <a:pt x="82112" y="100203"/>
                    </a:cubicBezTo>
                    <a:cubicBezTo>
                      <a:pt x="65937" y="100203"/>
                      <a:pt x="53472" y="106013"/>
                      <a:pt x="44719" y="117634"/>
                    </a:cubicBezTo>
                    <a:cubicBezTo>
                      <a:pt x="35965" y="129254"/>
                      <a:pt x="31589" y="145828"/>
                      <a:pt x="31589" y="167259"/>
                    </a:cubicBezTo>
                    <a:cubicBezTo>
                      <a:pt x="31589" y="178689"/>
                      <a:pt x="32540" y="188405"/>
                      <a:pt x="34538" y="196501"/>
                    </a:cubicBezTo>
                    <a:cubicBezTo>
                      <a:pt x="36536" y="204597"/>
                      <a:pt x="39391" y="211265"/>
                      <a:pt x="43197" y="216503"/>
                    </a:cubicBezTo>
                    <a:cubicBezTo>
                      <a:pt x="47002" y="221742"/>
                      <a:pt x="51665" y="225552"/>
                      <a:pt x="57183" y="227933"/>
                    </a:cubicBezTo>
                    <a:cubicBezTo>
                      <a:pt x="62702" y="230315"/>
                      <a:pt x="68981" y="231553"/>
                      <a:pt x="75927" y="231553"/>
                    </a:cubicBezTo>
                    <a:cubicBezTo>
                      <a:pt x="86013" y="231553"/>
                      <a:pt x="94861" y="229267"/>
                      <a:pt x="102378" y="224695"/>
                    </a:cubicBezTo>
                    <a:cubicBezTo>
                      <a:pt x="109894" y="220123"/>
                      <a:pt x="116840" y="213646"/>
                      <a:pt x="123120" y="205264"/>
                    </a:cubicBezTo>
                    <a:lnTo>
                      <a:pt x="123120" y="120967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" name="Freeform 25">
                <a:extLst>
                  <a:ext uri="{FF2B5EF4-FFF2-40B4-BE49-F238E27FC236}">
                    <a16:creationId xmlns:a16="http://schemas.microsoft.com/office/drawing/2014/main" id="{527AE2A6-25CE-ED53-3C35-A40377E65B19}"/>
                  </a:ext>
                </a:extLst>
              </p:cNvPr>
              <p:cNvSpPr/>
              <p:nvPr/>
            </p:nvSpPr>
            <p:spPr>
              <a:xfrm>
                <a:off x="10562022" y="6418643"/>
                <a:ext cx="38733" cy="99917"/>
              </a:xfrm>
              <a:custGeom>
                <a:avLst/>
                <a:gdLst>
                  <a:gd name="connsiteX0" fmla="*/ 27505 w 38733"/>
                  <a:gd name="connsiteY0" fmla="*/ 0 h 99917"/>
                  <a:gd name="connsiteX1" fmla="*/ 37305 w 38733"/>
                  <a:gd name="connsiteY1" fmla="*/ 25813 h 99917"/>
                  <a:gd name="connsiteX2" fmla="*/ 37781 w 38733"/>
                  <a:gd name="connsiteY2" fmla="*/ 52673 h 99917"/>
                  <a:gd name="connsiteX3" fmla="*/ 29123 w 38733"/>
                  <a:gd name="connsiteY3" fmla="*/ 78200 h 99917"/>
                  <a:gd name="connsiteX4" fmla="*/ 11711 w 38733"/>
                  <a:gd name="connsiteY4" fmla="*/ 99917 h 99917"/>
                  <a:gd name="connsiteX5" fmla="*/ 2387 w 38733"/>
                  <a:gd name="connsiteY5" fmla="*/ 93916 h 99917"/>
                  <a:gd name="connsiteX6" fmla="*/ 8 w 38733"/>
                  <a:gd name="connsiteY6" fmla="*/ 89821 h 99917"/>
                  <a:gd name="connsiteX7" fmla="*/ 1626 w 38733"/>
                  <a:gd name="connsiteY7" fmla="*/ 85725 h 99917"/>
                  <a:gd name="connsiteX8" fmla="*/ 9332 w 38733"/>
                  <a:gd name="connsiteY8" fmla="*/ 72390 h 99917"/>
                  <a:gd name="connsiteX9" fmla="*/ 13424 w 38733"/>
                  <a:gd name="connsiteY9" fmla="*/ 55531 h 99917"/>
                  <a:gd name="connsiteX10" fmla="*/ 12567 w 38733"/>
                  <a:gd name="connsiteY10" fmla="*/ 36862 h 99917"/>
                  <a:gd name="connsiteX11" fmla="*/ 5431 w 38733"/>
                  <a:gd name="connsiteY11" fmla="*/ 18288 h 99917"/>
                  <a:gd name="connsiteX12" fmla="*/ 4099 w 38733"/>
                  <a:gd name="connsiteY12" fmla="*/ 11811 h 99917"/>
                  <a:gd name="connsiteX13" fmla="*/ 8286 w 38733"/>
                  <a:gd name="connsiteY13" fmla="*/ 7620 h 99917"/>
                  <a:gd name="connsiteX14" fmla="*/ 27220 w 38733"/>
                  <a:gd name="connsiteY14" fmla="*/ 0 h 999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8733" h="99917">
                    <a:moveTo>
                      <a:pt x="27505" y="0"/>
                    </a:moveTo>
                    <a:cubicBezTo>
                      <a:pt x="32358" y="8191"/>
                      <a:pt x="35593" y="16764"/>
                      <a:pt x="37305" y="25813"/>
                    </a:cubicBezTo>
                    <a:cubicBezTo>
                      <a:pt x="39018" y="34862"/>
                      <a:pt x="39208" y="43815"/>
                      <a:pt x="37781" y="52673"/>
                    </a:cubicBezTo>
                    <a:cubicBezTo>
                      <a:pt x="36354" y="61531"/>
                      <a:pt x="33500" y="70009"/>
                      <a:pt x="29123" y="78200"/>
                    </a:cubicBezTo>
                    <a:cubicBezTo>
                      <a:pt x="24746" y="86392"/>
                      <a:pt x="18942" y="93631"/>
                      <a:pt x="11711" y="99917"/>
                    </a:cubicBezTo>
                    <a:lnTo>
                      <a:pt x="2387" y="93916"/>
                    </a:lnTo>
                    <a:cubicBezTo>
                      <a:pt x="674" y="92869"/>
                      <a:pt x="-87" y="91535"/>
                      <a:pt x="8" y="89821"/>
                    </a:cubicBezTo>
                    <a:cubicBezTo>
                      <a:pt x="198" y="88201"/>
                      <a:pt x="769" y="86773"/>
                      <a:pt x="1626" y="85725"/>
                    </a:cubicBezTo>
                    <a:cubicBezTo>
                      <a:pt x="4575" y="82105"/>
                      <a:pt x="7144" y="77629"/>
                      <a:pt x="9332" y="72390"/>
                    </a:cubicBezTo>
                    <a:cubicBezTo>
                      <a:pt x="11521" y="67151"/>
                      <a:pt x="12853" y="61531"/>
                      <a:pt x="13424" y="55531"/>
                    </a:cubicBezTo>
                    <a:cubicBezTo>
                      <a:pt x="13994" y="49530"/>
                      <a:pt x="13804" y="43243"/>
                      <a:pt x="12567" y="36862"/>
                    </a:cubicBezTo>
                    <a:cubicBezTo>
                      <a:pt x="11330" y="30385"/>
                      <a:pt x="8952" y="24193"/>
                      <a:pt x="5431" y="18288"/>
                    </a:cubicBezTo>
                    <a:cubicBezTo>
                      <a:pt x="3909" y="15907"/>
                      <a:pt x="3528" y="13716"/>
                      <a:pt x="4099" y="11811"/>
                    </a:cubicBezTo>
                    <a:cubicBezTo>
                      <a:pt x="4670" y="9906"/>
                      <a:pt x="6097" y="8477"/>
                      <a:pt x="8286" y="7620"/>
                    </a:cubicBezTo>
                    <a:lnTo>
                      <a:pt x="27220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" name="Freeform 26">
                <a:extLst>
                  <a:ext uri="{FF2B5EF4-FFF2-40B4-BE49-F238E27FC236}">
                    <a16:creationId xmlns:a16="http://schemas.microsoft.com/office/drawing/2014/main" id="{C8C342B7-3CEB-A96D-CE0D-0B8906C10D66}"/>
                  </a:ext>
                </a:extLst>
              </p:cNvPr>
              <p:cNvSpPr/>
              <p:nvPr/>
            </p:nvSpPr>
            <p:spPr>
              <a:xfrm>
                <a:off x="10618167" y="6504940"/>
                <a:ext cx="124071" cy="180117"/>
              </a:xfrm>
              <a:custGeom>
                <a:avLst/>
                <a:gdLst>
                  <a:gd name="connsiteX0" fmla="*/ 114176 w 124071"/>
                  <a:gd name="connsiteY0" fmla="*/ 31528 h 180117"/>
                  <a:gd name="connsiteX1" fmla="*/ 107801 w 124071"/>
                  <a:gd name="connsiteY1" fmla="*/ 35338 h 180117"/>
                  <a:gd name="connsiteX2" fmla="*/ 101902 w 124071"/>
                  <a:gd name="connsiteY2" fmla="*/ 33433 h 180117"/>
                  <a:gd name="connsiteX3" fmla="*/ 93910 w 124071"/>
                  <a:gd name="connsiteY3" fmla="*/ 29242 h 180117"/>
                  <a:gd name="connsiteX4" fmla="*/ 82587 w 124071"/>
                  <a:gd name="connsiteY4" fmla="*/ 24955 h 180117"/>
                  <a:gd name="connsiteX5" fmla="*/ 67079 w 124071"/>
                  <a:gd name="connsiteY5" fmla="*/ 22955 h 180117"/>
                  <a:gd name="connsiteX6" fmla="*/ 53092 w 124071"/>
                  <a:gd name="connsiteY6" fmla="*/ 24955 h 180117"/>
                  <a:gd name="connsiteX7" fmla="*/ 42531 w 124071"/>
                  <a:gd name="connsiteY7" fmla="*/ 30385 h 180117"/>
                  <a:gd name="connsiteX8" fmla="*/ 35775 w 124071"/>
                  <a:gd name="connsiteY8" fmla="*/ 38386 h 180117"/>
                  <a:gd name="connsiteX9" fmla="*/ 33492 w 124071"/>
                  <a:gd name="connsiteY9" fmla="*/ 48292 h 180117"/>
                  <a:gd name="connsiteX10" fmla="*/ 37393 w 124071"/>
                  <a:gd name="connsiteY10" fmla="*/ 59531 h 180117"/>
                  <a:gd name="connsiteX11" fmla="*/ 47669 w 124071"/>
                  <a:gd name="connsiteY11" fmla="*/ 67246 h 180117"/>
                  <a:gd name="connsiteX12" fmla="*/ 62131 w 124071"/>
                  <a:gd name="connsiteY12" fmla="*/ 73057 h 180117"/>
                  <a:gd name="connsiteX13" fmla="*/ 78781 w 124071"/>
                  <a:gd name="connsiteY13" fmla="*/ 78391 h 180117"/>
                  <a:gd name="connsiteX14" fmla="*/ 95432 w 124071"/>
                  <a:gd name="connsiteY14" fmla="*/ 84677 h 180117"/>
                  <a:gd name="connsiteX15" fmla="*/ 109894 w 124071"/>
                  <a:gd name="connsiteY15" fmla="*/ 93250 h 180117"/>
                  <a:gd name="connsiteX16" fmla="*/ 120170 w 124071"/>
                  <a:gd name="connsiteY16" fmla="*/ 105918 h 180117"/>
                  <a:gd name="connsiteX17" fmla="*/ 124071 w 124071"/>
                  <a:gd name="connsiteY17" fmla="*/ 123920 h 180117"/>
                  <a:gd name="connsiteX18" fmla="*/ 119790 w 124071"/>
                  <a:gd name="connsiteY18" fmla="*/ 146209 h 180117"/>
                  <a:gd name="connsiteX19" fmla="*/ 107040 w 124071"/>
                  <a:gd name="connsiteY19" fmla="*/ 164021 h 180117"/>
                  <a:gd name="connsiteX20" fmla="*/ 86393 w 124071"/>
                  <a:gd name="connsiteY20" fmla="*/ 175832 h 180117"/>
                  <a:gd name="connsiteX21" fmla="*/ 58135 w 124071"/>
                  <a:gd name="connsiteY21" fmla="*/ 180118 h 180117"/>
                  <a:gd name="connsiteX22" fmla="*/ 25119 w 124071"/>
                  <a:gd name="connsiteY22" fmla="*/ 174212 h 180117"/>
                  <a:gd name="connsiteX23" fmla="*/ 0 w 124071"/>
                  <a:gd name="connsiteY23" fmla="*/ 158972 h 180117"/>
                  <a:gd name="connsiteX24" fmla="*/ 7231 w 124071"/>
                  <a:gd name="connsiteY24" fmla="*/ 147257 h 180117"/>
                  <a:gd name="connsiteX25" fmla="*/ 10466 w 124071"/>
                  <a:gd name="connsiteY25" fmla="*/ 143828 h 180117"/>
                  <a:gd name="connsiteX26" fmla="*/ 15319 w 124071"/>
                  <a:gd name="connsiteY26" fmla="*/ 142589 h 180117"/>
                  <a:gd name="connsiteX27" fmla="*/ 21884 w 124071"/>
                  <a:gd name="connsiteY27" fmla="*/ 144971 h 180117"/>
                  <a:gd name="connsiteX28" fmla="*/ 30257 w 124071"/>
                  <a:gd name="connsiteY28" fmla="*/ 150305 h 180117"/>
                  <a:gd name="connsiteX29" fmla="*/ 42245 w 124071"/>
                  <a:gd name="connsiteY29" fmla="*/ 155638 h 180117"/>
                  <a:gd name="connsiteX30" fmla="*/ 59847 w 124071"/>
                  <a:gd name="connsiteY30" fmla="*/ 158020 h 180117"/>
                  <a:gd name="connsiteX31" fmla="*/ 75546 w 124071"/>
                  <a:gd name="connsiteY31" fmla="*/ 155734 h 180117"/>
                  <a:gd name="connsiteX32" fmla="*/ 86774 w 124071"/>
                  <a:gd name="connsiteY32" fmla="*/ 149447 h 180117"/>
                  <a:gd name="connsiteX33" fmla="*/ 93434 w 124071"/>
                  <a:gd name="connsiteY33" fmla="*/ 140303 h 180117"/>
                  <a:gd name="connsiteX34" fmla="*/ 95622 w 124071"/>
                  <a:gd name="connsiteY34" fmla="*/ 129254 h 180117"/>
                  <a:gd name="connsiteX35" fmla="*/ 91721 w 124071"/>
                  <a:gd name="connsiteY35" fmla="*/ 117253 h 180117"/>
                  <a:gd name="connsiteX36" fmla="*/ 81445 w 124071"/>
                  <a:gd name="connsiteY36" fmla="*/ 109157 h 180117"/>
                  <a:gd name="connsiteX37" fmla="*/ 66888 w 124071"/>
                  <a:gd name="connsiteY37" fmla="*/ 103251 h 180117"/>
                  <a:gd name="connsiteX38" fmla="*/ 50142 w 124071"/>
                  <a:gd name="connsiteY38" fmla="*/ 98012 h 180117"/>
                  <a:gd name="connsiteX39" fmla="*/ 33397 w 124071"/>
                  <a:gd name="connsiteY39" fmla="*/ 91726 h 180117"/>
                  <a:gd name="connsiteX40" fmla="*/ 18839 w 124071"/>
                  <a:gd name="connsiteY40" fmla="*/ 82867 h 180117"/>
                  <a:gd name="connsiteX41" fmla="*/ 8563 w 124071"/>
                  <a:gd name="connsiteY41" fmla="*/ 69723 h 180117"/>
                  <a:gd name="connsiteX42" fmla="*/ 4662 w 124071"/>
                  <a:gd name="connsiteY42" fmla="*/ 50673 h 180117"/>
                  <a:gd name="connsiteX43" fmla="*/ 8754 w 124071"/>
                  <a:gd name="connsiteY43" fmla="*/ 31432 h 180117"/>
                  <a:gd name="connsiteX44" fmla="*/ 20837 w 124071"/>
                  <a:gd name="connsiteY44" fmla="*/ 15240 h 180117"/>
                  <a:gd name="connsiteX45" fmla="*/ 40342 w 124071"/>
                  <a:gd name="connsiteY45" fmla="*/ 4096 h 180117"/>
                  <a:gd name="connsiteX46" fmla="*/ 66698 w 124071"/>
                  <a:gd name="connsiteY46" fmla="*/ 0 h 180117"/>
                  <a:gd name="connsiteX47" fmla="*/ 97620 w 124071"/>
                  <a:gd name="connsiteY47" fmla="*/ 5429 h 180117"/>
                  <a:gd name="connsiteX48" fmla="*/ 121312 w 124071"/>
                  <a:gd name="connsiteY48" fmla="*/ 20288 h 180117"/>
                  <a:gd name="connsiteX49" fmla="*/ 114461 w 124071"/>
                  <a:gd name="connsiteY49" fmla="*/ 31528 h 1801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</a:cxnLst>
                <a:rect l="l" t="t" r="r" b="b"/>
                <a:pathLst>
                  <a:path w="124071" h="180117">
                    <a:moveTo>
                      <a:pt x="114176" y="31528"/>
                    </a:moveTo>
                    <a:cubicBezTo>
                      <a:pt x="112749" y="34100"/>
                      <a:pt x="110656" y="35338"/>
                      <a:pt x="107801" y="35338"/>
                    </a:cubicBezTo>
                    <a:cubicBezTo>
                      <a:pt x="106089" y="35338"/>
                      <a:pt x="104090" y="34671"/>
                      <a:pt x="101902" y="33433"/>
                    </a:cubicBezTo>
                    <a:cubicBezTo>
                      <a:pt x="99714" y="32194"/>
                      <a:pt x="97050" y="30766"/>
                      <a:pt x="93910" y="29242"/>
                    </a:cubicBezTo>
                    <a:cubicBezTo>
                      <a:pt x="90770" y="27718"/>
                      <a:pt x="86964" y="26289"/>
                      <a:pt x="82587" y="24955"/>
                    </a:cubicBezTo>
                    <a:cubicBezTo>
                      <a:pt x="78211" y="23622"/>
                      <a:pt x="73073" y="22955"/>
                      <a:pt x="67079" y="22955"/>
                    </a:cubicBezTo>
                    <a:cubicBezTo>
                      <a:pt x="61941" y="22955"/>
                      <a:pt x="57278" y="23622"/>
                      <a:pt x="53092" y="24955"/>
                    </a:cubicBezTo>
                    <a:cubicBezTo>
                      <a:pt x="49001" y="26289"/>
                      <a:pt x="45480" y="28099"/>
                      <a:pt x="42531" y="30385"/>
                    </a:cubicBezTo>
                    <a:cubicBezTo>
                      <a:pt x="39581" y="32671"/>
                      <a:pt x="37393" y="35338"/>
                      <a:pt x="35775" y="38386"/>
                    </a:cubicBezTo>
                    <a:cubicBezTo>
                      <a:pt x="34158" y="41434"/>
                      <a:pt x="33492" y="44767"/>
                      <a:pt x="33492" y="48292"/>
                    </a:cubicBezTo>
                    <a:cubicBezTo>
                      <a:pt x="33492" y="52768"/>
                      <a:pt x="34824" y="56483"/>
                      <a:pt x="37393" y="59531"/>
                    </a:cubicBezTo>
                    <a:cubicBezTo>
                      <a:pt x="39962" y="62579"/>
                      <a:pt x="43387" y="65151"/>
                      <a:pt x="47669" y="67246"/>
                    </a:cubicBezTo>
                    <a:cubicBezTo>
                      <a:pt x="51950" y="69342"/>
                      <a:pt x="56708" y="71342"/>
                      <a:pt x="62131" y="73057"/>
                    </a:cubicBezTo>
                    <a:cubicBezTo>
                      <a:pt x="67554" y="74771"/>
                      <a:pt x="73073" y="76486"/>
                      <a:pt x="78781" y="78391"/>
                    </a:cubicBezTo>
                    <a:cubicBezTo>
                      <a:pt x="84490" y="80296"/>
                      <a:pt x="90009" y="82391"/>
                      <a:pt x="95432" y="84677"/>
                    </a:cubicBezTo>
                    <a:cubicBezTo>
                      <a:pt x="100855" y="86963"/>
                      <a:pt x="105613" y="89821"/>
                      <a:pt x="109894" y="93250"/>
                    </a:cubicBezTo>
                    <a:cubicBezTo>
                      <a:pt x="114176" y="96679"/>
                      <a:pt x="117601" y="100965"/>
                      <a:pt x="120170" y="105918"/>
                    </a:cubicBezTo>
                    <a:cubicBezTo>
                      <a:pt x="122739" y="110966"/>
                      <a:pt x="124071" y="116967"/>
                      <a:pt x="124071" y="123920"/>
                    </a:cubicBezTo>
                    <a:cubicBezTo>
                      <a:pt x="124071" y="131921"/>
                      <a:pt x="122644" y="139446"/>
                      <a:pt x="119790" y="146209"/>
                    </a:cubicBezTo>
                    <a:cubicBezTo>
                      <a:pt x="116935" y="153067"/>
                      <a:pt x="112654" y="158972"/>
                      <a:pt x="107040" y="164021"/>
                    </a:cubicBezTo>
                    <a:cubicBezTo>
                      <a:pt x="101426" y="168974"/>
                      <a:pt x="94481" y="172974"/>
                      <a:pt x="86393" y="175832"/>
                    </a:cubicBezTo>
                    <a:cubicBezTo>
                      <a:pt x="78211" y="178689"/>
                      <a:pt x="68791" y="180118"/>
                      <a:pt x="58135" y="180118"/>
                    </a:cubicBezTo>
                    <a:cubicBezTo>
                      <a:pt x="45956" y="180118"/>
                      <a:pt x="34919" y="178117"/>
                      <a:pt x="25119" y="174212"/>
                    </a:cubicBezTo>
                    <a:cubicBezTo>
                      <a:pt x="15224" y="170212"/>
                      <a:pt x="6851" y="165163"/>
                      <a:pt x="0" y="158972"/>
                    </a:cubicBezTo>
                    <a:lnTo>
                      <a:pt x="7231" y="147257"/>
                    </a:lnTo>
                    <a:cubicBezTo>
                      <a:pt x="8183" y="145733"/>
                      <a:pt x="9229" y="144589"/>
                      <a:pt x="10466" y="143828"/>
                    </a:cubicBezTo>
                    <a:cubicBezTo>
                      <a:pt x="11703" y="142970"/>
                      <a:pt x="13321" y="142589"/>
                      <a:pt x="15319" y="142589"/>
                    </a:cubicBezTo>
                    <a:cubicBezTo>
                      <a:pt x="17412" y="142589"/>
                      <a:pt x="19600" y="143351"/>
                      <a:pt x="21884" y="144971"/>
                    </a:cubicBezTo>
                    <a:cubicBezTo>
                      <a:pt x="24167" y="146590"/>
                      <a:pt x="26927" y="148400"/>
                      <a:pt x="30257" y="150305"/>
                    </a:cubicBezTo>
                    <a:cubicBezTo>
                      <a:pt x="33492" y="152305"/>
                      <a:pt x="37488" y="154019"/>
                      <a:pt x="42245" y="155638"/>
                    </a:cubicBezTo>
                    <a:cubicBezTo>
                      <a:pt x="46907" y="157258"/>
                      <a:pt x="52807" y="158020"/>
                      <a:pt x="59847" y="158020"/>
                    </a:cubicBezTo>
                    <a:cubicBezTo>
                      <a:pt x="65842" y="158020"/>
                      <a:pt x="71075" y="157258"/>
                      <a:pt x="75546" y="155734"/>
                    </a:cubicBezTo>
                    <a:cubicBezTo>
                      <a:pt x="80018" y="154210"/>
                      <a:pt x="83729" y="152114"/>
                      <a:pt x="86774" y="149447"/>
                    </a:cubicBezTo>
                    <a:cubicBezTo>
                      <a:pt x="89723" y="146780"/>
                      <a:pt x="92007" y="143732"/>
                      <a:pt x="93434" y="140303"/>
                    </a:cubicBezTo>
                    <a:cubicBezTo>
                      <a:pt x="94861" y="136874"/>
                      <a:pt x="95622" y="133160"/>
                      <a:pt x="95622" y="129254"/>
                    </a:cubicBezTo>
                    <a:cubicBezTo>
                      <a:pt x="95622" y="124396"/>
                      <a:pt x="94290" y="120396"/>
                      <a:pt x="91721" y="117253"/>
                    </a:cubicBezTo>
                    <a:cubicBezTo>
                      <a:pt x="89153" y="114110"/>
                      <a:pt x="85727" y="111347"/>
                      <a:pt x="81445" y="109157"/>
                    </a:cubicBezTo>
                    <a:cubicBezTo>
                      <a:pt x="77164" y="106870"/>
                      <a:pt x="72311" y="104965"/>
                      <a:pt x="66888" y="103251"/>
                    </a:cubicBezTo>
                    <a:cubicBezTo>
                      <a:pt x="61465" y="101632"/>
                      <a:pt x="55851" y="99822"/>
                      <a:pt x="50142" y="98012"/>
                    </a:cubicBezTo>
                    <a:cubicBezTo>
                      <a:pt x="44434" y="96203"/>
                      <a:pt x="38915" y="94107"/>
                      <a:pt x="33397" y="91726"/>
                    </a:cubicBezTo>
                    <a:cubicBezTo>
                      <a:pt x="27973" y="89344"/>
                      <a:pt x="23121" y="86392"/>
                      <a:pt x="18839" y="82867"/>
                    </a:cubicBezTo>
                    <a:cubicBezTo>
                      <a:pt x="14557" y="79343"/>
                      <a:pt x="11132" y="74962"/>
                      <a:pt x="8563" y="69723"/>
                    </a:cubicBezTo>
                    <a:cubicBezTo>
                      <a:pt x="5994" y="64484"/>
                      <a:pt x="4662" y="58198"/>
                      <a:pt x="4662" y="50673"/>
                    </a:cubicBezTo>
                    <a:cubicBezTo>
                      <a:pt x="4662" y="44006"/>
                      <a:pt x="6090" y="37624"/>
                      <a:pt x="8754" y="31432"/>
                    </a:cubicBezTo>
                    <a:cubicBezTo>
                      <a:pt x="11513" y="25336"/>
                      <a:pt x="15509" y="19907"/>
                      <a:pt x="20837" y="15240"/>
                    </a:cubicBezTo>
                    <a:cubicBezTo>
                      <a:pt x="26165" y="10573"/>
                      <a:pt x="32635" y="6858"/>
                      <a:pt x="40342" y="4096"/>
                    </a:cubicBezTo>
                    <a:cubicBezTo>
                      <a:pt x="48049" y="1333"/>
                      <a:pt x="56803" y="0"/>
                      <a:pt x="66698" y="0"/>
                    </a:cubicBezTo>
                    <a:cubicBezTo>
                      <a:pt x="78211" y="0"/>
                      <a:pt x="88486" y="1810"/>
                      <a:pt x="97620" y="5429"/>
                    </a:cubicBezTo>
                    <a:cubicBezTo>
                      <a:pt x="106754" y="9049"/>
                      <a:pt x="114652" y="14002"/>
                      <a:pt x="121312" y="20288"/>
                    </a:cubicBezTo>
                    <a:lnTo>
                      <a:pt x="114461" y="31528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" name="Freeform 27">
                <a:extLst>
                  <a:ext uri="{FF2B5EF4-FFF2-40B4-BE49-F238E27FC236}">
                    <a16:creationId xmlns:a16="http://schemas.microsoft.com/office/drawing/2014/main" id="{1F1E3EFC-6566-F71B-3F1C-0CC5929FD635}"/>
                  </a:ext>
                </a:extLst>
              </p:cNvPr>
              <p:cNvSpPr/>
              <p:nvPr/>
            </p:nvSpPr>
            <p:spPr>
              <a:xfrm>
                <a:off x="10848612" y="6504940"/>
                <a:ext cx="124071" cy="180117"/>
              </a:xfrm>
              <a:custGeom>
                <a:avLst/>
                <a:gdLst>
                  <a:gd name="connsiteX0" fmla="*/ 114176 w 124071"/>
                  <a:gd name="connsiteY0" fmla="*/ 31528 h 180117"/>
                  <a:gd name="connsiteX1" fmla="*/ 107801 w 124071"/>
                  <a:gd name="connsiteY1" fmla="*/ 35338 h 180117"/>
                  <a:gd name="connsiteX2" fmla="*/ 101902 w 124071"/>
                  <a:gd name="connsiteY2" fmla="*/ 33433 h 180117"/>
                  <a:gd name="connsiteX3" fmla="*/ 93910 w 124071"/>
                  <a:gd name="connsiteY3" fmla="*/ 29242 h 180117"/>
                  <a:gd name="connsiteX4" fmla="*/ 82587 w 124071"/>
                  <a:gd name="connsiteY4" fmla="*/ 24955 h 180117"/>
                  <a:gd name="connsiteX5" fmla="*/ 67079 w 124071"/>
                  <a:gd name="connsiteY5" fmla="*/ 22955 h 180117"/>
                  <a:gd name="connsiteX6" fmla="*/ 53092 w 124071"/>
                  <a:gd name="connsiteY6" fmla="*/ 24955 h 180117"/>
                  <a:gd name="connsiteX7" fmla="*/ 42531 w 124071"/>
                  <a:gd name="connsiteY7" fmla="*/ 30385 h 180117"/>
                  <a:gd name="connsiteX8" fmla="*/ 35775 w 124071"/>
                  <a:gd name="connsiteY8" fmla="*/ 38386 h 180117"/>
                  <a:gd name="connsiteX9" fmla="*/ 33492 w 124071"/>
                  <a:gd name="connsiteY9" fmla="*/ 48292 h 180117"/>
                  <a:gd name="connsiteX10" fmla="*/ 37393 w 124071"/>
                  <a:gd name="connsiteY10" fmla="*/ 59531 h 180117"/>
                  <a:gd name="connsiteX11" fmla="*/ 47669 w 124071"/>
                  <a:gd name="connsiteY11" fmla="*/ 67246 h 180117"/>
                  <a:gd name="connsiteX12" fmla="*/ 62131 w 124071"/>
                  <a:gd name="connsiteY12" fmla="*/ 73057 h 180117"/>
                  <a:gd name="connsiteX13" fmla="*/ 78781 w 124071"/>
                  <a:gd name="connsiteY13" fmla="*/ 78391 h 180117"/>
                  <a:gd name="connsiteX14" fmla="*/ 95432 w 124071"/>
                  <a:gd name="connsiteY14" fmla="*/ 84677 h 180117"/>
                  <a:gd name="connsiteX15" fmla="*/ 109894 w 124071"/>
                  <a:gd name="connsiteY15" fmla="*/ 93250 h 180117"/>
                  <a:gd name="connsiteX16" fmla="*/ 120170 w 124071"/>
                  <a:gd name="connsiteY16" fmla="*/ 105918 h 180117"/>
                  <a:gd name="connsiteX17" fmla="*/ 124071 w 124071"/>
                  <a:gd name="connsiteY17" fmla="*/ 123920 h 180117"/>
                  <a:gd name="connsiteX18" fmla="*/ 119790 w 124071"/>
                  <a:gd name="connsiteY18" fmla="*/ 146209 h 180117"/>
                  <a:gd name="connsiteX19" fmla="*/ 107040 w 124071"/>
                  <a:gd name="connsiteY19" fmla="*/ 164021 h 180117"/>
                  <a:gd name="connsiteX20" fmla="*/ 86393 w 124071"/>
                  <a:gd name="connsiteY20" fmla="*/ 175832 h 180117"/>
                  <a:gd name="connsiteX21" fmla="*/ 58135 w 124071"/>
                  <a:gd name="connsiteY21" fmla="*/ 180118 h 180117"/>
                  <a:gd name="connsiteX22" fmla="*/ 25119 w 124071"/>
                  <a:gd name="connsiteY22" fmla="*/ 174212 h 180117"/>
                  <a:gd name="connsiteX23" fmla="*/ 0 w 124071"/>
                  <a:gd name="connsiteY23" fmla="*/ 158972 h 180117"/>
                  <a:gd name="connsiteX24" fmla="*/ 7231 w 124071"/>
                  <a:gd name="connsiteY24" fmla="*/ 147257 h 180117"/>
                  <a:gd name="connsiteX25" fmla="*/ 10466 w 124071"/>
                  <a:gd name="connsiteY25" fmla="*/ 143828 h 180117"/>
                  <a:gd name="connsiteX26" fmla="*/ 15319 w 124071"/>
                  <a:gd name="connsiteY26" fmla="*/ 142589 h 180117"/>
                  <a:gd name="connsiteX27" fmla="*/ 21884 w 124071"/>
                  <a:gd name="connsiteY27" fmla="*/ 144971 h 180117"/>
                  <a:gd name="connsiteX28" fmla="*/ 30257 w 124071"/>
                  <a:gd name="connsiteY28" fmla="*/ 150305 h 180117"/>
                  <a:gd name="connsiteX29" fmla="*/ 42245 w 124071"/>
                  <a:gd name="connsiteY29" fmla="*/ 155638 h 180117"/>
                  <a:gd name="connsiteX30" fmla="*/ 59847 w 124071"/>
                  <a:gd name="connsiteY30" fmla="*/ 158020 h 180117"/>
                  <a:gd name="connsiteX31" fmla="*/ 75546 w 124071"/>
                  <a:gd name="connsiteY31" fmla="*/ 155734 h 180117"/>
                  <a:gd name="connsiteX32" fmla="*/ 86774 w 124071"/>
                  <a:gd name="connsiteY32" fmla="*/ 149447 h 180117"/>
                  <a:gd name="connsiteX33" fmla="*/ 93434 w 124071"/>
                  <a:gd name="connsiteY33" fmla="*/ 140303 h 180117"/>
                  <a:gd name="connsiteX34" fmla="*/ 95622 w 124071"/>
                  <a:gd name="connsiteY34" fmla="*/ 129254 h 180117"/>
                  <a:gd name="connsiteX35" fmla="*/ 91721 w 124071"/>
                  <a:gd name="connsiteY35" fmla="*/ 117253 h 180117"/>
                  <a:gd name="connsiteX36" fmla="*/ 81445 w 124071"/>
                  <a:gd name="connsiteY36" fmla="*/ 109157 h 180117"/>
                  <a:gd name="connsiteX37" fmla="*/ 66888 w 124071"/>
                  <a:gd name="connsiteY37" fmla="*/ 103251 h 180117"/>
                  <a:gd name="connsiteX38" fmla="*/ 50142 w 124071"/>
                  <a:gd name="connsiteY38" fmla="*/ 98012 h 180117"/>
                  <a:gd name="connsiteX39" fmla="*/ 33397 w 124071"/>
                  <a:gd name="connsiteY39" fmla="*/ 91726 h 180117"/>
                  <a:gd name="connsiteX40" fmla="*/ 18839 w 124071"/>
                  <a:gd name="connsiteY40" fmla="*/ 82867 h 180117"/>
                  <a:gd name="connsiteX41" fmla="*/ 8563 w 124071"/>
                  <a:gd name="connsiteY41" fmla="*/ 69723 h 180117"/>
                  <a:gd name="connsiteX42" fmla="*/ 4662 w 124071"/>
                  <a:gd name="connsiteY42" fmla="*/ 50673 h 180117"/>
                  <a:gd name="connsiteX43" fmla="*/ 8754 w 124071"/>
                  <a:gd name="connsiteY43" fmla="*/ 31432 h 180117"/>
                  <a:gd name="connsiteX44" fmla="*/ 20837 w 124071"/>
                  <a:gd name="connsiteY44" fmla="*/ 15240 h 180117"/>
                  <a:gd name="connsiteX45" fmla="*/ 40342 w 124071"/>
                  <a:gd name="connsiteY45" fmla="*/ 4096 h 180117"/>
                  <a:gd name="connsiteX46" fmla="*/ 66698 w 124071"/>
                  <a:gd name="connsiteY46" fmla="*/ 0 h 180117"/>
                  <a:gd name="connsiteX47" fmla="*/ 97620 w 124071"/>
                  <a:gd name="connsiteY47" fmla="*/ 5429 h 180117"/>
                  <a:gd name="connsiteX48" fmla="*/ 121312 w 124071"/>
                  <a:gd name="connsiteY48" fmla="*/ 20288 h 180117"/>
                  <a:gd name="connsiteX49" fmla="*/ 114461 w 124071"/>
                  <a:gd name="connsiteY49" fmla="*/ 31528 h 1801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</a:cxnLst>
                <a:rect l="l" t="t" r="r" b="b"/>
                <a:pathLst>
                  <a:path w="124071" h="180117">
                    <a:moveTo>
                      <a:pt x="114176" y="31528"/>
                    </a:moveTo>
                    <a:cubicBezTo>
                      <a:pt x="112749" y="34100"/>
                      <a:pt x="110656" y="35338"/>
                      <a:pt x="107801" y="35338"/>
                    </a:cubicBezTo>
                    <a:cubicBezTo>
                      <a:pt x="106089" y="35338"/>
                      <a:pt x="104090" y="34671"/>
                      <a:pt x="101902" y="33433"/>
                    </a:cubicBezTo>
                    <a:cubicBezTo>
                      <a:pt x="99714" y="32194"/>
                      <a:pt x="97050" y="30766"/>
                      <a:pt x="93910" y="29242"/>
                    </a:cubicBezTo>
                    <a:cubicBezTo>
                      <a:pt x="90770" y="27718"/>
                      <a:pt x="86964" y="26289"/>
                      <a:pt x="82587" y="24955"/>
                    </a:cubicBezTo>
                    <a:cubicBezTo>
                      <a:pt x="78211" y="23622"/>
                      <a:pt x="73073" y="22955"/>
                      <a:pt x="67079" y="22955"/>
                    </a:cubicBezTo>
                    <a:cubicBezTo>
                      <a:pt x="61941" y="22955"/>
                      <a:pt x="57278" y="23622"/>
                      <a:pt x="53092" y="24955"/>
                    </a:cubicBezTo>
                    <a:cubicBezTo>
                      <a:pt x="49001" y="26289"/>
                      <a:pt x="45480" y="28099"/>
                      <a:pt x="42531" y="30385"/>
                    </a:cubicBezTo>
                    <a:cubicBezTo>
                      <a:pt x="39581" y="32671"/>
                      <a:pt x="37393" y="35338"/>
                      <a:pt x="35775" y="38386"/>
                    </a:cubicBezTo>
                    <a:cubicBezTo>
                      <a:pt x="34158" y="41434"/>
                      <a:pt x="33492" y="44767"/>
                      <a:pt x="33492" y="48292"/>
                    </a:cubicBezTo>
                    <a:cubicBezTo>
                      <a:pt x="33492" y="52768"/>
                      <a:pt x="34824" y="56483"/>
                      <a:pt x="37393" y="59531"/>
                    </a:cubicBezTo>
                    <a:cubicBezTo>
                      <a:pt x="39962" y="62579"/>
                      <a:pt x="43387" y="65151"/>
                      <a:pt x="47669" y="67246"/>
                    </a:cubicBezTo>
                    <a:cubicBezTo>
                      <a:pt x="51950" y="69342"/>
                      <a:pt x="56708" y="71342"/>
                      <a:pt x="62131" y="73057"/>
                    </a:cubicBezTo>
                    <a:cubicBezTo>
                      <a:pt x="67554" y="74771"/>
                      <a:pt x="73073" y="76486"/>
                      <a:pt x="78781" y="78391"/>
                    </a:cubicBezTo>
                    <a:cubicBezTo>
                      <a:pt x="84490" y="80296"/>
                      <a:pt x="90009" y="82391"/>
                      <a:pt x="95432" y="84677"/>
                    </a:cubicBezTo>
                    <a:cubicBezTo>
                      <a:pt x="100855" y="86963"/>
                      <a:pt x="105613" y="89821"/>
                      <a:pt x="109894" y="93250"/>
                    </a:cubicBezTo>
                    <a:cubicBezTo>
                      <a:pt x="114176" y="96679"/>
                      <a:pt x="117601" y="100965"/>
                      <a:pt x="120170" y="105918"/>
                    </a:cubicBezTo>
                    <a:cubicBezTo>
                      <a:pt x="122739" y="110966"/>
                      <a:pt x="124071" y="116967"/>
                      <a:pt x="124071" y="123920"/>
                    </a:cubicBezTo>
                    <a:cubicBezTo>
                      <a:pt x="124071" y="131921"/>
                      <a:pt x="122644" y="139446"/>
                      <a:pt x="119790" y="146209"/>
                    </a:cubicBezTo>
                    <a:cubicBezTo>
                      <a:pt x="116935" y="153067"/>
                      <a:pt x="112654" y="158972"/>
                      <a:pt x="107040" y="164021"/>
                    </a:cubicBezTo>
                    <a:cubicBezTo>
                      <a:pt x="101426" y="168974"/>
                      <a:pt x="94481" y="172974"/>
                      <a:pt x="86393" y="175832"/>
                    </a:cubicBezTo>
                    <a:cubicBezTo>
                      <a:pt x="78211" y="178689"/>
                      <a:pt x="68791" y="180118"/>
                      <a:pt x="58135" y="180118"/>
                    </a:cubicBezTo>
                    <a:cubicBezTo>
                      <a:pt x="45956" y="180118"/>
                      <a:pt x="34919" y="178117"/>
                      <a:pt x="25119" y="174212"/>
                    </a:cubicBezTo>
                    <a:cubicBezTo>
                      <a:pt x="15224" y="170212"/>
                      <a:pt x="6851" y="165163"/>
                      <a:pt x="0" y="158972"/>
                    </a:cubicBezTo>
                    <a:lnTo>
                      <a:pt x="7231" y="147257"/>
                    </a:lnTo>
                    <a:cubicBezTo>
                      <a:pt x="8183" y="145733"/>
                      <a:pt x="9229" y="144589"/>
                      <a:pt x="10466" y="143828"/>
                    </a:cubicBezTo>
                    <a:cubicBezTo>
                      <a:pt x="11703" y="142970"/>
                      <a:pt x="13321" y="142589"/>
                      <a:pt x="15319" y="142589"/>
                    </a:cubicBezTo>
                    <a:cubicBezTo>
                      <a:pt x="17412" y="142589"/>
                      <a:pt x="19600" y="143351"/>
                      <a:pt x="21884" y="144971"/>
                    </a:cubicBezTo>
                    <a:cubicBezTo>
                      <a:pt x="24167" y="146590"/>
                      <a:pt x="26927" y="148400"/>
                      <a:pt x="30257" y="150305"/>
                    </a:cubicBezTo>
                    <a:cubicBezTo>
                      <a:pt x="33492" y="152305"/>
                      <a:pt x="37488" y="154019"/>
                      <a:pt x="42245" y="155638"/>
                    </a:cubicBezTo>
                    <a:cubicBezTo>
                      <a:pt x="46907" y="157258"/>
                      <a:pt x="52807" y="158020"/>
                      <a:pt x="59847" y="158020"/>
                    </a:cubicBezTo>
                    <a:cubicBezTo>
                      <a:pt x="65842" y="158020"/>
                      <a:pt x="71075" y="157258"/>
                      <a:pt x="75546" y="155734"/>
                    </a:cubicBezTo>
                    <a:cubicBezTo>
                      <a:pt x="80018" y="154210"/>
                      <a:pt x="83729" y="152114"/>
                      <a:pt x="86774" y="149447"/>
                    </a:cubicBezTo>
                    <a:cubicBezTo>
                      <a:pt x="89723" y="146780"/>
                      <a:pt x="92007" y="143732"/>
                      <a:pt x="93434" y="140303"/>
                    </a:cubicBezTo>
                    <a:cubicBezTo>
                      <a:pt x="94861" y="136874"/>
                      <a:pt x="95622" y="133160"/>
                      <a:pt x="95622" y="129254"/>
                    </a:cubicBezTo>
                    <a:cubicBezTo>
                      <a:pt x="95622" y="124396"/>
                      <a:pt x="94290" y="120396"/>
                      <a:pt x="91721" y="117253"/>
                    </a:cubicBezTo>
                    <a:cubicBezTo>
                      <a:pt x="89153" y="114110"/>
                      <a:pt x="85727" y="111347"/>
                      <a:pt x="81445" y="109157"/>
                    </a:cubicBezTo>
                    <a:cubicBezTo>
                      <a:pt x="77164" y="106870"/>
                      <a:pt x="72311" y="104965"/>
                      <a:pt x="66888" y="103251"/>
                    </a:cubicBezTo>
                    <a:cubicBezTo>
                      <a:pt x="61465" y="101632"/>
                      <a:pt x="55851" y="99822"/>
                      <a:pt x="50142" y="98012"/>
                    </a:cubicBezTo>
                    <a:cubicBezTo>
                      <a:pt x="44434" y="96203"/>
                      <a:pt x="38915" y="94107"/>
                      <a:pt x="33397" y="91726"/>
                    </a:cubicBezTo>
                    <a:cubicBezTo>
                      <a:pt x="27973" y="89344"/>
                      <a:pt x="23121" y="86392"/>
                      <a:pt x="18839" y="82867"/>
                    </a:cubicBezTo>
                    <a:cubicBezTo>
                      <a:pt x="14557" y="79343"/>
                      <a:pt x="11132" y="74962"/>
                      <a:pt x="8563" y="69723"/>
                    </a:cubicBezTo>
                    <a:cubicBezTo>
                      <a:pt x="5994" y="64484"/>
                      <a:pt x="4662" y="58198"/>
                      <a:pt x="4662" y="50673"/>
                    </a:cubicBezTo>
                    <a:cubicBezTo>
                      <a:pt x="4662" y="44006"/>
                      <a:pt x="6090" y="37624"/>
                      <a:pt x="8754" y="31432"/>
                    </a:cubicBezTo>
                    <a:cubicBezTo>
                      <a:pt x="11513" y="25336"/>
                      <a:pt x="15509" y="19907"/>
                      <a:pt x="20837" y="15240"/>
                    </a:cubicBezTo>
                    <a:cubicBezTo>
                      <a:pt x="26165" y="10573"/>
                      <a:pt x="32635" y="6858"/>
                      <a:pt x="40342" y="4096"/>
                    </a:cubicBezTo>
                    <a:cubicBezTo>
                      <a:pt x="48049" y="1333"/>
                      <a:pt x="56803" y="0"/>
                      <a:pt x="66698" y="0"/>
                    </a:cubicBezTo>
                    <a:cubicBezTo>
                      <a:pt x="78211" y="0"/>
                      <a:pt x="88486" y="1810"/>
                      <a:pt x="97620" y="5429"/>
                    </a:cubicBezTo>
                    <a:cubicBezTo>
                      <a:pt x="106754" y="9049"/>
                      <a:pt x="114652" y="14002"/>
                      <a:pt x="121312" y="20288"/>
                    </a:cubicBezTo>
                    <a:lnTo>
                      <a:pt x="114461" y="31528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" name="Freeform 28">
                <a:extLst>
                  <a:ext uri="{FF2B5EF4-FFF2-40B4-BE49-F238E27FC236}">
                    <a16:creationId xmlns:a16="http://schemas.microsoft.com/office/drawing/2014/main" id="{8DCB435A-2D3A-CB47-FE95-E1B5783E2B5F}"/>
                  </a:ext>
                </a:extLst>
              </p:cNvPr>
              <p:cNvSpPr/>
              <p:nvPr/>
            </p:nvSpPr>
            <p:spPr>
              <a:xfrm>
                <a:off x="11005128" y="6507606"/>
                <a:ext cx="145193" cy="177450"/>
              </a:xfrm>
              <a:custGeom>
                <a:avLst/>
                <a:gdLst>
                  <a:gd name="connsiteX0" fmla="*/ 145194 w 145193"/>
                  <a:gd name="connsiteY0" fmla="*/ 0 h 177450"/>
                  <a:gd name="connsiteX1" fmla="*/ 145194 w 145193"/>
                  <a:gd name="connsiteY1" fmla="*/ 174689 h 177450"/>
                  <a:gd name="connsiteX2" fmla="*/ 126926 w 145193"/>
                  <a:gd name="connsiteY2" fmla="*/ 174689 h 177450"/>
                  <a:gd name="connsiteX3" fmla="*/ 118648 w 145193"/>
                  <a:gd name="connsiteY3" fmla="*/ 168307 h 177450"/>
                  <a:gd name="connsiteX4" fmla="*/ 116269 w 145193"/>
                  <a:gd name="connsiteY4" fmla="*/ 149543 h 177450"/>
                  <a:gd name="connsiteX5" fmla="*/ 90770 w 145193"/>
                  <a:gd name="connsiteY5" fmla="*/ 169831 h 177450"/>
                  <a:gd name="connsiteX6" fmla="*/ 58420 w 145193"/>
                  <a:gd name="connsiteY6" fmla="*/ 177451 h 177450"/>
                  <a:gd name="connsiteX7" fmla="*/ 33206 w 145193"/>
                  <a:gd name="connsiteY7" fmla="*/ 172688 h 177450"/>
                  <a:gd name="connsiteX8" fmla="*/ 14843 w 145193"/>
                  <a:gd name="connsiteY8" fmla="*/ 159353 h 177450"/>
                  <a:gd name="connsiteX9" fmla="*/ 3711 w 145193"/>
                  <a:gd name="connsiteY9" fmla="*/ 138493 h 177450"/>
                  <a:gd name="connsiteX10" fmla="*/ 0 w 145193"/>
                  <a:gd name="connsiteY10" fmla="*/ 111443 h 177450"/>
                  <a:gd name="connsiteX11" fmla="*/ 0 w 145193"/>
                  <a:gd name="connsiteY11" fmla="*/ 95 h 177450"/>
                  <a:gd name="connsiteX12" fmla="*/ 30637 w 145193"/>
                  <a:gd name="connsiteY12" fmla="*/ 95 h 177450"/>
                  <a:gd name="connsiteX13" fmla="*/ 30637 w 145193"/>
                  <a:gd name="connsiteY13" fmla="*/ 111443 h 177450"/>
                  <a:gd name="connsiteX14" fmla="*/ 39676 w 145193"/>
                  <a:gd name="connsiteY14" fmla="*/ 142113 h 177450"/>
                  <a:gd name="connsiteX15" fmla="*/ 67364 w 145193"/>
                  <a:gd name="connsiteY15" fmla="*/ 152972 h 177450"/>
                  <a:gd name="connsiteX16" fmla="*/ 92768 w 145193"/>
                  <a:gd name="connsiteY16" fmla="*/ 146494 h 177450"/>
                  <a:gd name="connsiteX17" fmla="*/ 114557 w 145193"/>
                  <a:gd name="connsiteY17" fmla="*/ 128588 h 177450"/>
                  <a:gd name="connsiteX18" fmla="*/ 114557 w 145193"/>
                  <a:gd name="connsiteY18" fmla="*/ 0 h 177450"/>
                  <a:gd name="connsiteX19" fmla="*/ 145194 w 145193"/>
                  <a:gd name="connsiteY19" fmla="*/ 0 h 177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145193" h="177450">
                    <a:moveTo>
                      <a:pt x="145194" y="0"/>
                    </a:moveTo>
                    <a:lnTo>
                      <a:pt x="145194" y="174689"/>
                    </a:lnTo>
                    <a:lnTo>
                      <a:pt x="126926" y="174689"/>
                    </a:lnTo>
                    <a:cubicBezTo>
                      <a:pt x="122549" y="174689"/>
                      <a:pt x="119790" y="172593"/>
                      <a:pt x="118648" y="168307"/>
                    </a:cubicBezTo>
                    <a:lnTo>
                      <a:pt x="116269" y="149543"/>
                    </a:lnTo>
                    <a:cubicBezTo>
                      <a:pt x="108658" y="157925"/>
                      <a:pt x="100189" y="164687"/>
                      <a:pt x="90770" y="169831"/>
                    </a:cubicBezTo>
                    <a:cubicBezTo>
                      <a:pt x="81350" y="174974"/>
                      <a:pt x="70599" y="177451"/>
                      <a:pt x="58420" y="177451"/>
                    </a:cubicBezTo>
                    <a:cubicBezTo>
                      <a:pt x="48905" y="177451"/>
                      <a:pt x="40437" y="175832"/>
                      <a:pt x="33206" y="172688"/>
                    </a:cubicBezTo>
                    <a:cubicBezTo>
                      <a:pt x="25880" y="169545"/>
                      <a:pt x="19790" y="165068"/>
                      <a:pt x="14843" y="159353"/>
                    </a:cubicBezTo>
                    <a:cubicBezTo>
                      <a:pt x="9895" y="153638"/>
                      <a:pt x="6184" y="146685"/>
                      <a:pt x="3711" y="138493"/>
                    </a:cubicBezTo>
                    <a:cubicBezTo>
                      <a:pt x="1237" y="130302"/>
                      <a:pt x="0" y="121349"/>
                      <a:pt x="0" y="111443"/>
                    </a:cubicBezTo>
                    <a:lnTo>
                      <a:pt x="0" y="95"/>
                    </a:lnTo>
                    <a:lnTo>
                      <a:pt x="30637" y="95"/>
                    </a:lnTo>
                    <a:lnTo>
                      <a:pt x="30637" y="111443"/>
                    </a:lnTo>
                    <a:cubicBezTo>
                      <a:pt x="30637" y="124682"/>
                      <a:pt x="33682" y="134874"/>
                      <a:pt x="39676" y="142113"/>
                    </a:cubicBezTo>
                    <a:cubicBezTo>
                      <a:pt x="45670" y="149352"/>
                      <a:pt x="54899" y="152972"/>
                      <a:pt x="67364" y="152972"/>
                    </a:cubicBezTo>
                    <a:cubicBezTo>
                      <a:pt x="76403" y="152972"/>
                      <a:pt x="84871" y="150781"/>
                      <a:pt x="92768" y="146494"/>
                    </a:cubicBezTo>
                    <a:cubicBezTo>
                      <a:pt x="100665" y="142208"/>
                      <a:pt x="107896" y="136208"/>
                      <a:pt x="114557" y="128588"/>
                    </a:cubicBezTo>
                    <a:lnTo>
                      <a:pt x="114557" y="0"/>
                    </a:lnTo>
                    <a:lnTo>
                      <a:pt x="145194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" name="Freeform 29">
                <a:extLst>
                  <a:ext uri="{FF2B5EF4-FFF2-40B4-BE49-F238E27FC236}">
                    <a16:creationId xmlns:a16="http://schemas.microsoft.com/office/drawing/2014/main" id="{C85D47D6-13E1-E1F1-2D2F-32E85E348E6A}"/>
                  </a:ext>
                </a:extLst>
              </p:cNvPr>
              <p:cNvSpPr/>
              <p:nvPr/>
            </p:nvSpPr>
            <p:spPr>
              <a:xfrm>
                <a:off x="11195326" y="6504558"/>
                <a:ext cx="154042" cy="236886"/>
              </a:xfrm>
              <a:custGeom>
                <a:avLst/>
                <a:gdLst>
                  <a:gd name="connsiteX0" fmla="*/ 29305 w 154042"/>
                  <a:gd name="connsiteY0" fmla="*/ 30194 h 236886"/>
                  <a:gd name="connsiteX1" fmla="*/ 54805 w 154042"/>
                  <a:gd name="connsiteY1" fmla="*/ 8287 h 236886"/>
                  <a:gd name="connsiteX2" fmla="*/ 87916 w 154042"/>
                  <a:gd name="connsiteY2" fmla="*/ 0 h 236886"/>
                  <a:gd name="connsiteX3" fmla="*/ 115318 w 154042"/>
                  <a:gd name="connsiteY3" fmla="*/ 5810 h 236886"/>
                  <a:gd name="connsiteX4" fmla="*/ 136155 w 154042"/>
                  <a:gd name="connsiteY4" fmla="*/ 22860 h 236886"/>
                  <a:gd name="connsiteX5" fmla="*/ 149380 w 154042"/>
                  <a:gd name="connsiteY5" fmla="*/ 50864 h 236886"/>
                  <a:gd name="connsiteX6" fmla="*/ 154042 w 154042"/>
                  <a:gd name="connsiteY6" fmla="*/ 89344 h 236886"/>
                  <a:gd name="connsiteX7" fmla="*/ 148904 w 154042"/>
                  <a:gd name="connsiteY7" fmla="*/ 125254 h 236886"/>
                  <a:gd name="connsiteX8" fmla="*/ 133967 w 154042"/>
                  <a:gd name="connsiteY8" fmla="*/ 154019 h 236886"/>
                  <a:gd name="connsiteX9" fmla="*/ 110180 w 154042"/>
                  <a:gd name="connsiteY9" fmla="*/ 173165 h 236886"/>
                  <a:gd name="connsiteX10" fmla="*/ 78591 w 154042"/>
                  <a:gd name="connsiteY10" fmla="*/ 180118 h 236886"/>
                  <a:gd name="connsiteX11" fmla="*/ 51094 w 154042"/>
                  <a:gd name="connsiteY11" fmla="*/ 174689 h 236886"/>
                  <a:gd name="connsiteX12" fmla="*/ 30828 w 154042"/>
                  <a:gd name="connsiteY12" fmla="*/ 159639 h 236886"/>
                  <a:gd name="connsiteX13" fmla="*/ 30828 w 154042"/>
                  <a:gd name="connsiteY13" fmla="*/ 236887 h 236886"/>
                  <a:gd name="connsiteX14" fmla="*/ 0 w 154042"/>
                  <a:gd name="connsiteY14" fmla="*/ 236887 h 236886"/>
                  <a:gd name="connsiteX15" fmla="*/ 0 w 154042"/>
                  <a:gd name="connsiteY15" fmla="*/ 3143 h 236886"/>
                  <a:gd name="connsiteX16" fmla="*/ 18458 w 154042"/>
                  <a:gd name="connsiteY16" fmla="*/ 3143 h 236886"/>
                  <a:gd name="connsiteX17" fmla="*/ 26546 w 154042"/>
                  <a:gd name="connsiteY17" fmla="*/ 9525 h 236886"/>
                  <a:gd name="connsiteX18" fmla="*/ 29305 w 154042"/>
                  <a:gd name="connsiteY18" fmla="*/ 30194 h 236886"/>
                  <a:gd name="connsiteX19" fmla="*/ 30828 w 154042"/>
                  <a:gd name="connsiteY19" fmla="*/ 135731 h 236886"/>
                  <a:gd name="connsiteX20" fmla="*/ 49286 w 154042"/>
                  <a:gd name="connsiteY20" fmla="*/ 151733 h 236886"/>
                  <a:gd name="connsiteX21" fmla="*/ 71645 w 154042"/>
                  <a:gd name="connsiteY21" fmla="*/ 156401 h 236886"/>
                  <a:gd name="connsiteX22" fmla="*/ 109228 w 154042"/>
                  <a:gd name="connsiteY22" fmla="*/ 138970 h 236886"/>
                  <a:gd name="connsiteX23" fmla="*/ 122359 w 154042"/>
                  <a:gd name="connsiteY23" fmla="*/ 89344 h 236886"/>
                  <a:gd name="connsiteX24" fmla="*/ 119314 w 154042"/>
                  <a:gd name="connsiteY24" fmla="*/ 60008 h 236886"/>
                  <a:gd name="connsiteX25" fmla="*/ 110656 w 154042"/>
                  <a:gd name="connsiteY25" fmla="*/ 39910 h 236886"/>
                  <a:gd name="connsiteX26" fmla="*/ 96669 w 154042"/>
                  <a:gd name="connsiteY26" fmla="*/ 28385 h 236886"/>
                  <a:gd name="connsiteX27" fmla="*/ 77925 w 154042"/>
                  <a:gd name="connsiteY27" fmla="*/ 24765 h 236886"/>
                  <a:gd name="connsiteX28" fmla="*/ 51665 w 154042"/>
                  <a:gd name="connsiteY28" fmla="*/ 31623 h 236886"/>
                  <a:gd name="connsiteX29" fmla="*/ 30923 w 154042"/>
                  <a:gd name="connsiteY29" fmla="*/ 51149 h 236886"/>
                  <a:gd name="connsiteX30" fmla="*/ 30923 w 154042"/>
                  <a:gd name="connsiteY30" fmla="*/ 135636 h 2368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154042" h="236886">
                    <a:moveTo>
                      <a:pt x="29305" y="30194"/>
                    </a:moveTo>
                    <a:cubicBezTo>
                      <a:pt x="36631" y="21146"/>
                      <a:pt x="45195" y="13811"/>
                      <a:pt x="54805" y="8287"/>
                    </a:cubicBezTo>
                    <a:cubicBezTo>
                      <a:pt x="64414" y="2762"/>
                      <a:pt x="75451" y="0"/>
                      <a:pt x="87916" y="0"/>
                    </a:cubicBezTo>
                    <a:cubicBezTo>
                      <a:pt x="98001" y="0"/>
                      <a:pt x="107135" y="1905"/>
                      <a:pt x="115318" y="5810"/>
                    </a:cubicBezTo>
                    <a:cubicBezTo>
                      <a:pt x="123500" y="9620"/>
                      <a:pt x="130446" y="15335"/>
                      <a:pt x="136155" y="22860"/>
                    </a:cubicBezTo>
                    <a:cubicBezTo>
                      <a:pt x="141864" y="30385"/>
                      <a:pt x="146335" y="39719"/>
                      <a:pt x="149380" y="50864"/>
                    </a:cubicBezTo>
                    <a:cubicBezTo>
                      <a:pt x="152520" y="62008"/>
                      <a:pt x="154042" y="74866"/>
                      <a:pt x="154042" y="89344"/>
                    </a:cubicBezTo>
                    <a:cubicBezTo>
                      <a:pt x="154042" y="102203"/>
                      <a:pt x="152330" y="114205"/>
                      <a:pt x="148904" y="125254"/>
                    </a:cubicBezTo>
                    <a:cubicBezTo>
                      <a:pt x="145479" y="136303"/>
                      <a:pt x="140532" y="145923"/>
                      <a:pt x="133967" y="154019"/>
                    </a:cubicBezTo>
                    <a:cubicBezTo>
                      <a:pt x="127496" y="162116"/>
                      <a:pt x="119599" y="168497"/>
                      <a:pt x="110180" y="173165"/>
                    </a:cubicBezTo>
                    <a:cubicBezTo>
                      <a:pt x="100760" y="177832"/>
                      <a:pt x="90294" y="180118"/>
                      <a:pt x="78591" y="180118"/>
                    </a:cubicBezTo>
                    <a:cubicBezTo>
                      <a:pt x="67935" y="180118"/>
                      <a:pt x="58801" y="178308"/>
                      <a:pt x="51094" y="174689"/>
                    </a:cubicBezTo>
                    <a:cubicBezTo>
                      <a:pt x="43482" y="171069"/>
                      <a:pt x="36727" y="166021"/>
                      <a:pt x="30828" y="159639"/>
                    </a:cubicBezTo>
                    <a:lnTo>
                      <a:pt x="30828" y="236887"/>
                    </a:lnTo>
                    <a:lnTo>
                      <a:pt x="0" y="236887"/>
                    </a:lnTo>
                    <a:lnTo>
                      <a:pt x="0" y="3143"/>
                    </a:lnTo>
                    <a:lnTo>
                      <a:pt x="18458" y="3143"/>
                    </a:lnTo>
                    <a:cubicBezTo>
                      <a:pt x="22835" y="3143"/>
                      <a:pt x="25500" y="5239"/>
                      <a:pt x="26546" y="9525"/>
                    </a:cubicBezTo>
                    <a:lnTo>
                      <a:pt x="29305" y="30194"/>
                    </a:lnTo>
                    <a:close/>
                    <a:moveTo>
                      <a:pt x="30828" y="135731"/>
                    </a:moveTo>
                    <a:cubicBezTo>
                      <a:pt x="36441" y="143256"/>
                      <a:pt x="42626" y="148685"/>
                      <a:pt x="49286" y="151733"/>
                    </a:cubicBezTo>
                    <a:cubicBezTo>
                      <a:pt x="55946" y="154877"/>
                      <a:pt x="63368" y="156401"/>
                      <a:pt x="71645" y="156401"/>
                    </a:cubicBezTo>
                    <a:cubicBezTo>
                      <a:pt x="87916" y="156401"/>
                      <a:pt x="100475" y="150590"/>
                      <a:pt x="109228" y="138970"/>
                    </a:cubicBezTo>
                    <a:cubicBezTo>
                      <a:pt x="117982" y="127349"/>
                      <a:pt x="122359" y="110776"/>
                      <a:pt x="122359" y="89344"/>
                    </a:cubicBezTo>
                    <a:cubicBezTo>
                      <a:pt x="122359" y="77915"/>
                      <a:pt x="121312" y="68199"/>
                      <a:pt x="119314" y="60008"/>
                    </a:cubicBezTo>
                    <a:cubicBezTo>
                      <a:pt x="117316" y="51816"/>
                      <a:pt x="114366" y="45148"/>
                      <a:pt x="110656" y="39910"/>
                    </a:cubicBezTo>
                    <a:cubicBezTo>
                      <a:pt x="106850" y="34671"/>
                      <a:pt x="102188" y="30861"/>
                      <a:pt x="96669" y="28385"/>
                    </a:cubicBezTo>
                    <a:cubicBezTo>
                      <a:pt x="91151" y="26003"/>
                      <a:pt x="84871" y="24765"/>
                      <a:pt x="77925" y="24765"/>
                    </a:cubicBezTo>
                    <a:cubicBezTo>
                      <a:pt x="67935" y="24765"/>
                      <a:pt x="59181" y="27051"/>
                      <a:pt x="51665" y="31623"/>
                    </a:cubicBezTo>
                    <a:cubicBezTo>
                      <a:pt x="44148" y="36195"/>
                      <a:pt x="37202" y="42767"/>
                      <a:pt x="30923" y="51149"/>
                    </a:cubicBezTo>
                    <a:lnTo>
                      <a:pt x="30923" y="13563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" name="Freeform 30">
                <a:extLst>
                  <a:ext uri="{FF2B5EF4-FFF2-40B4-BE49-F238E27FC236}">
                    <a16:creationId xmlns:a16="http://schemas.microsoft.com/office/drawing/2014/main" id="{EB9EE7C9-1ECC-492B-7FFF-5D4D43351B72}"/>
                  </a:ext>
                </a:extLst>
              </p:cNvPr>
              <p:cNvSpPr/>
              <p:nvPr/>
            </p:nvSpPr>
            <p:spPr>
              <a:xfrm>
                <a:off x="11384953" y="6504558"/>
                <a:ext cx="154042" cy="236886"/>
              </a:xfrm>
              <a:custGeom>
                <a:avLst/>
                <a:gdLst>
                  <a:gd name="connsiteX0" fmla="*/ 29305 w 154042"/>
                  <a:gd name="connsiteY0" fmla="*/ 30194 h 236886"/>
                  <a:gd name="connsiteX1" fmla="*/ 54804 w 154042"/>
                  <a:gd name="connsiteY1" fmla="*/ 8287 h 236886"/>
                  <a:gd name="connsiteX2" fmla="*/ 87915 w 154042"/>
                  <a:gd name="connsiteY2" fmla="*/ 0 h 236886"/>
                  <a:gd name="connsiteX3" fmla="*/ 115318 w 154042"/>
                  <a:gd name="connsiteY3" fmla="*/ 5810 h 236886"/>
                  <a:gd name="connsiteX4" fmla="*/ 136155 w 154042"/>
                  <a:gd name="connsiteY4" fmla="*/ 22860 h 236886"/>
                  <a:gd name="connsiteX5" fmla="*/ 149380 w 154042"/>
                  <a:gd name="connsiteY5" fmla="*/ 50864 h 236886"/>
                  <a:gd name="connsiteX6" fmla="*/ 154042 w 154042"/>
                  <a:gd name="connsiteY6" fmla="*/ 89344 h 236886"/>
                  <a:gd name="connsiteX7" fmla="*/ 148904 w 154042"/>
                  <a:gd name="connsiteY7" fmla="*/ 125254 h 236886"/>
                  <a:gd name="connsiteX8" fmla="*/ 133966 w 154042"/>
                  <a:gd name="connsiteY8" fmla="*/ 154019 h 236886"/>
                  <a:gd name="connsiteX9" fmla="*/ 110180 w 154042"/>
                  <a:gd name="connsiteY9" fmla="*/ 173165 h 236886"/>
                  <a:gd name="connsiteX10" fmla="*/ 78591 w 154042"/>
                  <a:gd name="connsiteY10" fmla="*/ 180118 h 236886"/>
                  <a:gd name="connsiteX11" fmla="*/ 51094 w 154042"/>
                  <a:gd name="connsiteY11" fmla="*/ 174689 h 236886"/>
                  <a:gd name="connsiteX12" fmla="*/ 30827 w 154042"/>
                  <a:gd name="connsiteY12" fmla="*/ 159639 h 236886"/>
                  <a:gd name="connsiteX13" fmla="*/ 30827 w 154042"/>
                  <a:gd name="connsiteY13" fmla="*/ 236887 h 236886"/>
                  <a:gd name="connsiteX14" fmla="*/ 0 w 154042"/>
                  <a:gd name="connsiteY14" fmla="*/ 236887 h 236886"/>
                  <a:gd name="connsiteX15" fmla="*/ 0 w 154042"/>
                  <a:gd name="connsiteY15" fmla="*/ 3143 h 236886"/>
                  <a:gd name="connsiteX16" fmla="*/ 18458 w 154042"/>
                  <a:gd name="connsiteY16" fmla="*/ 3143 h 236886"/>
                  <a:gd name="connsiteX17" fmla="*/ 26546 w 154042"/>
                  <a:gd name="connsiteY17" fmla="*/ 9525 h 236886"/>
                  <a:gd name="connsiteX18" fmla="*/ 29305 w 154042"/>
                  <a:gd name="connsiteY18" fmla="*/ 30194 h 236886"/>
                  <a:gd name="connsiteX19" fmla="*/ 30827 w 154042"/>
                  <a:gd name="connsiteY19" fmla="*/ 135731 h 236886"/>
                  <a:gd name="connsiteX20" fmla="*/ 49286 w 154042"/>
                  <a:gd name="connsiteY20" fmla="*/ 151733 h 236886"/>
                  <a:gd name="connsiteX21" fmla="*/ 71645 w 154042"/>
                  <a:gd name="connsiteY21" fmla="*/ 156401 h 236886"/>
                  <a:gd name="connsiteX22" fmla="*/ 109228 w 154042"/>
                  <a:gd name="connsiteY22" fmla="*/ 138970 h 236886"/>
                  <a:gd name="connsiteX23" fmla="*/ 122358 w 154042"/>
                  <a:gd name="connsiteY23" fmla="*/ 89344 h 236886"/>
                  <a:gd name="connsiteX24" fmla="*/ 119314 w 154042"/>
                  <a:gd name="connsiteY24" fmla="*/ 60008 h 236886"/>
                  <a:gd name="connsiteX25" fmla="*/ 110655 w 154042"/>
                  <a:gd name="connsiteY25" fmla="*/ 39910 h 236886"/>
                  <a:gd name="connsiteX26" fmla="*/ 96669 w 154042"/>
                  <a:gd name="connsiteY26" fmla="*/ 28385 h 236886"/>
                  <a:gd name="connsiteX27" fmla="*/ 77925 w 154042"/>
                  <a:gd name="connsiteY27" fmla="*/ 24765 h 236886"/>
                  <a:gd name="connsiteX28" fmla="*/ 51665 w 154042"/>
                  <a:gd name="connsiteY28" fmla="*/ 31623 h 236886"/>
                  <a:gd name="connsiteX29" fmla="*/ 30923 w 154042"/>
                  <a:gd name="connsiteY29" fmla="*/ 51149 h 236886"/>
                  <a:gd name="connsiteX30" fmla="*/ 30923 w 154042"/>
                  <a:gd name="connsiteY30" fmla="*/ 135636 h 2368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154042" h="236886">
                    <a:moveTo>
                      <a:pt x="29305" y="30194"/>
                    </a:moveTo>
                    <a:cubicBezTo>
                      <a:pt x="36631" y="21146"/>
                      <a:pt x="45195" y="13811"/>
                      <a:pt x="54804" y="8287"/>
                    </a:cubicBezTo>
                    <a:cubicBezTo>
                      <a:pt x="64414" y="2762"/>
                      <a:pt x="75451" y="0"/>
                      <a:pt x="87915" y="0"/>
                    </a:cubicBezTo>
                    <a:cubicBezTo>
                      <a:pt x="98001" y="0"/>
                      <a:pt x="107135" y="1905"/>
                      <a:pt x="115318" y="5810"/>
                    </a:cubicBezTo>
                    <a:cubicBezTo>
                      <a:pt x="123500" y="9620"/>
                      <a:pt x="130446" y="15335"/>
                      <a:pt x="136155" y="22860"/>
                    </a:cubicBezTo>
                    <a:cubicBezTo>
                      <a:pt x="141863" y="30385"/>
                      <a:pt x="146335" y="39719"/>
                      <a:pt x="149380" y="50864"/>
                    </a:cubicBezTo>
                    <a:cubicBezTo>
                      <a:pt x="152520" y="62008"/>
                      <a:pt x="154042" y="74866"/>
                      <a:pt x="154042" y="89344"/>
                    </a:cubicBezTo>
                    <a:cubicBezTo>
                      <a:pt x="154042" y="102203"/>
                      <a:pt x="152329" y="114205"/>
                      <a:pt x="148904" y="125254"/>
                    </a:cubicBezTo>
                    <a:cubicBezTo>
                      <a:pt x="145479" y="136303"/>
                      <a:pt x="140531" y="145923"/>
                      <a:pt x="133966" y="154019"/>
                    </a:cubicBezTo>
                    <a:cubicBezTo>
                      <a:pt x="127496" y="162116"/>
                      <a:pt x="119599" y="168497"/>
                      <a:pt x="110180" y="173165"/>
                    </a:cubicBezTo>
                    <a:cubicBezTo>
                      <a:pt x="100760" y="177832"/>
                      <a:pt x="90294" y="180118"/>
                      <a:pt x="78591" y="180118"/>
                    </a:cubicBezTo>
                    <a:cubicBezTo>
                      <a:pt x="67935" y="180118"/>
                      <a:pt x="58801" y="178308"/>
                      <a:pt x="51094" y="174689"/>
                    </a:cubicBezTo>
                    <a:cubicBezTo>
                      <a:pt x="43482" y="171069"/>
                      <a:pt x="36726" y="166021"/>
                      <a:pt x="30827" y="159639"/>
                    </a:cubicBezTo>
                    <a:lnTo>
                      <a:pt x="30827" y="236887"/>
                    </a:lnTo>
                    <a:lnTo>
                      <a:pt x="0" y="236887"/>
                    </a:lnTo>
                    <a:lnTo>
                      <a:pt x="0" y="3143"/>
                    </a:lnTo>
                    <a:lnTo>
                      <a:pt x="18458" y="3143"/>
                    </a:lnTo>
                    <a:cubicBezTo>
                      <a:pt x="22835" y="3143"/>
                      <a:pt x="25499" y="5239"/>
                      <a:pt x="26546" y="9525"/>
                    </a:cubicBezTo>
                    <a:lnTo>
                      <a:pt x="29305" y="30194"/>
                    </a:lnTo>
                    <a:close/>
                    <a:moveTo>
                      <a:pt x="30827" y="135731"/>
                    </a:moveTo>
                    <a:cubicBezTo>
                      <a:pt x="36441" y="143256"/>
                      <a:pt x="42625" y="148685"/>
                      <a:pt x="49286" y="151733"/>
                    </a:cubicBezTo>
                    <a:cubicBezTo>
                      <a:pt x="55946" y="154877"/>
                      <a:pt x="63367" y="156401"/>
                      <a:pt x="71645" y="156401"/>
                    </a:cubicBezTo>
                    <a:cubicBezTo>
                      <a:pt x="87915" y="156401"/>
                      <a:pt x="100475" y="150590"/>
                      <a:pt x="109228" y="138970"/>
                    </a:cubicBezTo>
                    <a:cubicBezTo>
                      <a:pt x="117982" y="127349"/>
                      <a:pt x="122358" y="110776"/>
                      <a:pt x="122358" y="89344"/>
                    </a:cubicBezTo>
                    <a:cubicBezTo>
                      <a:pt x="122358" y="77915"/>
                      <a:pt x="121312" y="68199"/>
                      <a:pt x="119314" y="60008"/>
                    </a:cubicBezTo>
                    <a:cubicBezTo>
                      <a:pt x="117316" y="51816"/>
                      <a:pt x="114366" y="45148"/>
                      <a:pt x="110655" y="39910"/>
                    </a:cubicBezTo>
                    <a:cubicBezTo>
                      <a:pt x="106849" y="34671"/>
                      <a:pt x="102187" y="30861"/>
                      <a:pt x="96669" y="28385"/>
                    </a:cubicBezTo>
                    <a:cubicBezTo>
                      <a:pt x="91150" y="26003"/>
                      <a:pt x="84871" y="24765"/>
                      <a:pt x="77925" y="24765"/>
                    </a:cubicBezTo>
                    <a:cubicBezTo>
                      <a:pt x="67935" y="24765"/>
                      <a:pt x="59181" y="27051"/>
                      <a:pt x="51665" y="31623"/>
                    </a:cubicBezTo>
                    <a:cubicBezTo>
                      <a:pt x="44148" y="36195"/>
                      <a:pt x="37202" y="42767"/>
                      <a:pt x="30923" y="51149"/>
                    </a:cubicBezTo>
                    <a:lnTo>
                      <a:pt x="30923" y="13563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" name="Freeform 31">
                <a:extLst>
                  <a:ext uri="{FF2B5EF4-FFF2-40B4-BE49-F238E27FC236}">
                    <a16:creationId xmlns:a16="http://schemas.microsoft.com/office/drawing/2014/main" id="{B6A16C77-5338-56E6-131E-9912D4D8542A}"/>
                  </a:ext>
                </a:extLst>
              </p:cNvPr>
              <p:cNvSpPr/>
              <p:nvPr/>
            </p:nvSpPr>
            <p:spPr>
              <a:xfrm>
                <a:off x="11575627" y="6428358"/>
                <a:ext cx="30637" cy="253936"/>
              </a:xfrm>
              <a:custGeom>
                <a:avLst/>
                <a:gdLst>
                  <a:gd name="connsiteX0" fmla="*/ 30637 w 30637"/>
                  <a:gd name="connsiteY0" fmla="*/ 0 h 253936"/>
                  <a:gd name="connsiteX1" fmla="*/ 30637 w 30637"/>
                  <a:gd name="connsiteY1" fmla="*/ 253937 h 253936"/>
                  <a:gd name="connsiteX2" fmla="*/ 0 w 30637"/>
                  <a:gd name="connsiteY2" fmla="*/ 253937 h 253936"/>
                  <a:gd name="connsiteX3" fmla="*/ 0 w 30637"/>
                  <a:gd name="connsiteY3" fmla="*/ 0 h 253936"/>
                  <a:gd name="connsiteX4" fmla="*/ 30637 w 30637"/>
                  <a:gd name="connsiteY4" fmla="*/ 0 h 2539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0637" h="253936">
                    <a:moveTo>
                      <a:pt x="30637" y="0"/>
                    </a:moveTo>
                    <a:lnTo>
                      <a:pt x="30637" y="253937"/>
                    </a:lnTo>
                    <a:lnTo>
                      <a:pt x="0" y="253937"/>
                    </a:lnTo>
                    <a:lnTo>
                      <a:pt x="0" y="0"/>
                    </a:lnTo>
                    <a:lnTo>
                      <a:pt x="30637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" name="Freeform 32">
                <a:extLst>
                  <a:ext uri="{FF2B5EF4-FFF2-40B4-BE49-F238E27FC236}">
                    <a16:creationId xmlns:a16="http://schemas.microsoft.com/office/drawing/2014/main" id="{8B332C8E-5D46-4928-6E61-F74F93050A05}"/>
                  </a:ext>
                </a:extLst>
              </p:cNvPr>
              <p:cNvSpPr/>
              <p:nvPr/>
            </p:nvSpPr>
            <p:spPr>
              <a:xfrm>
                <a:off x="11631668" y="6507606"/>
                <a:ext cx="171263" cy="233838"/>
              </a:xfrm>
              <a:custGeom>
                <a:avLst/>
                <a:gdLst>
                  <a:gd name="connsiteX0" fmla="*/ 171264 w 171263"/>
                  <a:gd name="connsiteY0" fmla="*/ 0 h 233838"/>
                  <a:gd name="connsiteX1" fmla="*/ 73929 w 171263"/>
                  <a:gd name="connsiteY1" fmla="*/ 226219 h 233838"/>
                  <a:gd name="connsiteX2" fmla="*/ 70028 w 171263"/>
                  <a:gd name="connsiteY2" fmla="*/ 231743 h 233838"/>
                  <a:gd name="connsiteX3" fmla="*/ 62892 w 171263"/>
                  <a:gd name="connsiteY3" fmla="*/ 233839 h 233838"/>
                  <a:gd name="connsiteX4" fmla="*/ 40152 w 171263"/>
                  <a:gd name="connsiteY4" fmla="*/ 233839 h 233838"/>
                  <a:gd name="connsiteX5" fmla="*/ 72026 w 171263"/>
                  <a:gd name="connsiteY5" fmla="*/ 164497 h 233838"/>
                  <a:gd name="connsiteX6" fmla="*/ 0 w 171263"/>
                  <a:gd name="connsiteY6" fmla="*/ 0 h 233838"/>
                  <a:gd name="connsiteX7" fmla="*/ 26546 w 171263"/>
                  <a:gd name="connsiteY7" fmla="*/ 0 h 233838"/>
                  <a:gd name="connsiteX8" fmla="*/ 32825 w 171263"/>
                  <a:gd name="connsiteY8" fmla="*/ 2000 h 233838"/>
                  <a:gd name="connsiteX9" fmla="*/ 35965 w 171263"/>
                  <a:gd name="connsiteY9" fmla="*/ 6382 h 233838"/>
                  <a:gd name="connsiteX10" fmla="*/ 82682 w 171263"/>
                  <a:gd name="connsiteY10" fmla="*/ 116395 h 233838"/>
                  <a:gd name="connsiteX11" fmla="*/ 87344 w 171263"/>
                  <a:gd name="connsiteY11" fmla="*/ 131540 h 233838"/>
                  <a:gd name="connsiteX12" fmla="*/ 92482 w 171263"/>
                  <a:gd name="connsiteY12" fmla="*/ 116205 h 233838"/>
                  <a:gd name="connsiteX13" fmla="*/ 137772 w 171263"/>
                  <a:gd name="connsiteY13" fmla="*/ 6382 h 233838"/>
                  <a:gd name="connsiteX14" fmla="*/ 141293 w 171263"/>
                  <a:gd name="connsiteY14" fmla="*/ 1810 h 233838"/>
                  <a:gd name="connsiteX15" fmla="*/ 146906 w 171263"/>
                  <a:gd name="connsiteY15" fmla="*/ 0 h 233838"/>
                  <a:gd name="connsiteX16" fmla="*/ 171169 w 171263"/>
                  <a:gd name="connsiteY16" fmla="*/ 0 h 2338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71263" h="233838">
                    <a:moveTo>
                      <a:pt x="171264" y="0"/>
                    </a:moveTo>
                    <a:lnTo>
                      <a:pt x="73929" y="226219"/>
                    </a:lnTo>
                    <a:cubicBezTo>
                      <a:pt x="72882" y="228505"/>
                      <a:pt x="71645" y="230315"/>
                      <a:pt x="70028" y="231743"/>
                    </a:cubicBezTo>
                    <a:cubicBezTo>
                      <a:pt x="68505" y="233077"/>
                      <a:pt x="66127" y="233839"/>
                      <a:pt x="62892" y="233839"/>
                    </a:cubicBezTo>
                    <a:lnTo>
                      <a:pt x="40152" y="233839"/>
                    </a:lnTo>
                    <a:lnTo>
                      <a:pt x="72026" y="164497"/>
                    </a:lnTo>
                    <a:lnTo>
                      <a:pt x="0" y="0"/>
                    </a:lnTo>
                    <a:lnTo>
                      <a:pt x="26546" y="0"/>
                    </a:lnTo>
                    <a:cubicBezTo>
                      <a:pt x="29210" y="0"/>
                      <a:pt x="31303" y="667"/>
                      <a:pt x="32825" y="2000"/>
                    </a:cubicBezTo>
                    <a:cubicBezTo>
                      <a:pt x="34348" y="3334"/>
                      <a:pt x="35395" y="4763"/>
                      <a:pt x="35965" y="6382"/>
                    </a:cubicBezTo>
                    <a:lnTo>
                      <a:pt x="82682" y="116395"/>
                    </a:lnTo>
                    <a:cubicBezTo>
                      <a:pt x="84490" y="121253"/>
                      <a:pt x="86108" y="126302"/>
                      <a:pt x="87344" y="131540"/>
                    </a:cubicBezTo>
                    <a:cubicBezTo>
                      <a:pt x="88962" y="126111"/>
                      <a:pt x="90675" y="121063"/>
                      <a:pt x="92482" y="116205"/>
                    </a:cubicBezTo>
                    <a:lnTo>
                      <a:pt x="137772" y="6382"/>
                    </a:lnTo>
                    <a:cubicBezTo>
                      <a:pt x="138438" y="4572"/>
                      <a:pt x="139675" y="3048"/>
                      <a:pt x="141293" y="1810"/>
                    </a:cubicBezTo>
                    <a:cubicBezTo>
                      <a:pt x="142910" y="667"/>
                      <a:pt x="144813" y="0"/>
                      <a:pt x="146906" y="0"/>
                    </a:cubicBezTo>
                    <a:lnTo>
                      <a:pt x="171169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" name="Freeform 33">
                <a:extLst>
                  <a:ext uri="{FF2B5EF4-FFF2-40B4-BE49-F238E27FC236}">
                    <a16:creationId xmlns:a16="http://schemas.microsoft.com/office/drawing/2014/main" id="{24DE48A3-92D3-C30F-29D1-CDF460BAE198}"/>
                  </a:ext>
                </a:extLst>
              </p:cNvPr>
              <p:cNvSpPr/>
              <p:nvPr/>
            </p:nvSpPr>
            <p:spPr>
              <a:xfrm>
                <a:off x="11892941" y="6505035"/>
                <a:ext cx="141482" cy="179736"/>
              </a:xfrm>
              <a:custGeom>
                <a:avLst/>
                <a:gdLst>
                  <a:gd name="connsiteX0" fmla="*/ 131302 w 141482"/>
                  <a:gd name="connsiteY0" fmla="*/ 33623 h 179736"/>
                  <a:gd name="connsiteX1" fmla="*/ 128543 w 141482"/>
                  <a:gd name="connsiteY1" fmla="*/ 36576 h 179736"/>
                  <a:gd name="connsiteX2" fmla="*/ 124737 w 141482"/>
                  <a:gd name="connsiteY2" fmla="*/ 37624 h 179736"/>
                  <a:gd name="connsiteX3" fmla="*/ 119028 w 141482"/>
                  <a:gd name="connsiteY3" fmla="*/ 35433 h 179736"/>
                  <a:gd name="connsiteX4" fmla="*/ 111321 w 141482"/>
                  <a:gd name="connsiteY4" fmla="*/ 30670 h 179736"/>
                  <a:gd name="connsiteX5" fmla="*/ 100094 w 141482"/>
                  <a:gd name="connsiteY5" fmla="*/ 25908 h 179736"/>
                  <a:gd name="connsiteX6" fmla="*/ 83824 w 141482"/>
                  <a:gd name="connsiteY6" fmla="*/ 23717 h 179736"/>
                  <a:gd name="connsiteX7" fmla="*/ 61084 w 141482"/>
                  <a:gd name="connsiteY7" fmla="*/ 28289 h 179736"/>
                  <a:gd name="connsiteX8" fmla="*/ 44623 w 141482"/>
                  <a:gd name="connsiteY8" fmla="*/ 41434 h 179736"/>
                  <a:gd name="connsiteX9" fmla="*/ 34633 w 141482"/>
                  <a:gd name="connsiteY9" fmla="*/ 62294 h 179736"/>
                  <a:gd name="connsiteX10" fmla="*/ 31303 w 141482"/>
                  <a:gd name="connsiteY10" fmla="*/ 89725 h 179736"/>
                  <a:gd name="connsiteX11" fmla="*/ 34919 w 141482"/>
                  <a:gd name="connsiteY11" fmla="*/ 117920 h 179736"/>
                  <a:gd name="connsiteX12" fmla="*/ 45195 w 141482"/>
                  <a:gd name="connsiteY12" fmla="*/ 138589 h 179736"/>
                  <a:gd name="connsiteX13" fmla="*/ 61179 w 141482"/>
                  <a:gd name="connsiteY13" fmla="*/ 151352 h 179736"/>
                  <a:gd name="connsiteX14" fmla="*/ 82301 w 141482"/>
                  <a:gd name="connsiteY14" fmla="*/ 155734 h 179736"/>
                  <a:gd name="connsiteX15" fmla="*/ 100760 w 141482"/>
                  <a:gd name="connsiteY15" fmla="*/ 153067 h 179736"/>
                  <a:gd name="connsiteX16" fmla="*/ 112748 w 141482"/>
                  <a:gd name="connsiteY16" fmla="*/ 147161 h 179736"/>
                  <a:gd name="connsiteX17" fmla="*/ 120646 w 141482"/>
                  <a:gd name="connsiteY17" fmla="*/ 141256 h 179736"/>
                  <a:gd name="connsiteX18" fmla="*/ 126925 w 141482"/>
                  <a:gd name="connsiteY18" fmla="*/ 138589 h 179736"/>
                  <a:gd name="connsiteX19" fmla="*/ 132824 w 141482"/>
                  <a:gd name="connsiteY19" fmla="*/ 141542 h 179736"/>
                  <a:gd name="connsiteX20" fmla="*/ 141483 w 141482"/>
                  <a:gd name="connsiteY20" fmla="*/ 152781 h 179736"/>
                  <a:gd name="connsiteX21" fmla="*/ 128543 w 141482"/>
                  <a:gd name="connsiteY21" fmla="*/ 164878 h 179736"/>
                  <a:gd name="connsiteX22" fmla="*/ 112939 w 141482"/>
                  <a:gd name="connsiteY22" fmla="*/ 173260 h 179736"/>
                  <a:gd name="connsiteX23" fmla="*/ 95432 w 141482"/>
                  <a:gd name="connsiteY23" fmla="*/ 178213 h 179736"/>
                  <a:gd name="connsiteX24" fmla="*/ 76783 w 141482"/>
                  <a:gd name="connsiteY24" fmla="*/ 179737 h 179736"/>
                  <a:gd name="connsiteX25" fmla="*/ 46431 w 141482"/>
                  <a:gd name="connsiteY25" fmla="*/ 173736 h 179736"/>
                  <a:gd name="connsiteX26" fmla="*/ 22073 w 141482"/>
                  <a:gd name="connsiteY26" fmla="*/ 156210 h 179736"/>
                  <a:gd name="connsiteX27" fmla="*/ 5899 w 141482"/>
                  <a:gd name="connsiteY27" fmla="*/ 128016 h 179736"/>
                  <a:gd name="connsiteX28" fmla="*/ 0 w 141482"/>
                  <a:gd name="connsiteY28" fmla="*/ 89916 h 179736"/>
                  <a:gd name="connsiteX29" fmla="*/ 5423 w 141482"/>
                  <a:gd name="connsiteY29" fmla="*/ 53912 h 179736"/>
                  <a:gd name="connsiteX30" fmla="*/ 21313 w 141482"/>
                  <a:gd name="connsiteY30" fmla="*/ 25432 h 179736"/>
                  <a:gd name="connsiteX31" fmla="*/ 47002 w 141482"/>
                  <a:gd name="connsiteY31" fmla="*/ 6763 h 179736"/>
                  <a:gd name="connsiteX32" fmla="*/ 82016 w 141482"/>
                  <a:gd name="connsiteY32" fmla="*/ 0 h 179736"/>
                  <a:gd name="connsiteX33" fmla="*/ 114461 w 141482"/>
                  <a:gd name="connsiteY33" fmla="*/ 5905 h 179736"/>
                  <a:gd name="connsiteX34" fmla="*/ 139389 w 141482"/>
                  <a:gd name="connsiteY34" fmla="*/ 22669 h 179736"/>
                  <a:gd name="connsiteX35" fmla="*/ 131302 w 141482"/>
                  <a:gd name="connsiteY35" fmla="*/ 33718 h 1797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</a:cxnLst>
                <a:rect l="l" t="t" r="r" b="b"/>
                <a:pathLst>
                  <a:path w="141482" h="179736">
                    <a:moveTo>
                      <a:pt x="131302" y="33623"/>
                    </a:moveTo>
                    <a:cubicBezTo>
                      <a:pt x="130350" y="34862"/>
                      <a:pt x="129494" y="35909"/>
                      <a:pt x="128543" y="36576"/>
                    </a:cubicBezTo>
                    <a:cubicBezTo>
                      <a:pt x="127591" y="37243"/>
                      <a:pt x="126354" y="37624"/>
                      <a:pt x="124737" y="37624"/>
                    </a:cubicBezTo>
                    <a:cubicBezTo>
                      <a:pt x="123024" y="37624"/>
                      <a:pt x="121121" y="36957"/>
                      <a:pt x="119028" y="35433"/>
                    </a:cubicBezTo>
                    <a:cubicBezTo>
                      <a:pt x="116935" y="34004"/>
                      <a:pt x="114366" y="32385"/>
                      <a:pt x="111321" y="30670"/>
                    </a:cubicBezTo>
                    <a:cubicBezTo>
                      <a:pt x="108276" y="28956"/>
                      <a:pt x="104566" y="27337"/>
                      <a:pt x="100094" y="25908"/>
                    </a:cubicBezTo>
                    <a:cubicBezTo>
                      <a:pt x="95717" y="24479"/>
                      <a:pt x="90199" y="23717"/>
                      <a:pt x="83824" y="23717"/>
                    </a:cubicBezTo>
                    <a:cubicBezTo>
                      <a:pt x="75165" y="23717"/>
                      <a:pt x="67649" y="25241"/>
                      <a:pt x="61084" y="28289"/>
                    </a:cubicBezTo>
                    <a:cubicBezTo>
                      <a:pt x="54519" y="31337"/>
                      <a:pt x="49095" y="35719"/>
                      <a:pt x="44623" y="41434"/>
                    </a:cubicBezTo>
                    <a:cubicBezTo>
                      <a:pt x="40247" y="47149"/>
                      <a:pt x="36916" y="54102"/>
                      <a:pt x="34633" y="62294"/>
                    </a:cubicBezTo>
                    <a:cubicBezTo>
                      <a:pt x="32349" y="70485"/>
                      <a:pt x="31303" y="79629"/>
                      <a:pt x="31303" y="89725"/>
                    </a:cubicBezTo>
                    <a:cubicBezTo>
                      <a:pt x="31303" y="99822"/>
                      <a:pt x="32540" y="109728"/>
                      <a:pt x="34919" y="117920"/>
                    </a:cubicBezTo>
                    <a:cubicBezTo>
                      <a:pt x="37297" y="126111"/>
                      <a:pt x="40722" y="133064"/>
                      <a:pt x="45195" y="138589"/>
                    </a:cubicBezTo>
                    <a:cubicBezTo>
                      <a:pt x="49571" y="144113"/>
                      <a:pt x="54994" y="148399"/>
                      <a:pt x="61179" y="151352"/>
                    </a:cubicBezTo>
                    <a:cubicBezTo>
                      <a:pt x="67459" y="154305"/>
                      <a:pt x="74499" y="155734"/>
                      <a:pt x="82301" y="155734"/>
                    </a:cubicBezTo>
                    <a:cubicBezTo>
                      <a:pt x="90104" y="155734"/>
                      <a:pt x="95907" y="154876"/>
                      <a:pt x="100760" y="153067"/>
                    </a:cubicBezTo>
                    <a:cubicBezTo>
                      <a:pt x="105612" y="151257"/>
                      <a:pt x="109608" y="149352"/>
                      <a:pt x="112748" y="147161"/>
                    </a:cubicBezTo>
                    <a:cubicBezTo>
                      <a:pt x="115888" y="144971"/>
                      <a:pt x="118552" y="142970"/>
                      <a:pt x="120646" y="141256"/>
                    </a:cubicBezTo>
                    <a:cubicBezTo>
                      <a:pt x="122739" y="139446"/>
                      <a:pt x="124832" y="138589"/>
                      <a:pt x="126925" y="138589"/>
                    </a:cubicBezTo>
                    <a:cubicBezTo>
                      <a:pt x="129399" y="138589"/>
                      <a:pt x="131397" y="139541"/>
                      <a:pt x="132824" y="141542"/>
                    </a:cubicBezTo>
                    <a:lnTo>
                      <a:pt x="141483" y="152781"/>
                    </a:lnTo>
                    <a:cubicBezTo>
                      <a:pt x="137677" y="157448"/>
                      <a:pt x="133395" y="161544"/>
                      <a:pt x="128543" y="164878"/>
                    </a:cubicBezTo>
                    <a:cubicBezTo>
                      <a:pt x="123691" y="168212"/>
                      <a:pt x="118552" y="170974"/>
                      <a:pt x="112939" y="173260"/>
                    </a:cubicBezTo>
                    <a:cubicBezTo>
                      <a:pt x="107420" y="175450"/>
                      <a:pt x="101521" y="177165"/>
                      <a:pt x="95432" y="178213"/>
                    </a:cubicBezTo>
                    <a:cubicBezTo>
                      <a:pt x="89342" y="179261"/>
                      <a:pt x="83158" y="179737"/>
                      <a:pt x="76783" y="179737"/>
                    </a:cubicBezTo>
                    <a:cubicBezTo>
                      <a:pt x="65841" y="179737"/>
                      <a:pt x="55756" y="177737"/>
                      <a:pt x="46431" y="173736"/>
                    </a:cubicBezTo>
                    <a:cubicBezTo>
                      <a:pt x="37107" y="169736"/>
                      <a:pt x="28924" y="163830"/>
                      <a:pt x="22073" y="156210"/>
                    </a:cubicBezTo>
                    <a:cubicBezTo>
                      <a:pt x="15223" y="148590"/>
                      <a:pt x="9800" y="139160"/>
                      <a:pt x="5899" y="128016"/>
                    </a:cubicBezTo>
                    <a:cubicBezTo>
                      <a:pt x="1998" y="116872"/>
                      <a:pt x="0" y="104203"/>
                      <a:pt x="0" y="89916"/>
                    </a:cubicBezTo>
                    <a:cubicBezTo>
                      <a:pt x="0" y="76962"/>
                      <a:pt x="1807" y="64960"/>
                      <a:pt x="5423" y="53912"/>
                    </a:cubicBezTo>
                    <a:cubicBezTo>
                      <a:pt x="9038" y="42863"/>
                      <a:pt x="14272" y="33338"/>
                      <a:pt x="21313" y="25432"/>
                    </a:cubicBezTo>
                    <a:cubicBezTo>
                      <a:pt x="28258" y="17431"/>
                      <a:pt x="36822" y="11240"/>
                      <a:pt x="47002" y="6763"/>
                    </a:cubicBezTo>
                    <a:cubicBezTo>
                      <a:pt x="57183" y="2286"/>
                      <a:pt x="68791" y="0"/>
                      <a:pt x="82016" y="0"/>
                    </a:cubicBezTo>
                    <a:cubicBezTo>
                      <a:pt x="94290" y="0"/>
                      <a:pt x="105137" y="2000"/>
                      <a:pt x="114461" y="5905"/>
                    </a:cubicBezTo>
                    <a:cubicBezTo>
                      <a:pt x="123785" y="9906"/>
                      <a:pt x="132158" y="15430"/>
                      <a:pt x="139389" y="22669"/>
                    </a:cubicBezTo>
                    <a:lnTo>
                      <a:pt x="131302" y="33718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" name="Freeform 34">
                <a:extLst>
                  <a:ext uri="{FF2B5EF4-FFF2-40B4-BE49-F238E27FC236}">
                    <a16:creationId xmlns:a16="http://schemas.microsoft.com/office/drawing/2014/main" id="{E3220E8E-6E3E-47CB-CE68-70201487FFEB}"/>
                  </a:ext>
                </a:extLst>
              </p:cNvPr>
              <p:cNvSpPr/>
              <p:nvPr/>
            </p:nvSpPr>
            <p:spPr>
              <a:xfrm>
                <a:off x="12063824" y="6428358"/>
                <a:ext cx="145384" cy="254031"/>
              </a:xfrm>
              <a:custGeom>
                <a:avLst/>
                <a:gdLst>
                  <a:gd name="connsiteX0" fmla="*/ 30827 w 145384"/>
                  <a:gd name="connsiteY0" fmla="*/ 102584 h 254031"/>
                  <a:gd name="connsiteX1" fmla="*/ 55661 w 145384"/>
                  <a:gd name="connsiteY1" fmla="*/ 83630 h 254031"/>
                  <a:gd name="connsiteX2" fmla="*/ 86964 w 145384"/>
                  <a:gd name="connsiteY2" fmla="*/ 76581 h 254031"/>
                  <a:gd name="connsiteX3" fmla="*/ 112178 w 145384"/>
                  <a:gd name="connsiteY3" fmla="*/ 81344 h 254031"/>
                  <a:gd name="connsiteX4" fmla="*/ 130446 w 145384"/>
                  <a:gd name="connsiteY4" fmla="*/ 94774 h 254031"/>
                  <a:gd name="connsiteX5" fmla="*/ 141578 w 145384"/>
                  <a:gd name="connsiteY5" fmla="*/ 115729 h 254031"/>
                  <a:gd name="connsiteX6" fmla="*/ 145384 w 145384"/>
                  <a:gd name="connsiteY6" fmla="*/ 142780 h 254031"/>
                  <a:gd name="connsiteX7" fmla="*/ 145384 w 145384"/>
                  <a:gd name="connsiteY7" fmla="*/ 254032 h 254031"/>
                  <a:gd name="connsiteX8" fmla="*/ 114557 w 145384"/>
                  <a:gd name="connsiteY8" fmla="*/ 254032 h 254031"/>
                  <a:gd name="connsiteX9" fmla="*/ 114557 w 145384"/>
                  <a:gd name="connsiteY9" fmla="*/ 142780 h 254031"/>
                  <a:gd name="connsiteX10" fmla="*/ 105518 w 145384"/>
                  <a:gd name="connsiteY10" fmla="*/ 112014 h 254031"/>
                  <a:gd name="connsiteX11" fmla="*/ 78020 w 145384"/>
                  <a:gd name="connsiteY11" fmla="*/ 101060 h 254031"/>
                  <a:gd name="connsiteX12" fmla="*/ 52616 w 145384"/>
                  <a:gd name="connsiteY12" fmla="*/ 107633 h 254031"/>
                  <a:gd name="connsiteX13" fmla="*/ 30827 w 145384"/>
                  <a:gd name="connsiteY13" fmla="*/ 125349 h 254031"/>
                  <a:gd name="connsiteX14" fmla="*/ 30827 w 145384"/>
                  <a:gd name="connsiteY14" fmla="*/ 253937 h 254031"/>
                  <a:gd name="connsiteX15" fmla="*/ 0 w 145384"/>
                  <a:gd name="connsiteY15" fmla="*/ 253937 h 254031"/>
                  <a:gd name="connsiteX16" fmla="*/ 0 w 145384"/>
                  <a:gd name="connsiteY16" fmla="*/ 0 h 254031"/>
                  <a:gd name="connsiteX17" fmla="*/ 30827 w 145384"/>
                  <a:gd name="connsiteY17" fmla="*/ 0 h 254031"/>
                  <a:gd name="connsiteX18" fmla="*/ 30827 w 145384"/>
                  <a:gd name="connsiteY18" fmla="*/ 102584 h 2540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45384" h="254031">
                    <a:moveTo>
                      <a:pt x="30827" y="102584"/>
                    </a:moveTo>
                    <a:cubicBezTo>
                      <a:pt x="38249" y="94679"/>
                      <a:pt x="46527" y="88297"/>
                      <a:pt x="55661" y="83630"/>
                    </a:cubicBezTo>
                    <a:cubicBezTo>
                      <a:pt x="64795" y="78962"/>
                      <a:pt x="75166" y="76581"/>
                      <a:pt x="86964" y="76581"/>
                    </a:cubicBezTo>
                    <a:cubicBezTo>
                      <a:pt x="96479" y="76581"/>
                      <a:pt x="104947" y="78200"/>
                      <a:pt x="112178" y="81344"/>
                    </a:cubicBezTo>
                    <a:cubicBezTo>
                      <a:pt x="119504" y="84487"/>
                      <a:pt x="125594" y="88964"/>
                      <a:pt x="130446" y="94774"/>
                    </a:cubicBezTo>
                    <a:cubicBezTo>
                      <a:pt x="135299" y="100584"/>
                      <a:pt x="139009" y="107537"/>
                      <a:pt x="141578" y="115729"/>
                    </a:cubicBezTo>
                    <a:cubicBezTo>
                      <a:pt x="144052" y="123920"/>
                      <a:pt x="145384" y="132874"/>
                      <a:pt x="145384" y="142780"/>
                    </a:cubicBezTo>
                    <a:lnTo>
                      <a:pt x="145384" y="254032"/>
                    </a:lnTo>
                    <a:lnTo>
                      <a:pt x="114557" y="254032"/>
                    </a:lnTo>
                    <a:lnTo>
                      <a:pt x="114557" y="142780"/>
                    </a:lnTo>
                    <a:cubicBezTo>
                      <a:pt x="114557" y="129540"/>
                      <a:pt x="111512" y="119348"/>
                      <a:pt x="105518" y="112014"/>
                    </a:cubicBezTo>
                    <a:cubicBezTo>
                      <a:pt x="99524" y="104680"/>
                      <a:pt x="90294" y="101060"/>
                      <a:pt x="78020" y="101060"/>
                    </a:cubicBezTo>
                    <a:cubicBezTo>
                      <a:pt x="68981" y="101060"/>
                      <a:pt x="60513" y="103251"/>
                      <a:pt x="52616" y="107633"/>
                    </a:cubicBezTo>
                    <a:cubicBezTo>
                      <a:pt x="44719" y="112014"/>
                      <a:pt x="37488" y="117920"/>
                      <a:pt x="30827" y="125349"/>
                    </a:cubicBezTo>
                    <a:lnTo>
                      <a:pt x="30827" y="253937"/>
                    </a:lnTo>
                    <a:lnTo>
                      <a:pt x="0" y="253937"/>
                    </a:lnTo>
                    <a:lnTo>
                      <a:pt x="0" y="0"/>
                    </a:lnTo>
                    <a:lnTo>
                      <a:pt x="30827" y="0"/>
                    </a:lnTo>
                    <a:lnTo>
                      <a:pt x="30827" y="102584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" name="Freeform 35">
                <a:extLst>
                  <a:ext uri="{FF2B5EF4-FFF2-40B4-BE49-F238E27FC236}">
                    <a16:creationId xmlns:a16="http://schemas.microsoft.com/office/drawing/2014/main" id="{D09860F8-5B57-A512-9326-D29F104B4940}"/>
                  </a:ext>
                </a:extLst>
              </p:cNvPr>
              <p:cNvSpPr/>
              <p:nvPr/>
            </p:nvSpPr>
            <p:spPr>
              <a:xfrm>
                <a:off x="12239560" y="6504558"/>
                <a:ext cx="137581" cy="180498"/>
              </a:xfrm>
              <a:custGeom>
                <a:avLst/>
                <a:gdLst>
                  <a:gd name="connsiteX0" fmla="*/ 8563 w 137581"/>
                  <a:gd name="connsiteY0" fmla="*/ 27718 h 180498"/>
                  <a:gd name="connsiteX1" fmla="*/ 39771 w 137581"/>
                  <a:gd name="connsiteY1" fmla="*/ 6858 h 180498"/>
                  <a:gd name="connsiteX2" fmla="*/ 76783 w 137581"/>
                  <a:gd name="connsiteY2" fmla="*/ 0 h 180498"/>
                  <a:gd name="connsiteX3" fmla="*/ 102758 w 137581"/>
                  <a:gd name="connsiteY3" fmla="*/ 4858 h 180498"/>
                  <a:gd name="connsiteX4" fmla="*/ 121883 w 137581"/>
                  <a:gd name="connsiteY4" fmla="*/ 18288 h 180498"/>
                  <a:gd name="connsiteX5" fmla="*/ 133586 w 137581"/>
                  <a:gd name="connsiteY5" fmla="*/ 39148 h 180498"/>
                  <a:gd name="connsiteX6" fmla="*/ 137582 w 137581"/>
                  <a:gd name="connsiteY6" fmla="*/ 66008 h 180498"/>
                  <a:gd name="connsiteX7" fmla="*/ 137582 w 137581"/>
                  <a:gd name="connsiteY7" fmla="*/ 177737 h 180498"/>
                  <a:gd name="connsiteX8" fmla="*/ 123976 w 137581"/>
                  <a:gd name="connsiteY8" fmla="*/ 177737 h 180498"/>
                  <a:gd name="connsiteX9" fmla="*/ 117125 w 137581"/>
                  <a:gd name="connsiteY9" fmla="*/ 176308 h 180498"/>
                  <a:gd name="connsiteX10" fmla="*/ 113319 w 137581"/>
                  <a:gd name="connsiteY10" fmla="*/ 170498 h 180498"/>
                  <a:gd name="connsiteX11" fmla="*/ 109894 w 137581"/>
                  <a:gd name="connsiteY11" fmla="*/ 153924 h 180498"/>
                  <a:gd name="connsiteX12" fmla="*/ 96478 w 137581"/>
                  <a:gd name="connsiteY12" fmla="*/ 165259 h 180498"/>
                  <a:gd name="connsiteX13" fmla="*/ 82682 w 137581"/>
                  <a:gd name="connsiteY13" fmla="*/ 173546 h 180498"/>
                  <a:gd name="connsiteX14" fmla="*/ 67269 w 137581"/>
                  <a:gd name="connsiteY14" fmla="*/ 178689 h 180498"/>
                  <a:gd name="connsiteX15" fmla="*/ 49095 w 137581"/>
                  <a:gd name="connsiteY15" fmla="*/ 180499 h 180498"/>
                  <a:gd name="connsiteX16" fmla="*/ 29971 w 137581"/>
                  <a:gd name="connsiteY16" fmla="*/ 177641 h 180498"/>
                  <a:gd name="connsiteX17" fmla="*/ 14367 w 137581"/>
                  <a:gd name="connsiteY17" fmla="*/ 169069 h 180498"/>
                  <a:gd name="connsiteX18" fmla="*/ 3901 w 137581"/>
                  <a:gd name="connsiteY18" fmla="*/ 154686 h 180498"/>
                  <a:gd name="connsiteX19" fmla="*/ 0 w 137581"/>
                  <a:gd name="connsiteY19" fmla="*/ 134112 h 180498"/>
                  <a:gd name="connsiteX20" fmla="*/ 5709 w 137581"/>
                  <a:gd name="connsiteY20" fmla="*/ 114205 h 180498"/>
                  <a:gd name="connsiteX21" fmla="*/ 24167 w 137581"/>
                  <a:gd name="connsiteY21" fmla="*/ 97250 h 180498"/>
                  <a:gd name="connsiteX22" fmla="*/ 57373 w 137581"/>
                  <a:gd name="connsiteY22" fmla="*/ 85058 h 180498"/>
                  <a:gd name="connsiteX23" fmla="*/ 107706 w 137581"/>
                  <a:gd name="connsiteY23" fmla="*/ 79629 h 180498"/>
                  <a:gd name="connsiteX24" fmla="*/ 107706 w 137581"/>
                  <a:gd name="connsiteY24" fmla="*/ 66008 h 180498"/>
                  <a:gd name="connsiteX25" fmla="*/ 98952 w 137581"/>
                  <a:gd name="connsiteY25" fmla="*/ 35243 h 180498"/>
                  <a:gd name="connsiteX26" fmla="*/ 73262 w 137581"/>
                  <a:gd name="connsiteY26" fmla="*/ 24860 h 180498"/>
                  <a:gd name="connsiteX27" fmla="*/ 54233 w 137581"/>
                  <a:gd name="connsiteY27" fmla="*/ 27718 h 180498"/>
                  <a:gd name="connsiteX28" fmla="*/ 41008 w 137581"/>
                  <a:gd name="connsiteY28" fmla="*/ 34100 h 180498"/>
                  <a:gd name="connsiteX29" fmla="*/ 31398 w 137581"/>
                  <a:gd name="connsiteY29" fmla="*/ 40481 h 180498"/>
                  <a:gd name="connsiteX30" fmla="*/ 23406 w 137581"/>
                  <a:gd name="connsiteY30" fmla="*/ 43339 h 180498"/>
                  <a:gd name="connsiteX31" fmla="*/ 18078 w 137581"/>
                  <a:gd name="connsiteY31" fmla="*/ 41720 h 180498"/>
                  <a:gd name="connsiteX32" fmla="*/ 14272 w 137581"/>
                  <a:gd name="connsiteY32" fmla="*/ 37719 h 180498"/>
                  <a:gd name="connsiteX33" fmla="*/ 8753 w 137581"/>
                  <a:gd name="connsiteY33" fmla="*/ 27908 h 180498"/>
                  <a:gd name="connsiteX34" fmla="*/ 107611 w 137581"/>
                  <a:gd name="connsiteY34" fmla="*/ 99060 h 180498"/>
                  <a:gd name="connsiteX35" fmla="*/ 71550 w 137581"/>
                  <a:gd name="connsiteY35" fmla="*/ 102394 h 180498"/>
                  <a:gd name="connsiteX36" fmla="*/ 47288 w 137581"/>
                  <a:gd name="connsiteY36" fmla="*/ 109347 h 180498"/>
                  <a:gd name="connsiteX37" fmla="*/ 33682 w 137581"/>
                  <a:gd name="connsiteY37" fmla="*/ 119539 h 180498"/>
                  <a:gd name="connsiteX38" fmla="*/ 29495 w 137581"/>
                  <a:gd name="connsiteY38" fmla="*/ 132683 h 180498"/>
                  <a:gd name="connsiteX39" fmla="*/ 31779 w 137581"/>
                  <a:gd name="connsiteY39" fmla="*/ 144590 h 180498"/>
                  <a:gd name="connsiteX40" fmla="*/ 37868 w 137581"/>
                  <a:gd name="connsiteY40" fmla="*/ 152781 h 180498"/>
                  <a:gd name="connsiteX41" fmla="*/ 47002 w 137581"/>
                  <a:gd name="connsiteY41" fmla="*/ 157448 h 180498"/>
                  <a:gd name="connsiteX42" fmla="*/ 58325 w 137581"/>
                  <a:gd name="connsiteY42" fmla="*/ 158877 h 180498"/>
                  <a:gd name="connsiteX43" fmla="*/ 73168 w 137581"/>
                  <a:gd name="connsiteY43" fmla="*/ 157258 h 180498"/>
                  <a:gd name="connsiteX44" fmla="*/ 85822 w 137581"/>
                  <a:gd name="connsiteY44" fmla="*/ 152495 h 180498"/>
                  <a:gd name="connsiteX45" fmla="*/ 97144 w 137581"/>
                  <a:gd name="connsiteY45" fmla="*/ 145066 h 180498"/>
                  <a:gd name="connsiteX46" fmla="*/ 107706 w 137581"/>
                  <a:gd name="connsiteY46" fmla="*/ 135255 h 180498"/>
                  <a:gd name="connsiteX47" fmla="*/ 107706 w 137581"/>
                  <a:gd name="connsiteY47" fmla="*/ 99060 h 180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137581" h="180498">
                    <a:moveTo>
                      <a:pt x="8563" y="27718"/>
                    </a:moveTo>
                    <a:cubicBezTo>
                      <a:pt x="18173" y="18383"/>
                      <a:pt x="28639" y="11430"/>
                      <a:pt x="39771" y="6858"/>
                    </a:cubicBezTo>
                    <a:cubicBezTo>
                      <a:pt x="50903" y="2286"/>
                      <a:pt x="63272" y="0"/>
                      <a:pt x="76783" y="0"/>
                    </a:cubicBezTo>
                    <a:cubicBezTo>
                      <a:pt x="86583" y="0"/>
                      <a:pt x="95241" y="1619"/>
                      <a:pt x="102758" y="4858"/>
                    </a:cubicBezTo>
                    <a:cubicBezTo>
                      <a:pt x="110370" y="8096"/>
                      <a:pt x="116744" y="12573"/>
                      <a:pt x="121883" y="18288"/>
                    </a:cubicBezTo>
                    <a:cubicBezTo>
                      <a:pt x="127020" y="24003"/>
                      <a:pt x="130921" y="30956"/>
                      <a:pt x="133586" y="39148"/>
                    </a:cubicBezTo>
                    <a:cubicBezTo>
                      <a:pt x="136250" y="47339"/>
                      <a:pt x="137582" y="56293"/>
                      <a:pt x="137582" y="66008"/>
                    </a:cubicBezTo>
                    <a:lnTo>
                      <a:pt x="137582" y="177737"/>
                    </a:lnTo>
                    <a:lnTo>
                      <a:pt x="123976" y="177737"/>
                    </a:lnTo>
                    <a:cubicBezTo>
                      <a:pt x="121026" y="177737"/>
                      <a:pt x="118648" y="177260"/>
                      <a:pt x="117125" y="176308"/>
                    </a:cubicBezTo>
                    <a:cubicBezTo>
                      <a:pt x="115508" y="175355"/>
                      <a:pt x="114271" y="173450"/>
                      <a:pt x="113319" y="170498"/>
                    </a:cubicBezTo>
                    <a:lnTo>
                      <a:pt x="109894" y="153924"/>
                    </a:lnTo>
                    <a:cubicBezTo>
                      <a:pt x="105327" y="158210"/>
                      <a:pt x="100855" y="161925"/>
                      <a:pt x="96478" y="165259"/>
                    </a:cubicBezTo>
                    <a:cubicBezTo>
                      <a:pt x="92102" y="168497"/>
                      <a:pt x="87534" y="171260"/>
                      <a:pt x="82682" y="173546"/>
                    </a:cubicBezTo>
                    <a:cubicBezTo>
                      <a:pt x="77830" y="175736"/>
                      <a:pt x="72692" y="177546"/>
                      <a:pt x="67269" y="178689"/>
                    </a:cubicBezTo>
                    <a:cubicBezTo>
                      <a:pt x="61845" y="179832"/>
                      <a:pt x="55756" y="180499"/>
                      <a:pt x="49095" y="180499"/>
                    </a:cubicBezTo>
                    <a:cubicBezTo>
                      <a:pt x="42435" y="180499"/>
                      <a:pt x="35965" y="179546"/>
                      <a:pt x="29971" y="177641"/>
                    </a:cubicBezTo>
                    <a:cubicBezTo>
                      <a:pt x="23977" y="175736"/>
                      <a:pt x="18839" y="172879"/>
                      <a:pt x="14367" y="169069"/>
                    </a:cubicBezTo>
                    <a:cubicBezTo>
                      <a:pt x="9990" y="165259"/>
                      <a:pt x="6470" y="160496"/>
                      <a:pt x="3901" y="154686"/>
                    </a:cubicBezTo>
                    <a:cubicBezTo>
                      <a:pt x="1332" y="148876"/>
                      <a:pt x="0" y="142018"/>
                      <a:pt x="0" y="134112"/>
                    </a:cubicBezTo>
                    <a:cubicBezTo>
                      <a:pt x="0" y="127254"/>
                      <a:pt x="1902" y="120587"/>
                      <a:pt x="5709" y="114205"/>
                    </a:cubicBezTo>
                    <a:cubicBezTo>
                      <a:pt x="9515" y="107823"/>
                      <a:pt x="15604" y="102203"/>
                      <a:pt x="24167" y="97250"/>
                    </a:cubicBezTo>
                    <a:cubicBezTo>
                      <a:pt x="32635" y="92297"/>
                      <a:pt x="43767" y="88297"/>
                      <a:pt x="57373" y="85058"/>
                    </a:cubicBezTo>
                    <a:cubicBezTo>
                      <a:pt x="71074" y="81915"/>
                      <a:pt x="87820" y="80105"/>
                      <a:pt x="107706" y="79629"/>
                    </a:cubicBezTo>
                    <a:lnTo>
                      <a:pt x="107706" y="66008"/>
                    </a:lnTo>
                    <a:cubicBezTo>
                      <a:pt x="107706" y="52483"/>
                      <a:pt x="104756" y="42196"/>
                      <a:pt x="98952" y="35243"/>
                    </a:cubicBezTo>
                    <a:cubicBezTo>
                      <a:pt x="93053" y="28289"/>
                      <a:pt x="84585" y="24860"/>
                      <a:pt x="73262" y="24860"/>
                    </a:cubicBezTo>
                    <a:cubicBezTo>
                      <a:pt x="65651" y="24860"/>
                      <a:pt x="59371" y="25813"/>
                      <a:pt x="54233" y="27718"/>
                    </a:cubicBezTo>
                    <a:cubicBezTo>
                      <a:pt x="49095" y="29623"/>
                      <a:pt x="44718" y="31718"/>
                      <a:pt x="41008" y="34100"/>
                    </a:cubicBezTo>
                    <a:cubicBezTo>
                      <a:pt x="37297" y="36481"/>
                      <a:pt x="34062" y="38576"/>
                      <a:pt x="31398" y="40481"/>
                    </a:cubicBezTo>
                    <a:cubicBezTo>
                      <a:pt x="28734" y="42386"/>
                      <a:pt x="26070" y="43339"/>
                      <a:pt x="23406" y="43339"/>
                    </a:cubicBezTo>
                    <a:cubicBezTo>
                      <a:pt x="21313" y="43339"/>
                      <a:pt x="19600" y="42767"/>
                      <a:pt x="18078" y="41720"/>
                    </a:cubicBezTo>
                    <a:cubicBezTo>
                      <a:pt x="16555" y="40672"/>
                      <a:pt x="15318" y="39243"/>
                      <a:pt x="14272" y="37719"/>
                    </a:cubicBezTo>
                    <a:lnTo>
                      <a:pt x="8753" y="27908"/>
                    </a:lnTo>
                    <a:close/>
                    <a:moveTo>
                      <a:pt x="107611" y="99060"/>
                    </a:moveTo>
                    <a:cubicBezTo>
                      <a:pt x="93529" y="99536"/>
                      <a:pt x="81445" y="100679"/>
                      <a:pt x="71550" y="102394"/>
                    </a:cubicBezTo>
                    <a:cubicBezTo>
                      <a:pt x="61655" y="104204"/>
                      <a:pt x="53568" y="106490"/>
                      <a:pt x="47288" y="109347"/>
                    </a:cubicBezTo>
                    <a:cubicBezTo>
                      <a:pt x="41008" y="112205"/>
                      <a:pt x="36536" y="115634"/>
                      <a:pt x="33682" y="119539"/>
                    </a:cubicBezTo>
                    <a:cubicBezTo>
                      <a:pt x="30827" y="123444"/>
                      <a:pt x="29495" y="127826"/>
                      <a:pt x="29495" y="132683"/>
                    </a:cubicBezTo>
                    <a:cubicBezTo>
                      <a:pt x="29495" y="137541"/>
                      <a:pt x="30257" y="141256"/>
                      <a:pt x="31779" y="144590"/>
                    </a:cubicBezTo>
                    <a:cubicBezTo>
                      <a:pt x="33301" y="147923"/>
                      <a:pt x="35299" y="150686"/>
                      <a:pt x="37868" y="152781"/>
                    </a:cubicBezTo>
                    <a:cubicBezTo>
                      <a:pt x="40437" y="154877"/>
                      <a:pt x="43482" y="156401"/>
                      <a:pt x="47002" y="157448"/>
                    </a:cubicBezTo>
                    <a:cubicBezTo>
                      <a:pt x="50523" y="158401"/>
                      <a:pt x="54233" y="158877"/>
                      <a:pt x="58325" y="158877"/>
                    </a:cubicBezTo>
                    <a:cubicBezTo>
                      <a:pt x="63748" y="158877"/>
                      <a:pt x="68696" y="158306"/>
                      <a:pt x="73168" y="157258"/>
                    </a:cubicBezTo>
                    <a:cubicBezTo>
                      <a:pt x="77639" y="156115"/>
                      <a:pt x="81826" y="154591"/>
                      <a:pt x="85822" y="152495"/>
                    </a:cubicBezTo>
                    <a:cubicBezTo>
                      <a:pt x="89818" y="150400"/>
                      <a:pt x="93529" y="147923"/>
                      <a:pt x="97144" y="145066"/>
                    </a:cubicBezTo>
                    <a:cubicBezTo>
                      <a:pt x="100760" y="142208"/>
                      <a:pt x="104280" y="138970"/>
                      <a:pt x="107706" y="135255"/>
                    </a:cubicBezTo>
                    <a:lnTo>
                      <a:pt x="107706" y="9906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7" name="Freeform 36">
                <a:extLst>
                  <a:ext uri="{FF2B5EF4-FFF2-40B4-BE49-F238E27FC236}">
                    <a16:creationId xmlns:a16="http://schemas.microsoft.com/office/drawing/2014/main" id="{82C7D35C-A6DA-79DF-8FA9-9EB437C84343}"/>
                  </a:ext>
                </a:extLst>
              </p:cNvPr>
              <p:cNvSpPr/>
              <p:nvPr/>
            </p:nvSpPr>
            <p:spPr>
              <a:xfrm>
                <a:off x="12415486" y="6430740"/>
                <a:ext cx="43767" cy="251650"/>
              </a:xfrm>
              <a:custGeom>
                <a:avLst/>
                <a:gdLst>
                  <a:gd name="connsiteX0" fmla="*/ 43767 w 43767"/>
                  <a:gd name="connsiteY0" fmla="*/ 22098 h 251650"/>
                  <a:gd name="connsiteX1" fmla="*/ 41959 w 43767"/>
                  <a:gd name="connsiteY1" fmla="*/ 30480 h 251650"/>
                  <a:gd name="connsiteX2" fmla="*/ 37107 w 43767"/>
                  <a:gd name="connsiteY2" fmla="*/ 37338 h 251650"/>
                  <a:gd name="connsiteX3" fmla="*/ 30066 w 43767"/>
                  <a:gd name="connsiteY3" fmla="*/ 42101 h 251650"/>
                  <a:gd name="connsiteX4" fmla="*/ 21503 w 43767"/>
                  <a:gd name="connsiteY4" fmla="*/ 43815 h 251650"/>
                  <a:gd name="connsiteX5" fmla="*/ 13130 w 43767"/>
                  <a:gd name="connsiteY5" fmla="*/ 42101 h 251650"/>
                  <a:gd name="connsiteX6" fmla="*/ 6375 w 43767"/>
                  <a:gd name="connsiteY6" fmla="*/ 37338 h 251650"/>
                  <a:gd name="connsiteX7" fmla="*/ 1713 w 43767"/>
                  <a:gd name="connsiteY7" fmla="*/ 30480 h 251650"/>
                  <a:gd name="connsiteX8" fmla="*/ 0 w 43767"/>
                  <a:gd name="connsiteY8" fmla="*/ 22098 h 251650"/>
                  <a:gd name="connsiteX9" fmla="*/ 1713 w 43767"/>
                  <a:gd name="connsiteY9" fmla="*/ 13526 h 251650"/>
                  <a:gd name="connsiteX10" fmla="*/ 6375 w 43767"/>
                  <a:gd name="connsiteY10" fmla="*/ 6477 h 251650"/>
                  <a:gd name="connsiteX11" fmla="*/ 13130 w 43767"/>
                  <a:gd name="connsiteY11" fmla="*/ 1715 h 251650"/>
                  <a:gd name="connsiteX12" fmla="*/ 21503 w 43767"/>
                  <a:gd name="connsiteY12" fmla="*/ 0 h 251650"/>
                  <a:gd name="connsiteX13" fmla="*/ 30066 w 43767"/>
                  <a:gd name="connsiteY13" fmla="*/ 1715 h 251650"/>
                  <a:gd name="connsiteX14" fmla="*/ 37107 w 43767"/>
                  <a:gd name="connsiteY14" fmla="*/ 6477 h 251650"/>
                  <a:gd name="connsiteX15" fmla="*/ 41959 w 43767"/>
                  <a:gd name="connsiteY15" fmla="*/ 13526 h 251650"/>
                  <a:gd name="connsiteX16" fmla="*/ 43767 w 43767"/>
                  <a:gd name="connsiteY16" fmla="*/ 22098 h 251650"/>
                  <a:gd name="connsiteX17" fmla="*/ 37202 w 43767"/>
                  <a:gd name="connsiteY17" fmla="*/ 76962 h 251650"/>
                  <a:gd name="connsiteX18" fmla="*/ 37202 w 43767"/>
                  <a:gd name="connsiteY18" fmla="*/ 251651 h 251650"/>
                  <a:gd name="connsiteX19" fmla="*/ 6565 w 43767"/>
                  <a:gd name="connsiteY19" fmla="*/ 251651 h 251650"/>
                  <a:gd name="connsiteX20" fmla="*/ 6565 w 43767"/>
                  <a:gd name="connsiteY20" fmla="*/ 76962 h 251650"/>
                  <a:gd name="connsiteX21" fmla="*/ 37202 w 43767"/>
                  <a:gd name="connsiteY21" fmla="*/ 76962 h 251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43767" h="251650">
                    <a:moveTo>
                      <a:pt x="43767" y="22098"/>
                    </a:moveTo>
                    <a:cubicBezTo>
                      <a:pt x="43767" y="25051"/>
                      <a:pt x="43196" y="27908"/>
                      <a:pt x="41959" y="30480"/>
                    </a:cubicBezTo>
                    <a:cubicBezTo>
                      <a:pt x="40722" y="33052"/>
                      <a:pt x="39105" y="35338"/>
                      <a:pt x="37107" y="37338"/>
                    </a:cubicBezTo>
                    <a:cubicBezTo>
                      <a:pt x="35109" y="39338"/>
                      <a:pt x="32730" y="40958"/>
                      <a:pt x="30066" y="42101"/>
                    </a:cubicBezTo>
                    <a:cubicBezTo>
                      <a:pt x="27402" y="43244"/>
                      <a:pt x="24548" y="43815"/>
                      <a:pt x="21503" y="43815"/>
                    </a:cubicBezTo>
                    <a:cubicBezTo>
                      <a:pt x="18458" y="43815"/>
                      <a:pt x="15699" y="43244"/>
                      <a:pt x="13130" y="42101"/>
                    </a:cubicBezTo>
                    <a:cubicBezTo>
                      <a:pt x="10561" y="40958"/>
                      <a:pt x="8278" y="39338"/>
                      <a:pt x="6375" y="37338"/>
                    </a:cubicBezTo>
                    <a:cubicBezTo>
                      <a:pt x="4472" y="35338"/>
                      <a:pt x="2854" y="33052"/>
                      <a:pt x="1713" y="30480"/>
                    </a:cubicBezTo>
                    <a:cubicBezTo>
                      <a:pt x="571" y="27908"/>
                      <a:pt x="0" y="25146"/>
                      <a:pt x="0" y="22098"/>
                    </a:cubicBezTo>
                    <a:cubicBezTo>
                      <a:pt x="0" y="19050"/>
                      <a:pt x="571" y="16288"/>
                      <a:pt x="1713" y="13526"/>
                    </a:cubicBezTo>
                    <a:cubicBezTo>
                      <a:pt x="2854" y="10859"/>
                      <a:pt x="4376" y="8477"/>
                      <a:pt x="6375" y="6477"/>
                    </a:cubicBezTo>
                    <a:cubicBezTo>
                      <a:pt x="8373" y="4477"/>
                      <a:pt x="10561" y="2858"/>
                      <a:pt x="13130" y="1715"/>
                    </a:cubicBezTo>
                    <a:cubicBezTo>
                      <a:pt x="15699" y="572"/>
                      <a:pt x="18458" y="0"/>
                      <a:pt x="21503" y="0"/>
                    </a:cubicBezTo>
                    <a:cubicBezTo>
                      <a:pt x="24548" y="0"/>
                      <a:pt x="27307" y="572"/>
                      <a:pt x="30066" y="1715"/>
                    </a:cubicBezTo>
                    <a:cubicBezTo>
                      <a:pt x="32730" y="2858"/>
                      <a:pt x="35109" y="4477"/>
                      <a:pt x="37107" y="6477"/>
                    </a:cubicBezTo>
                    <a:cubicBezTo>
                      <a:pt x="39105" y="8477"/>
                      <a:pt x="40722" y="10859"/>
                      <a:pt x="41959" y="13526"/>
                    </a:cubicBezTo>
                    <a:cubicBezTo>
                      <a:pt x="43196" y="16288"/>
                      <a:pt x="43767" y="19050"/>
                      <a:pt x="43767" y="22098"/>
                    </a:cubicBezTo>
                    <a:close/>
                    <a:moveTo>
                      <a:pt x="37202" y="76962"/>
                    </a:moveTo>
                    <a:lnTo>
                      <a:pt x="37202" y="251651"/>
                    </a:lnTo>
                    <a:lnTo>
                      <a:pt x="6565" y="251651"/>
                    </a:lnTo>
                    <a:lnTo>
                      <a:pt x="6565" y="76962"/>
                    </a:lnTo>
                    <a:lnTo>
                      <a:pt x="37202" y="76962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8" name="Freeform 37">
                <a:extLst>
                  <a:ext uri="{FF2B5EF4-FFF2-40B4-BE49-F238E27FC236}">
                    <a16:creationId xmlns:a16="http://schemas.microsoft.com/office/drawing/2014/main" id="{14221520-0EDE-7AE6-273E-36918A72B795}"/>
                  </a:ext>
                </a:extLst>
              </p:cNvPr>
              <p:cNvSpPr/>
              <p:nvPr/>
            </p:nvSpPr>
            <p:spPr>
              <a:xfrm>
                <a:off x="12499595" y="6504844"/>
                <a:ext cx="145384" cy="177450"/>
              </a:xfrm>
              <a:custGeom>
                <a:avLst/>
                <a:gdLst>
                  <a:gd name="connsiteX0" fmla="*/ 28925 w 145384"/>
                  <a:gd name="connsiteY0" fmla="*/ 28099 h 177450"/>
                  <a:gd name="connsiteX1" fmla="*/ 41008 w 145384"/>
                  <a:gd name="connsiteY1" fmla="*/ 16573 h 177450"/>
                  <a:gd name="connsiteX2" fmla="*/ 54519 w 145384"/>
                  <a:gd name="connsiteY2" fmla="*/ 7715 h 177450"/>
                  <a:gd name="connsiteX3" fmla="*/ 69647 w 145384"/>
                  <a:gd name="connsiteY3" fmla="*/ 2000 h 177450"/>
                  <a:gd name="connsiteX4" fmla="*/ 86964 w 145384"/>
                  <a:gd name="connsiteY4" fmla="*/ 0 h 177450"/>
                  <a:gd name="connsiteX5" fmla="*/ 112178 w 145384"/>
                  <a:gd name="connsiteY5" fmla="*/ 4763 h 177450"/>
                  <a:gd name="connsiteX6" fmla="*/ 130446 w 145384"/>
                  <a:gd name="connsiteY6" fmla="*/ 18193 h 177450"/>
                  <a:gd name="connsiteX7" fmla="*/ 141578 w 145384"/>
                  <a:gd name="connsiteY7" fmla="*/ 39148 h 177450"/>
                  <a:gd name="connsiteX8" fmla="*/ 145384 w 145384"/>
                  <a:gd name="connsiteY8" fmla="*/ 66199 h 177450"/>
                  <a:gd name="connsiteX9" fmla="*/ 145384 w 145384"/>
                  <a:gd name="connsiteY9" fmla="*/ 177451 h 177450"/>
                  <a:gd name="connsiteX10" fmla="*/ 114557 w 145384"/>
                  <a:gd name="connsiteY10" fmla="*/ 177451 h 177450"/>
                  <a:gd name="connsiteX11" fmla="*/ 114557 w 145384"/>
                  <a:gd name="connsiteY11" fmla="*/ 66199 h 177450"/>
                  <a:gd name="connsiteX12" fmla="*/ 105518 w 145384"/>
                  <a:gd name="connsiteY12" fmla="*/ 35433 h 177450"/>
                  <a:gd name="connsiteX13" fmla="*/ 78020 w 145384"/>
                  <a:gd name="connsiteY13" fmla="*/ 24479 h 177450"/>
                  <a:gd name="connsiteX14" fmla="*/ 52616 w 145384"/>
                  <a:gd name="connsiteY14" fmla="*/ 31052 h 177450"/>
                  <a:gd name="connsiteX15" fmla="*/ 30828 w 145384"/>
                  <a:gd name="connsiteY15" fmla="*/ 48768 h 177450"/>
                  <a:gd name="connsiteX16" fmla="*/ 30828 w 145384"/>
                  <a:gd name="connsiteY16" fmla="*/ 177355 h 177450"/>
                  <a:gd name="connsiteX17" fmla="*/ 0 w 145384"/>
                  <a:gd name="connsiteY17" fmla="*/ 177355 h 177450"/>
                  <a:gd name="connsiteX18" fmla="*/ 0 w 145384"/>
                  <a:gd name="connsiteY18" fmla="*/ 2667 h 177450"/>
                  <a:gd name="connsiteX19" fmla="*/ 18458 w 145384"/>
                  <a:gd name="connsiteY19" fmla="*/ 2667 h 177450"/>
                  <a:gd name="connsiteX20" fmla="*/ 26546 w 145384"/>
                  <a:gd name="connsiteY20" fmla="*/ 9049 h 177450"/>
                  <a:gd name="connsiteX21" fmla="*/ 28925 w 145384"/>
                  <a:gd name="connsiteY21" fmla="*/ 28004 h 177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45384" h="177450">
                    <a:moveTo>
                      <a:pt x="28925" y="28099"/>
                    </a:moveTo>
                    <a:cubicBezTo>
                      <a:pt x="32730" y="23813"/>
                      <a:pt x="36727" y="20003"/>
                      <a:pt x="41008" y="16573"/>
                    </a:cubicBezTo>
                    <a:cubicBezTo>
                      <a:pt x="45290" y="13144"/>
                      <a:pt x="49762" y="10192"/>
                      <a:pt x="54519" y="7715"/>
                    </a:cubicBezTo>
                    <a:cubicBezTo>
                      <a:pt x="59277" y="5239"/>
                      <a:pt x="64319" y="3334"/>
                      <a:pt x="69647" y="2000"/>
                    </a:cubicBezTo>
                    <a:cubicBezTo>
                      <a:pt x="74976" y="667"/>
                      <a:pt x="80780" y="0"/>
                      <a:pt x="86964" y="0"/>
                    </a:cubicBezTo>
                    <a:cubicBezTo>
                      <a:pt x="96479" y="0"/>
                      <a:pt x="104947" y="1619"/>
                      <a:pt x="112178" y="4763"/>
                    </a:cubicBezTo>
                    <a:cubicBezTo>
                      <a:pt x="119504" y="7906"/>
                      <a:pt x="125594" y="12382"/>
                      <a:pt x="130446" y="18193"/>
                    </a:cubicBezTo>
                    <a:cubicBezTo>
                      <a:pt x="135299" y="24003"/>
                      <a:pt x="139010" y="30956"/>
                      <a:pt x="141578" y="39148"/>
                    </a:cubicBezTo>
                    <a:cubicBezTo>
                      <a:pt x="144052" y="47339"/>
                      <a:pt x="145384" y="56293"/>
                      <a:pt x="145384" y="66199"/>
                    </a:cubicBezTo>
                    <a:lnTo>
                      <a:pt x="145384" y="177451"/>
                    </a:lnTo>
                    <a:lnTo>
                      <a:pt x="114557" y="177451"/>
                    </a:lnTo>
                    <a:lnTo>
                      <a:pt x="114557" y="66199"/>
                    </a:lnTo>
                    <a:cubicBezTo>
                      <a:pt x="114557" y="52959"/>
                      <a:pt x="111512" y="42767"/>
                      <a:pt x="105518" y="35433"/>
                    </a:cubicBezTo>
                    <a:cubicBezTo>
                      <a:pt x="99524" y="28099"/>
                      <a:pt x="90295" y="24479"/>
                      <a:pt x="78020" y="24479"/>
                    </a:cubicBezTo>
                    <a:cubicBezTo>
                      <a:pt x="68981" y="24479"/>
                      <a:pt x="60514" y="26670"/>
                      <a:pt x="52616" y="31052"/>
                    </a:cubicBezTo>
                    <a:cubicBezTo>
                      <a:pt x="44719" y="35433"/>
                      <a:pt x="37488" y="41339"/>
                      <a:pt x="30828" y="48768"/>
                    </a:cubicBezTo>
                    <a:lnTo>
                      <a:pt x="30828" y="177355"/>
                    </a:lnTo>
                    <a:lnTo>
                      <a:pt x="0" y="177355"/>
                    </a:lnTo>
                    <a:lnTo>
                      <a:pt x="0" y="2667"/>
                    </a:lnTo>
                    <a:lnTo>
                      <a:pt x="18458" y="2667"/>
                    </a:lnTo>
                    <a:cubicBezTo>
                      <a:pt x="22835" y="2667"/>
                      <a:pt x="25499" y="4763"/>
                      <a:pt x="26546" y="9049"/>
                    </a:cubicBezTo>
                    <a:lnTo>
                      <a:pt x="28925" y="28004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9" name="Freeform 38">
                <a:extLst>
                  <a:ext uri="{FF2B5EF4-FFF2-40B4-BE49-F238E27FC236}">
                    <a16:creationId xmlns:a16="http://schemas.microsoft.com/office/drawing/2014/main" id="{624BAA0B-2BCB-6401-22A5-0DFD9F2AF1D5}"/>
                  </a:ext>
                </a:extLst>
              </p:cNvPr>
              <p:cNvSpPr/>
              <p:nvPr/>
            </p:nvSpPr>
            <p:spPr>
              <a:xfrm>
                <a:off x="12675712" y="6504940"/>
                <a:ext cx="124071" cy="180117"/>
              </a:xfrm>
              <a:custGeom>
                <a:avLst/>
                <a:gdLst>
                  <a:gd name="connsiteX0" fmla="*/ 114176 w 124071"/>
                  <a:gd name="connsiteY0" fmla="*/ 31528 h 180117"/>
                  <a:gd name="connsiteX1" fmla="*/ 107801 w 124071"/>
                  <a:gd name="connsiteY1" fmla="*/ 35338 h 180117"/>
                  <a:gd name="connsiteX2" fmla="*/ 101902 w 124071"/>
                  <a:gd name="connsiteY2" fmla="*/ 33433 h 180117"/>
                  <a:gd name="connsiteX3" fmla="*/ 93910 w 124071"/>
                  <a:gd name="connsiteY3" fmla="*/ 29242 h 180117"/>
                  <a:gd name="connsiteX4" fmla="*/ 82587 w 124071"/>
                  <a:gd name="connsiteY4" fmla="*/ 24955 h 180117"/>
                  <a:gd name="connsiteX5" fmla="*/ 67078 w 124071"/>
                  <a:gd name="connsiteY5" fmla="*/ 22955 h 180117"/>
                  <a:gd name="connsiteX6" fmla="*/ 53092 w 124071"/>
                  <a:gd name="connsiteY6" fmla="*/ 24955 h 180117"/>
                  <a:gd name="connsiteX7" fmla="*/ 42531 w 124071"/>
                  <a:gd name="connsiteY7" fmla="*/ 30385 h 180117"/>
                  <a:gd name="connsiteX8" fmla="*/ 35775 w 124071"/>
                  <a:gd name="connsiteY8" fmla="*/ 38386 h 180117"/>
                  <a:gd name="connsiteX9" fmla="*/ 33492 w 124071"/>
                  <a:gd name="connsiteY9" fmla="*/ 48292 h 180117"/>
                  <a:gd name="connsiteX10" fmla="*/ 37393 w 124071"/>
                  <a:gd name="connsiteY10" fmla="*/ 59531 h 180117"/>
                  <a:gd name="connsiteX11" fmla="*/ 47669 w 124071"/>
                  <a:gd name="connsiteY11" fmla="*/ 67246 h 180117"/>
                  <a:gd name="connsiteX12" fmla="*/ 62131 w 124071"/>
                  <a:gd name="connsiteY12" fmla="*/ 73057 h 180117"/>
                  <a:gd name="connsiteX13" fmla="*/ 78782 w 124071"/>
                  <a:gd name="connsiteY13" fmla="*/ 78391 h 180117"/>
                  <a:gd name="connsiteX14" fmla="*/ 95432 w 124071"/>
                  <a:gd name="connsiteY14" fmla="*/ 84677 h 180117"/>
                  <a:gd name="connsiteX15" fmla="*/ 109894 w 124071"/>
                  <a:gd name="connsiteY15" fmla="*/ 93250 h 180117"/>
                  <a:gd name="connsiteX16" fmla="*/ 120170 w 124071"/>
                  <a:gd name="connsiteY16" fmla="*/ 105918 h 180117"/>
                  <a:gd name="connsiteX17" fmla="*/ 124072 w 124071"/>
                  <a:gd name="connsiteY17" fmla="*/ 123920 h 180117"/>
                  <a:gd name="connsiteX18" fmla="*/ 119790 w 124071"/>
                  <a:gd name="connsiteY18" fmla="*/ 146209 h 180117"/>
                  <a:gd name="connsiteX19" fmla="*/ 107040 w 124071"/>
                  <a:gd name="connsiteY19" fmla="*/ 164021 h 180117"/>
                  <a:gd name="connsiteX20" fmla="*/ 86393 w 124071"/>
                  <a:gd name="connsiteY20" fmla="*/ 175832 h 180117"/>
                  <a:gd name="connsiteX21" fmla="*/ 58134 w 124071"/>
                  <a:gd name="connsiteY21" fmla="*/ 180118 h 180117"/>
                  <a:gd name="connsiteX22" fmla="*/ 25119 w 124071"/>
                  <a:gd name="connsiteY22" fmla="*/ 174212 h 180117"/>
                  <a:gd name="connsiteX23" fmla="*/ 0 w 124071"/>
                  <a:gd name="connsiteY23" fmla="*/ 158972 h 180117"/>
                  <a:gd name="connsiteX24" fmla="*/ 7231 w 124071"/>
                  <a:gd name="connsiteY24" fmla="*/ 147257 h 180117"/>
                  <a:gd name="connsiteX25" fmla="*/ 10466 w 124071"/>
                  <a:gd name="connsiteY25" fmla="*/ 143828 h 180117"/>
                  <a:gd name="connsiteX26" fmla="*/ 15318 w 124071"/>
                  <a:gd name="connsiteY26" fmla="*/ 142589 h 180117"/>
                  <a:gd name="connsiteX27" fmla="*/ 21884 w 124071"/>
                  <a:gd name="connsiteY27" fmla="*/ 144971 h 180117"/>
                  <a:gd name="connsiteX28" fmla="*/ 30257 w 124071"/>
                  <a:gd name="connsiteY28" fmla="*/ 150305 h 180117"/>
                  <a:gd name="connsiteX29" fmla="*/ 42245 w 124071"/>
                  <a:gd name="connsiteY29" fmla="*/ 155638 h 180117"/>
                  <a:gd name="connsiteX30" fmla="*/ 59848 w 124071"/>
                  <a:gd name="connsiteY30" fmla="*/ 158020 h 180117"/>
                  <a:gd name="connsiteX31" fmla="*/ 75546 w 124071"/>
                  <a:gd name="connsiteY31" fmla="*/ 155734 h 180117"/>
                  <a:gd name="connsiteX32" fmla="*/ 86774 w 124071"/>
                  <a:gd name="connsiteY32" fmla="*/ 149447 h 180117"/>
                  <a:gd name="connsiteX33" fmla="*/ 93434 w 124071"/>
                  <a:gd name="connsiteY33" fmla="*/ 140303 h 180117"/>
                  <a:gd name="connsiteX34" fmla="*/ 95622 w 124071"/>
                  <a:gd name="connsiteY34" fmla="*/ 129254 h 180117"/>
                  <a:gd name="connsiteX35" fmla="*/ 91721 w 124071"/>
                  <a:gd name="connsiteY35" fmla="*/ 117253 h 180117"/>
                  <a:gd name="connsiteX36" fmla="*/ 81445 w 124071"/>
                  <a:gd name="connsiteY36" fmla="*/ 109157 h 180117"/>
                  <a:gd name="connsiteX37" fmla="*/ 66888 w 124071"/>
                  <a:gd name="connsiteY37" fmla="*/ 103251 h 180117"/>
                  <a:gd name="connsiteX38" fmla="*/ 50142 w 124071"/>
                  <a:gd name="connsiteY38" fmla="*/ 98012 h 180117"/>
                  <a:gd name="connsiteX39" fmla="*/ 33397 w 124071"/>
                  <a:gd name="connsiteY39" fmla="*/ 91726 h 180117"/>
                  <a:gd name="connsiteX40" fmla="*/ 18839 w 124071"/>
                  <a:gd name="connsiteY40" fmla="*/ 82867 h 180117"/>
                  <a:gd name="connsiteX41" fmla="*/ 8563 w 124071"/>
                  <a:gd name="connsiteY41" fmla="*/ 69723 h 180117"/>
                  <a:gd name="connsiteX42" fmla="*/ 4662 w 124071"/>
                  <a:gd name="connsiteY42" fmla="*/ 50673 h 180117"/>
                  <a:gd name="connsiteX43" fmla="*/ 8753 w 124071"/>
                  <a:gd name="connsiteY43" fmla="*/ 31432 h 180117"/>
                  <a:gd name="connsiteX44" fmla="*/ 20837 w 124071"/>
                  <a:gd name="connsiteY44" fmla="*/ 15240 h 180117"/>
                  <a:gd name="connsiteX45" fmla="*/ 40342 w 124071"/>
                  <a:gd name="connsiteY45" fmla="*/ 4096 h 180117"/>
                  <a:gd name="connsiteX46" fmla="*/ 66698 w 124071"/>
                  <a:gd name="connsiteY46" fmla="*/ 0 h 180117"/>
                  <a:gd name="connsiteX47" fmla="*/ 97620 w 124071"/>
                  <a:gd name="connsiteY47" fmla="*/ 5429 h 180117"/>
                  <a:gd name="connsiteX48" fmla="*/ 121312 w 124071"/>
                  <a:gd name="connsiteY48" fmla="*/ 20288 h 180117"/>
                  <a:gd name="connsiteX49" fmla="*/ 114462 w 124071"/>
                  <a:gd name="connsiteY49" fmla="*/ 31528 h 1801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</a:cxnLst>
                <a:rect l="l" t="t" r="r" b="b"/>
                <a:pathLst>
                  <a:path w="124071" h="180117">
                    <a:moveTo>
                      <a:pt x="114176" y="31528"/>
                    </a:moveTo>
                    <a:cubicBezTo>
                      <a:pt x="112749" y="34100"/>
                      <a:pt x="110656" y="35338"/>
                      <a:pt x="107801" y="35338"/>
                    </a:cubicBezTo>
                    <a:cubicBezTo>
                      <a:pt x="106089" y="35338"/>
                      <a:pt x="104090" y="34671"/>
                      <a:pt x="101902" y="33433"/>
                    </a:cubicBezTo>
                    <a:cubicBezTo>
                      <a:pt x="99714" y="32194"/>
                      <a:pt x="97050" y="30766"/>
                      <a:pt x="93910" y="29242"/>
                    </a:cubicBezTo>
                    <a:cubicBezTo>
                      <a:pt x="90770" y="27718"/>
                      <a:pt x="86964" y="26289"/>
                      <a:pt x="82587" y="24955"/>
                    </a:cubicBezTo>
                    <a:cubicBezTo>
                      <a:pt x="78211" y="23622"/>
                      <a:pt x="73073" y="22955"/>
                      <a:pt x="67078" y="22955"/>
                    </a:cubicBezTo>
                    <a:cubicBezTo>
                      <a:pt x="61941" y="22955"/>
                      <a:pt x="57278" y="23622"/>
                      <a:pt x="53092" y="24955"/>
                    </a:cubicBezTo>
                    <a:cubicBezTo>
                      <a:pt x="49001" y="26289"/>
                      <a:pt x="45480" y="28099"/>
                      <a:pt x="42531" y="30385"/>
                    </a:cubicBezTo>
                    <a:cubicBezTo>
                      <a:pt x="39581" y="32671"/>
                      <a:pt x="37393" y="35338"/>
                      <a:pt x="35775" y="38386"/>
                    </a:cubicBezTo>
                    <a:cubicBezTo>
                      <a:pt x="34158" y="41434"/>
                      <a:pt x="33492" y="44767"/>
                      <a:pt x="33492" y="48292"/>
                    </a:cubicBezTo>
                    <a:cubicBezTo>
                      <a:pt x="33492" y="52768"/>
                      <a:pt x="34824" y="56483"/>
                      <a:pt x="37393" y="59531"/>
                    </a:cubicBezTo>
                    <a:cubicBezTo>
                      <a:pt x="39962" y="62579"/>
                      <a:pt x="43387" y="65151"/>
                      <a:pt x="47669" y="67246"/>
                    </a:cubicBezTo>
                    <a:cubicBezTo>
                      <a:pt x="51950" y="69342"/>
                      <a:pt x="56708" y="71342"/>
                      <a:pt x="62131" y="73057"/>
                    </a:cubicBezTo>
                    <a:cubicBezTo>
                      <a:pt x="67554" y="74771"/>
                      <a:pt x="73073" y="76486"/>
                      <a:pt x="78782" y="78391"/>
                    </a:cubicBezTo>
                    <a:cubicBezTo>
                      <a:pt x="84490" y="80296"/>
                      <a:pt x="90009" y="82391"/>
                      <a:pt x="95432" y="84677"/>
                    </a:cubicBezTo>
                    <a:cubicBezTo>
                      <a:pt x="100856" y="86963"/>
                      <a:pt x="105613" y="89821"/>
                      <a:pt x="109894" y="93250"/>
                    </a:cubicBezTo>
                    <a:cubicBezTo>
                      <a:pt x="114176" y="96679"/>
                      <a:pt x="117601" y="100965"/>
                      <a:pt x="120170" y="105918"/>
                    </a:cubicBezTo>
                    <a:cubicBezTo>
                      <a:pt x="122739" y="110966"/>
                      <a:pt x="124072" y="116967"/>
                      <a:pt x="124072" y="123920"/>
                    </a:cubicBezTo>
                    <a:cubicBezTo>
                      <a:pt x="124072" y="131921"/>
                      <a:pt x="122644" y="139446"/>
                      <a:pt x="119790" y="146209"/>
                    </a:cubicBezTo>
                    <a:cubicBezTo>
                      <a:pt x="116936" y="153067"/>
                      <a:pt x="112654" y="158972"/>
                      <a:pt x="107040" y="164021"/>
                    </a:cubicBezTo>
                    <a:cubicBezTo>
                      <a:pt x="101427" y="168974"/>
                      <a:pt x="94480" y="172974"/>
                      <a:pt x="86393" y="175832"/>
                    </a:cubicBezTo>
                    <a:cubicBezTo>
                      <a:pt x="78211" y="178689"/>
                      <a:pt x="68791" y="180118"/>
                      <a:pt x="58134" y="180118"/>
                    </a:cubicBezTo>
                    <a:cubicBezTo>
                      <a:pt x="45956" y="180118"/>
                      <a:pt x="34919" y="178117"/>
                      <a:pt x="25119" y="174212"/>
                    </a:cubicBezTo>
                    <a:cubicBezTo>
                      <a:pt x="15224" y="170212"/>
                      <a:pt x="6851" y="165163"/>
                      <a:pt x="0" y="158972"/>
                    </a:cubicBezTo>
                    <a:lnTo>
                      <a:pt x="7231" y="147257"/>
                    </a:lnTo>
                    <a:cubicBezTo>
                      <a:pt x="8182" y="145733"/>
                      <a:pt x="9230" y="144589"/>
                      <a:pt x="10466" y="143828"/>
                    </a:cubicBezTo>
                    <a:cubicBezTo>
                      <a:pt x="11703" y="142970"/>
                      <a:pt x="13321" y="142589"/>
                      <a:pt x="15318" y="142589"/>
                    </a:cubicBezTo>
                    <a:cubicBezTo>
                      <a:pt x="17412" y="142589"/>
                      <a:pt x="19600" y="143351"/>
                      <a:pt x="21884" y="144971"/>
                    </a:cubicBezTo>
                    <a:cubicBezTo>
                      <a:pt x="24168" y="146590"/>
                      <a:pt x="26927" y="148400"/>
                      <a:pt x="30257" y="150305"/>
                    </a:cubicBezTo>
                    <a:cubicBezTo>
                      <a:pt x="33492" y="152305"/>
                      <a:pt x="37488" y="154019"/>
                      <a:pt x="42245" y="155638"/>
                    </a:cubicBezTo>
                    <a:cubicBezTo>
                      <a:pt x="46907" y="157258"/>
                      <a:pt x="52806" y="158020"/>
                      <a:pt x="59848" y="158020"/>
                    </a:cubicBezTo>
                    <a:cubicBezTo>
                      <a:pt x="65841" y="158020"/>
                      <a:pt x="71075" y="157258"/>
                      <a:pt x="75546" y="155734"/>
                    </a:cubicBezTo>
                    <a:cubicBezTo>
                      <a:pt x="80019" y="154210"/>
                      <a:pt x="83729" y="152114"/>
                      <a:pt x="86774" y="149447"/>
                    </a:cubicBezTo>
                    <a:cubicBezTo>
                      <a:pt x="89723" y="146780"/>
                      <a:pt x="92007" y="143732"/>
                      <a:pt x="93434" y="140303"/>
                    </a:cubicBezTo>
                    <a:cubicBezTo>
                      <a:pt x="94861" y="136874"/>
                      <a:pt x="95622" y="133160"/>
                      <a:pt x="95622" y="129254"/>
                    </a:cubicBezTo>
                    <a:cubicBezTo>
                      <a:pt x="95622" y="124396"/>
                      <a:pt x="94291" y="120396"/>
                      <a:pt x="91721" y="117253"/>
                    </a:cubicBezTo>
                    <a:cubicBezTo>
                      <a:pt x="89152" y="114110"/>
                      <a:pt x="85727" y="111347"/>
                      <a:pt x="81445" y="109157"/>
                    </a:cubicBezTo>
                    <a:cubicBezTo>
                      <a:pt x="77164" y="106870"/>
                      <a:pt x="72312" y="104965"/>
                      <a:pt x="66888" y="103251"/>
                    </a:cubicBezTo>
                    <a:cubicBezTo>
                      <a:pt x="61465" y="101632"/>
                      <a:pt x="55851" y="99822"/>
                      <a:pt x="50142" y="98012"/>
                    </a:cubicBezTo>
                    <a:cubicBezTo>
                      <a:pt x="44433" y="96203"/>
                      <a:pt x="38915" y="94107"/>
                      <a:pt x="33397" y="91726"/>
                    </a:cubicBezTo>
                    <a:cubicBezTo>
                      <a:pt x="27973" y="89344"/>
                      <a:pt x="23121" y="86392"/>
                      <a:pt x="18839" y="82867"/>
                    </a:cubicBezTo>
                    <a:cubicBezTo>
                      <a:pt x="14558" y="79343"/>
                      <a:pt x="11132" y="74962"/>
                      <a:pt x="8563" y="69723"/>
                    </a:cubicBezTo>
                    <a:cubicBezTo>
                      <a:pt x="5994" y="64484"/>
                      <a:pt x="4662" y="58198"/>
                      <a:pt x="4662" y="50673"/>
                    </a:cubicBezTo>
                    <a:cubicBezTo>
                      <a:pt x="4662" y="44006"/>
                      <a:pt x="6090" y="37624"/>
                      <a:pt x="8753" y="31432"/>
                    </a:cubicBezTo>
                    <a:cubicBezTo>
                      <a:pt x="11513" y="25336"/>
                      <a:pt x="15509" y="19907"/>
                      <a:pt x="20837" y="15240"/>
                    </a:cubicBezTo>
                    <a:cubicBezTo>
                      <a:pt x="26165" y="10573"/>
                      <a:pt x="32635" y="6858"/>
                      <a:pt x="40342" y="4096"/>
                    </a:cubicBezTo>
                    <a:cubicBezTo>
                      <a:pt x="48049" y="1333"/>
                      <a:pt x="56803" y="0"/>
                      <a:pt x="66698" y="0"/>
                    </a:cubicBezTo>
                    <a:cubicBezTo>
                      <a:pt x="78211" y="0"/>
                      <a:pt x="88486" y="1810"/>
                      <a:pt x="97620" y="5429"/>
                    </a:cubicBezTo>
                    <a:cubicBezTo>
                      <a:pt x="106755" y="9049"/>
                      <a:pt x="114652" y="14002"/>
                      <a:pt x="121312" y="20288"/>
                    </a:cubicBezTo>
                    <a:lnTo>
                      <a:pt x="114462" y="31528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BA685050-BD91-BFA6-1061-B5EA0BAA1653}"/>
                </a:ext>
              </a:extLst>
            </p:cNvPr>
            <p:cNvSpPr/>
            <p:nvPr/>
          </p:nvSpPr>
          <p:spPr>
            <a:xfrm>
              <a:off x="6956927" y="6242050"/>
              <a:ext cx="411889" cy="575214"/>
            </a:xfrm>
            <a:custGeom>
              <a:avLst/>
              <a:gdLst>
                <a:gd name="connsiteX0" fmla="*/ 323213 w 411889"/>
                <a:gd name="connsiteY0" fmla="*/ 178880 h 575214"/>
                <a:gd name="connsiteX1" fmla="*/ 177353 w 411889"/>
                <a:gd name="connsiteY1" fmla="*/ 0 h 575214"/>
                <a:gd name="connsiteX2" fmla="*/ 0 w 411889"/>
                <a:gd name="connsiteY2" fmla="*/ 0 h 575214"/>
                <a:gd name="connsiteX3" fmla="*/ 234536 w 411889"/>
                <a:gd name="connsiteY3" fmla="*/ 287655 h 575214"/>
                <a:gd name="connsiteX4" fmla="*/ 0 w 411889"/>
                <a:gd name="connsiteY4" fmla="*/ 575215 h 575214"/>
                <a:gd name="connsiteX5" fmla="*/ 177353 w 411889"/>
                <a:gd name="connsiteY5" fmla="*/ 575215 h 575214"/>
                <a:gd name="connsiteX6" fmla="*/ 323213 w 411889"/>
                <a:gd name="connsiteY6" fmla="*/ 396335 h 575214"/>
                <a:gd name="connsiteX7" fmla="*/ 411890 w 411889"/>
                <a:gd name="connsiteY7" fmla="*/ 287655 h 575214"/>
                <a:gd name="connsiteX8" fmla="*/ 323213 w 411889"/>
                <a:gd name="connsiteY8" fmla="*/ 178880 h 5752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11889" h="575214">
                  <a:moveTo>
                    <a:pt x="323213" y="178880"/>
                  </a:moveTo>
                  <a:lnTo>
                    <a:pt x="177353" y="0"/>
                  </a:lnTo>
                  <a:lnTo>
                    <a:pt x="0" y="0"/>
                  </a:lnTo>
                  <a:lnTo>
                    <a:pt x="234536" y="287655"/>
                  </a:lnTo>
                  <a:lnTo>
                    <a:pt x="0" y="575215"/>
                  </a:lnTo>
                  <a:lnTo>
                    <a:pt x="177353" y="575215"/>
                  </a:lnTo>
                  <a:lnTo>
                    <a:pt x="323213" y="396335"/>
                  </a:lnTo>
                  <a:lnTo>
                    <a:pt x="411890" y="287655"/>
                  </a:lnTo>
                  <a:lnTo>
                    <a:pt x="323213" y="178880"/>
                  </a:lnTo>
                  <a:close/>
                </a:path>
              </a:pathLst>
            </a:custGeom>
            <a:solidFill>
              <a:schemeClr val="accent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658250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1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Last_Slide_Gree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A1B90ABD-CE1F-DD72-9E03-8D9B1FDC301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218983" y="3785184"/>
            <a:ext cx="3542843" cy="346559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DAFA7496-2DAB-34C2-6A76-8D1C7A877EB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74484" y="2289209"/>
            <a:ext cx="4254801" cy="1791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009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Last_Slide_Whit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DAFA7496-2DAB-34C2-6A76-8D1C7A877EB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74484" y="2289209"/>
            <a:ext cx="4254801" cy="1791771"/>
          </a:xfrm>
          <a:prstGeom prst="rect">
            <a:avLst/>
          </a:prstGeom>
        </p:spPr>
      </p:pic>
      <p:grpSp>
        <p:nvGrpSpPr>
          <p:cNvPr id="2" name="Graphic 5">
            <a:extLst>
              <a:ext uri="{FF2B5EF4-FFF2-40B4-BE49-F238E27FC236}">
                <a16:creationId xmlns:a16="http://schemas.microsoft.com/office/drawing/2014/main" id="{13724E42-3CF3-D84F-1854-1B32445F81AC}"/>
              </a:ext>
            </a:extLst>
          </p:cNvPr>
          <p:cNvGrpSpPr/>
          <p:nvPr userDrawn="1"/>
        </p:nvGrpSpPr>
        <p:grpSpPr>
          <a:xfrm>
            <a:off x="4218984" y="3785184"/>
            <a:ext cx="3543361" cy="348811"/>
            <a:chOff x="6956927" y="6242050"/>
            <a:chExt cx="5842856" cy="575214"/>
          </a:xfrm>
          <a:solidFill>
            <a:schemeClr val="tx1"/>
          </a:solidFill>
        </p:grpSpPr>
        <p:grpSp>
          <p:nvGrpSpPr>
            <p:cNvPr id="4" name="Graphic 5">
              <a:extLst>
                <a:ext uri="{FF2B5EF4-FFF2-40B4-BE49-F238E27FC236}">
                  <a16:creationId xmlns:a16="http://schemas.microsoft.com/office/drawing/2014/main" id="{F6D96105-8764-C75E-B69A-9C95E6B2734C}"/>
                </a:ext>
              </a:extLst>
            </p:cNvPr>
            <p:cNvGrpSpPr/>
            <p:nvPr/>
          </p:nvGrpSpPr>
          <p:grpSpPr>
            <a:xfrm>
              <a:off x="7688223" y="6418643"/>
              <a:ext cx="5111559" cy="326516"/>
              <a:chOff x="7688223" y="6418643"/>
              <a:chExt cx="5111559" cy="326516"/>
            </a:xfrm>
            <a:grpFill/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350BD4EF-C1A0-1277-7C02-87CBC90A05AB}"/>
                  </a:ext>
                </a:extLst>
              </p:cNvPr>
              <p:cNvSpPr/>
              <p:nvPr/>
            </p:nvSpPr>
            <p:spPr>
              <a:xfrm>
                <a:off x="7688223" y="6435217"/>
                <a:ext cx="164698" cy="247078"/>
              </a:xfrm>
              <a:custGeom>
                <a:avLst/>
                <a:gdLst>
                  <a:gd name="connsiteX0" fmla="*/ 72787 w 164698"/>
                  <a:gd name="connsiteY0" fmla="*/ 0 h 247078"/>
                  <a:gd name="connsiteX1" fmla="*/ 113510 w 164698"/>
                  <a:gd name="connsiteY1" fmla="*/ 5429 h 247078"/>
                  <a:gd name="connsiteX2" fmla="*/ 142149 w 164698"/>
                  <a:gd name="connsiteY2" fmla="*/ 20860 h 247078"/>
                  <a:gd name="connsiteX3" fmla="*/ 159085 w 164698"/>
                  <a:gd name="connsiteY3" fmla="*/ 45053 h 247078"/>
                  <a:gd name="connsiteX4" fmla="*/ 164699 w 164698"/>
                  <a:gd name="connsiteY4" fmla="*/ 76581 h 247078"/>
                  <a:gd name="connsiteX5" fmla="*/ 158705 w 164698"/>
                  <a:gd name="connsiteY5" fmla="*/ 108109 h 247078"/>
                  <a:gd name="connsiteX6" fmla="*/ 141007 w 164698"/>
                  <a:gd name="connsiteY6" fmla="*/ 132779 h 247078"/>
                  <a:gd name="connsiteX7" fmla="*/ 112273 w 164698"/>
                  <a:gd name="connsiteY7" fmla="*/ 148876 h 247078"/>
                  <a:gd name="connsiteX8" fmla="*/ 72787 w 164698"/>
                  <a:gd name="connsiteY8" fmla="*/ 154686 h 247078"/>
                  <a:gd name="connsiteX9" fmla="*/ 33206 w 164698"/>
                  <a:gd name="connsiteY9" fmla="*/ 154686 h 247078"/>
                  <a:gd name="connsiteX10" fmla="*/ 33206 w 164698"/>
                  <a:gd name="connsiteY10" fmla="*/ 247079 h 247078"/>
                  <a:gd name="connsiteX11" fmla="*/ 0 w 164698"/>
                  <a:gd name="connsiteY11" fmla="*/ 247079 h 247078"/>
                  <a:gd name="connsiteX12" fmla="*/ 0 w 164698"/>
                  <a:gd name="connsiteY12" fmla="*/ 0 h 247078"/>
                  <a:gd name="connsiteX13" fmla="*/ 72882 w 164698"/>
                  <a:gd name="connsiteY13" fmla="*/ 0 h 247078"/>
                  <a:gd name="connsiteX14" fmla="*/ 72787 w 164698"/>
                  <a:gd name="connsiteY14" fmla="*/ 128111 h 247078"/>
                  <a:gd name="connsiteX15" fmla="*/ 98001 w 164698"/>
                  <a:gd name="connsiteY15" fmla="*/ 124301 h 247078"/>
                  <a:gd name="connsiteX16" fmla="*/ 116459 w 164698"/>
                  <a:gd name="connsiteY16" fmla="*/ 113729 h 247078"/>
                  <a:gd name="connsiteX17" fmla="*/ 127782 w 164698"/>
                  <a:gd name="connsiteY17" fmla="*/ 97441 h 247078"/>
                  <a:gd name="connsiteX18" fmla="*/ 131588 w 164698"/>
                  <a:gd name="connsiteY18" fmla="*/ 76581 h 247078"/>
                  <a:gd name="connsiteX19" fmla="*/ 117030 w 164698"/>
                  <a:gd name="connsiteY19" fmla="*/ 39719 h 247078"/>
                  <a:gd name="connsiteX20" fmla="*/ 72882 w 164698"/>
                  <a:gd name="connsiteY20" fmla="*/ 26479 h 247078"/>
                  <a:gd name="connsiteX21" fmla="*/ 33301 w 164698"/>
                  <a:gd name="connsiteY21" fmla="*/ 26479 h 247078"/>
                  <a:gd name="connsiteX22" fmla="*/ 33301 w 164698"/>
                  <a:gd name="connsiteY22" fmla="*/ 128207 h 247078"/>
                  <a:gd name="connsiteX23" fmla="*/ 72882 w 164698"/>
                  <a:gd name="connsiteY23" fmla="*/ 128207 h 2470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64698" h="247078">
                    <a:moveTo>
                      <a:pt x="72787" y="0"/>
                    </a:moveTo>
                    <a:cubicBezTo>
                      <a:pt x="88391" y="0"/>
                      <a:pt x="101997" y="1810"/>
                      <a:pt x="113510" y="5429"/>
                    </a:cubicBezTo>
                    <a:cubicBezTo>
                      <a:pt x="125023" y="9049"/>
                      <a:pt x="134632" y="14192"/>
                      <a:pt x="142149" y="20860"/>
                    </a:cubicBezTo>
                    <a:cubicBezTo>
                      <a:pt x="149761" y="27527"/>
                      <a:pt x="155374" y="35528"/>
                      <a:pt x="159085" y="45053"/>
                    </a:cubicBezTo>
                    <a:cubicBezTo>
                      <a:pt x="162796" y="54483"/>
                      <a:pt x="164699" y="64960"/>
                      <a:pt x="164699" y="76581"/>
                    </a:cubicBezTo>
                    <a:cubicBezTo>
                      <a:pt x="164699" y="88202"/>
                      <a:pt x="162701" y="98584"/>
                      <a:pt x="158705" y="108109"/>
                    </a:cubicBezTo>
                    <a:cubicBezTo>
                      <a:pt x="154708" y="117634"/>
                      <a:pt x="148809" y="125920"/>
                      <a:pt x="141007" y="132779"/>
                    </a:cubicBezTo>
                    <a:cubicBezTo>
                      <a:pt x="133300" y="139636"/>
                      <a:pt x="123691" y="145066"/>
                      <a:pt x="112273" y="148876"/>
                    </a:cubicBezTo>
                    <a:cubicBezTo>
                      <a:pt x="100855" y="152686"/>
                      <a:pt x="87725" y="154686"/>
                      <a:pt x="72787" y="154686"/>
                    </a:cubicBezTo>
                    <a:lnTo>
                      <a:pt x="33206" y="154686"/>
                    </a:lnTo>
                    <a:lnTo>
                      <a:pt x="33206" y="247079"/>
                    </a:lnTo>
                    <a:lnTo>
                      <a:pt x="0" y="247079"/>
                    </a:lnTo>
                    <a:lnTo>
                      <a:pt x="0" y="0"/>
                    </a:lnTo>
                    <a:lnTo>
                      <a:pt x="72882" y="0"/>
                    </a:lnTo>
                    <a:close/>
                    <a:moveTo>
                      <a:pt x="72787" y="128111"/>
                    </a:moveTo>
                    <a:cubicBezTo>
                      <a:pt x="82302" y="128111"/>
                      <a:pt x="90675" y="126873"/>
                      <a:pt x="98001" y="124301"/>
                    </a:cubicBezTo>
                    <a:cubicBezTo>
                      <a:pt x="105327" y="121730"/>
                      <a:pt x="111417" y="118205"/>
                      <a:pt x="116459" y="113729"/>
                    </a:cubicBezTo>
                    <a:cubicBezTo>
                      <a:pt x="121502" y="109156"/>
                      <a:pt x="125213" y="103727"/>
                      <a:pt x="127782" y="97441"/>
                    </a:cubicBezTo>
                    <a:cubicBezTo>
                      <a:pt x="130351" y="91154"/>
                      <a:pt x="131588" y="84201"/>
                      <a:pt x="131588" y="76581"/>
                    </a:cubicBezTo>
                    <a:cubicBezTo>
                      <a:pt x="131588" y="60865"/>
                      <a:pt x="126735" y="48577"/>
                      <a:pt x="117030" y="39719"/>
                    </a:cubicBezTo>
                    <a:cubicBezTo>
                      <a:pt x="107325" y="30861"/>
                      <a:pt x="92578" y="26479"/>
                      <a:pt x="72882" y="26479"/>
                    </a:cubicBezTo>
                    <a:lnTo>
                      <a:pt x="33301" y="26479"/>
                    </a:lnTo>
                    <a:lnTo>
                      <a:pt x="33301" y="128207"/>
                    </a:lnTo>
                    <a:lnTo>
                      <a:pt x="72882" y="128207"/>
                    </a:lnTo>
                    <a:close/>
                  </a:path>
                </a:pathLst>
              </a:custGeom>
              <a:solidFill>
                <a:schemeClr val="bg1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910F2027-F5B0-63C7-FA22-80C953809050}"/>
                  </a:ext>
                </a:extLst>
              </p:cNvPr>
              <p:cNvSpPr/>
              <p:nvPr/>
            </p:nvSpPr>
            <p:spPr>
              <a:xfrm>
                <a:off x="7865196" y="6504844"/>
                <a:ext cx="166506" cy="179832"/>
              </a:xfrm>
              <a:custGeom>
                <a:avLst/>
                <a:gdLst>
                  <a:gd name="connsiteX0" fmla="*/ 83444 w 166506"/>
                  <a:gd name="connsiteY0" fmla="*/ 0 h 179832"/>
                  <a:gd name="connsiteX1" fmla="*/ 117887 w 166506"/>
                  <a:gd name="connsiteY1" fmla="*/ 6382 h 179832"/>
                  <a:gd name="connsiteX2" fmla="*/ 144052 w 166506"/>
                  <a:gd name="connsiteY2" fmla="*/ 24479 h 179832"/>
                  <a:gd name="connsiteX3" fmla="*/ 160703 w 166506"/>
                  <a:gd name="connsiteY3" fmla="*/ 52864 h 179832"/>
                  <a:gd name="connsiteX4" fmla="*/ 166507 w 166506"/>
                  <a:gd name="connsiteY4" fmla="*/ 90011 h 179832"/>
                  <a:gd name="connsiteX5" fmla="*/ 160703 w 166506"/>
                  <a:gd name="connsiteY5" fmla="*/ 127254 h 179832"/>
                  <a:gd name="connsiteX6" fmla="*/ 144052 w 166506"/>
                  <a:gd name="connsiteY6" fmla="*/ 155543 h 179832"/>
                  <a:gd name="connsiteX7" fmla="*/ 117887 w 166506"/>
                  <a:gd name="connsiteY7" fmla="*/ 173546 h 179832"/>
                  <a:gd name="connsiteX8" fmla="*/ 83444 w 166506"/>
                  <a:gd name="connsiteY8" fmla="*/ 179832 h 179832"/>
                  <a:gd name="connsiteX9" fmla="*/ 48715 w 166506"/>
                  <a:gd name="connsiteY9" fmla="*/ 173546 h 179832"/>
                  <a:gd name="connsiteX10" fmla="*/ 22455 w 166506"/>
                  <a:gd name="connsiteY10" fmla="*/ 155543 h 179832"/>
                  <a:gd name="connsiteX11" fmla="*/ 5804 w 166506"/>
                  <a:gd name="connsiteY11" fmla="*/ 127254 h 179832"/>
                  <a:gd name="connsiteX12" fmla="*/ 0 w 166506"/>
                  <a:gd name="connsiteY12" fmla="*/ 90011 h 179832"/>
                  <a:gd name="connsiteX13" fmla="*/ 5804 w 166506"/>
                  <a:gd name="connsiteY13" fmla="*/ 52864 h 179832"/>
                  <a:gd name="connsiteX14" fmla="*/ 22455 w 166506"/>
                  <a:gd name="connsiteY14" fmla="*/ 24479 h 179832"/>
                  <a:gd name="connsiteX15" fmla="*/ 48715 w 166506"/>
                  <a:gd name="connsiteY15" fmla="*/ 6382 h 179832"/>
                  <a:gd name="connsiteX16" fmla="*/ 83444 w 166506"/>
                  <a:gd name="connsiteY16" fmla="*/ 0 h 179832"/>
                  <a:gd name="connsiteX17" fmla="*/ 83444 w 166506"/>
                  <a:gd name="connsiteY17" fmla="*/ 155829 h 179832"/>
                  <a:gd name="connsiteX18" fmla="*/ 121978 w 166506"/>
                  <a:gd name="connsiteY18" fmla="*/ 138494 h 179832"/>
                  <a:gd name="connsiteX19" fmla="*/ 134728 w 166506"/>
                  <a:gd name="connsiteY19" fmla="*/ 90106 h 179832"/>
                  <a:gd name="connsiteX20" fmla="*/ 121978 w 166506"/>
                  <a:gd name="connsiteY20" fmla="*/ 41434 h 179832"/>
                  <a:gd name="connsiteX21" fmla="*/ 83444 w 166506"/>
                  <a:gd name="connsiteY21" fmla="*/ 24003 h 179832"/>
                  <a:gd name="connsiteX22" fmla="*/ 60608 w 166506"/>
                  <a:gd name="connsiteY22" fmla="*/ 28480 h 179832"/>
                  <a:gd name="connsiteX23" fmla="*/ 44433 w 166506"/>
                  <a:gd name="connsiteY23" fmla="*/ 41434 h 179832"/>
                  <a:gd name="connsiteX24" fmla="*/ 34824 w 166506"/>
                  <a:gd name="connsiteY24" fmla="*/ 62198 h 179832"/>
                  <a:gd name="connsiteX25" fmla="*/ 31684 w 166506"/>
                  <a:gd name="connsiteY25" fmla="*/ 90011 h 179832"/>
                  <a:gd name="connsiteX26" fmla="*/ 44529 w 166506"/>
                  <a:gd name="connsiteY26" fmla="*/ 138398 h 179832"/>
                  <a:gd name="connsiteX27" fmla="*/ 83539 w 166506"/>
                  <a:gd name="connsiteY27" fmla="*/ 155734 h 1798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166506" h="179832">
                    <a:moveTo>
                      <a:pt x="83444" y="0"/>
                    </a:moveTo>
                    <a:cubicBezTo>
                      <a:pt x="96193" y="0"/>
                      <a:pt x="107706" y="2095"/>
                      <a:pt x="117887" y="6382"/>
                    </a:cubicBezTo>
                    <a:cubicBezTo>
                      <a:pt x="128067" y="10668"/>
                      <a:pt x="136821" y="16669"/>
                      <a:pt x="144052" y="24479"/>
                    </a:cubicBezTo>
                    <a:cubicBezTo>
                      <a:pt x="151283" y="32290"/>
                      <a:pt x="156802" y="41719"/>
                      <a:pt x="160703" y="52864"/>
                    </a:cubicBezTo>
                    <a:cubicBezTo>
                      <a:pt x="164604" y="64008"/>
                      <a:pt x="166507" y="76295"/>
                      <a:pt x="166507" y="90011"/>
                    </a:cubicBezTo>
                    <a:cubicBezTo>
                      <a:pt x="166507" y="103727"/>
                      <a:pt x="164604" y="116205"/>
                      <a:pt x="160703" y="127254"/>
                    </a:cubicBezTo>
                    <a:cubicBezTo>
                      <a:pt x="156802" y="138303"/>
                      <a:pt x="151283" y="147733"/>
                      <a:pt x="144052" y="155543"/>
                    </a:cubicBezTo>
                    <a:cubicBezTo>
                      <a:pt x="136821" y="163354"/>
                      <a:pt x="128067" y="169354"/>
                      <a:pt x="117887" y="173546"/>
                    </a:cubicBezTo>
                    <a:cubicBezTo>
                      <a:pt x="107706" y="177737"/>
                      <a:pt x="96193" y="179832"/>
                      <a:pt x="83444" y="179832"/>
                    </a:cubicBezTo>
                    <a:cubicBezTo>
                      <a:pt x="70694" y="179832"/>
                      <a:pt x="58991" y="177737"/>
                      <a:pt x="48715" y="173546"/>
                    </a:cubicBezTo>
                    <a:cubicBezTo>
                      <a:pt x="38439" y="169354"/>
                      <a:pt x="29686" y="163354"/>
                      <a:pt x="22455" y="155543"/>
                    </a:cubicBezTo>
                    <a:cubicBezTo>
                      <a:pt x="15223" y="147733"/>
                      <a:pt x="9705" y="138303"/>
                      <a:pt x="5804" y="127254"/>
                    </a:cubicBezTo>
                    <a:cubicBezTo>
                      <a:pt x="1903" y="116205"/>
                      <a:pt x="0" y="103823"/>
                      <a:pt x="0" y="90011"/>
                    </a:cubicBezTo>
                    <a:cubicBezTo>
                      <a:pt x="0" y="76200"/>
                      <a:pt x="1903" y="63913"/>
                      <a:pt x="5804" y="52864"/>
                    </a:cubicBezTo>
                    <a:cubicBezTo>
                      <a:pt x="9705" y="41815"/>
                      <a:pt x="15223" y="32290"/>
                      <a:pt x="22455" y="24479"/>
                    </a:cubicBezTo>
                    <a:cubicBezTo>
                      <a:pt x="29686" y="16669"/>
                      <a:pt x="38439" y="10573"/>
                      <a:pt x="48715" y="6382"/>
                    </a:cubicBezTo>
                    <a:cubicBezTo>
                      <a:pt x="58991" y="2095"/>
                      <a:pt x="70599" y="0"/>
                      <a:pt x="83444" y="0"/>
                    </a:cubicBezTo>
                    <a:close/>
                    <a:moveTo>
                      <a:pt x="83444" y="155829"/>
                    </a:moveTo>
                    <a:cubicBezTo>
                      <a:pt x="100665" y="155829"/>
                      <a:pt x="113510" y="150019"/>
                      <a:pt x="121978" y="138494"/>
                    </a:cubicBezTo>
                    <a:cubicBezTo>
                      <a:pt x="130446" y="126968"/>
                      <a:pt x="134728" y="110871"/>
                      <a:pt x="134728" y="90106"/>
                    </a:cubicBezTo>
                    <a:cubicBezTo>
                      <a:pt x="134728" y="69342"/>
                      <a:pt x="130446" y="53054"/>
                      <a:pt x="121978" y="41434"/>
                    </a:cubicBezTo>
                    <a:cubicBezTo>
                      <a:pt x="113510" y="29813"/>
                      <a:pt x="100665" y="24003"/>
                      <a:pt x="83444" y="24003"/>
                    </a:cubicBezTo>
                    <a:cubicBezTo>
                      <a:pt x="74690" y="24003"/>
                      <a:pt x="67078" y="25527"/>
                      <a:pt x="60608" y="28480"/>
                    </a:cubicBezTo>
                    <a:cubicBezTo>
                      <a:pt x="54138" y="31432"/>
                      <a:pt x="48715" y="35814"/>
                      <a:pt x="44433" y="41434"/>
                    </a:cubicBezTo>
                    <a:cubicBezTo>
                      <a:pt x="40152" y="47053"/>
                      <a:pt x="36917" y="54007"/>
                      <a:pt x="34824" y="62198"/>
                    </a:cubicBezTo>
                    <a:cubicBezTo>
                      <a:pt x="32730" y="70390"/>
                      <a:pt x="31684" y="79724"/>
                      <a:pt x="31684" y="90011"/>
                    </a:cubicBezTo>
                    <a:cubicBezTo>
                      <a:pt x="31684" y="110680"/>
                      <a:pt x="35965" y="126778"/>
                      <a:pt x="44529" y="138398"/>
                    </a:cubicBezTo>
                    <a:cubicBezTo>
                      <a:pt x="53092" y="149924"/>
                      <a:pt x="66127" y="155734"/>
                      <a:pt x="83539" y="155734"/>
                    </a:cubicBezTo>
                    <a:close/>
                  </a:path>
                </a:pathLst>
              </a:custGeom>
              <a:solidFill>
                <a:schemeClr val="bg1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9" name="Freeform 8">
                <a:extLst>
                  <a:ext uri="{FF2B5EF4-FFF2-40B4-BE49-F238E27FC236}">
                    <a16:creationId xmlns:a16="http://schemas.microsoft.com/office/drawing/2014/main" id="{49161AA4-A31C-D5B6-F547-E22F3E31B588}"/>
                  </a:ext>
                </a:extLst>
              </p:cNvPr>
              <p:cNvSpPr/>
              <p:nvPr/>
            </p:nvSpPr>
            <p:spPr>
              <a:xfrm>
                <a:off x="8045689" y="6507321"/>
                <a:ext cx="259274" cy="174974"/>
              </a:xfrm>
              <a:custGeom>
                <a:avLst/>
                <a:gdLst>
                  <a:gd name="connsiteX0" fmla="*/ 259274 w 259274"/>
                  <a:gd name="connsiteY0" fmla="*/ 286 h 174974"/>
                  <a:gd name="connsiteX1" fmla="*/ 202757 w 259274"/>
                  <a:gd name="connsiteY1" fmla="*/ 174974 h 174974"/>
                  <a:gd name="connsiteX2" fmla="*/ 178495 w 259274"/>
                  <a:gd name="connsiteY2" fmla="*/ 174974 h 174974"/>
                  <a:gd name="connsiteX3" fmla="*/ 172310 w 259274"/>
                  <a:gd name="connsiteY3" fmla="*/ 169069 h 174974"/>
                  <a:gd name="connsiteX4" fmla="*/ 133776 w 259274"/>
                  <a:gd name="connsiteY4" fmla="*/ 50578 h 174974"/>
                  <a:gd name="connsiteX5" fmla="*/ 131493 w 259274"/>
                  <a:gd name="connsiteY5" fmla="*/ 42577 h 174974"/>
                  <a:gd name="connsiteX6" fmla="*/ 129780 w 259274"/>
                  <a:gd name="connsiteY6" fmla="*/ 34576 h 174974"/>
                  <a:gd name="connsiteX7" fmla="*/ 128067 w 259274"/>
                  <a:gd name="connsiteY7" fmla="*/ 42577 h 174974"/>
                  <a:gd name="connsiteX8" fmla="*/ 125784 w 259274"/>
                  <a:gd name="connsiteY8" fmla="*/ 50768 h 174974"/>
                  <a:gd name="connsiteX9" fmla="*/ 86488 w 259274"/>
                  <a:gd name="connsiteY9" fmla="*/ 169069 h 174974"/>
                  <a:gd name="connsiteX10" fmla="*/ 79638 w 259274"/>
                  <a:gd name="connsiteY10" fmla="*/ 174974 h 174974"/>
                  <a:gd name="connsiteX11" fmla="*/ 56517 w 259274"/>
                  <a:gd name="connsiteY11" fmla="*/ 174974 h 174974"/>
                  <a:gd name="connsiteX12" fmla="*/ 0 w 259274"/>
                  <a:gd name="connsiteY12" fmla="*/ 286 h 174974"/>
                  <a:gd name="connsiteX13" fmla="*/ 24072 w 259274"/>
                  <a:gd name="connsiteY13" fmla="*/ 286 h 174974"/>
                  <a:gd name="connsiteX14" fmla="*/ 30161 w 259274"/>
                  <a:gd name="connsiteY14" fmla="*/ 2191 h 174974"/>
                  <a:gd name="connsiteX15" fmla="*/ 33492 w 259274"/>
                  <a:gd name="connsiteY15" fmla="*/ 6667 h 174974"/>
                  <a:gd name="connsiteX16" fmla="*/ 66888 w 259274"/>
                  <a:gd name="connsiteY16" fmla="*/ 119062 h 174974"/>
                  <a:gd name="connsiteX17" fmla="*/ 71550 w 259274"/>
                  <a:gd name="connsiteY17" fmla="*/ 142494 h 174974"/>
                  <a:gd name="connsiteX18" fmla="*/ 74690 w 259274"/>
                  <a:gd name="connsiteY18" fmla="*/ 130969 h 174974"/>
                  <a:gd name="connsiteX19" fmla="*/ 78211 w 259274"/>
                  <a:gd name="connsiteY19" fmla="*/ 119062 h 174974"/>
                  <a:gd name="connsiteX20" fmla="*/ 115032 w 259274"/>
                  <a:gd name="connsiteY20" fmla="*/ 6001 h 174974"/>
                  <a:gd name="connsiteX21" fmla="*/ 118077 w 259274"/>
                  <a:gd name="connsiteY21" fmla="*/ 1715 h 174974"/>
                  <a:gd name="connsiteX22" fmla="*/ 123310 w 259274"/>
                  <a:gd name="connsiteY22" fmla="*/ 0 h 174974"/>
                  <a:gd name="connsiteX23" fmla="*/ 136726 w 259274"/>
                  <a:gd name="connsiteY23" fmla="*/ 0 h 174974"/>
                  <a:gd name="connsiteX24" fmla="*/ 142434 w 259274"/>
                  <a:gd name="connsiteY24" fmla="*/ 1715 h 174974"/>
                  <a:gd name="connsiteX25" fmla="*/ 145574 w 259274"/>
                  <a:gd name="connsiteY25" fmla="*/ 6001 h 174974"/>
                  <a:gd name="connsiteX26" fmla="*/ 181540 w 259274"/>
                  <a:gd name="connsiteY26" fmla="*/ 119062 h 174974"/>
                  <a:gd name="connsiteX27" fmla="*/ 184965 w 259274"/>
                  <a:gd name="connsiteY27" fmla="*/ 130969 h 174974"/>
                  <a:gd name="connsiteX28" fmla="*/ 187914 w 259274"/>
                  <a:gd name="connsiteY28" fmla="*/ 142494 h 174974"/>
                  <a:gd name="connsiteX29" fmla="*/ 190103 w 259274"/>
                  <a:gd name="connsiteY29" fmla="*/ 130969 h 174974"/>
                  <a:gd name="connsiteX30" fmla="*/ 192957 w 259274"/>
                  <a:gd name="connsiteY30" fmla="*/ 118967 h 174974"/>
                  <a:gd name="connsiteX31" fmla="*/ 227020 w 259274"/>
                  <a:gd name="connsiteY31" fmla="*/ 6572 h 174974"/>
                  <a:gd name="connsiteX32" fmla="*/ 230255 w 259274"/>
                  <a:gd name="connsiteY32" fmla="*/ 2000 h 174974"/>
                  <a:gd name="connsiteX33" fmla="*/ 235963 w 259274"/>
                  <a:gd name="connsiteY33" fmla="*/ 191 h 174974"/>
                  <a:gd name="connsiteX34" fmla="*/ 259084 w 259274"/>
                  <a:gd name="connsiteY34" fmla="*/ 191 h 1749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259274" h="174974">
                    <a:moveTo>
                      <a:pt x="259274" y="286"/>
                    </a:moveTo>
                    <a:lnTo>
                      <a:pt x="202757" y="174974"/>
                    </a:lnTo>
                    <a:lnTo>
                      <a:pt x="178495" y="174974"/>
                    </a:lnTo>
                    <a:cubicBezTo>
                      <a:pt x="175545" y="174974"/>
                      <a:pt x="173452" y="172974"/>
                      <a:pt x="172310" y="169069"/>
                    </a:cubicBezTo>
                    <a:lnTo>
                      <a:pt x="133776" y="50578"/>
                    </a:lnTo>
                    <a:cubicBezTo>
                      <a:pt x="132825" y="47911"/>
                      <a:pt x="132159" y="45244"/>
                      <a:pt x="131493" y="42577"/>
                    </a:cubicBezTo>
                    <a:cubicBezTo>
                      <a:pt x="130826" y="39910"/>
                      <a:pt x="130351" y="37243"/>
                      <a:pt x="129780" y="34576"/>
                    </a:cubicBezTo>
                    <a:cubicBezTo>
                      <a:pt x="129209" y="37243"/>
                      <a:pt x="128638" y="39910"/>
                      <a:pt x="128067" y="42577"/>
                    </a:cubicBezTo>
                    <a:cubicBezTo>
                      <a:pt x="127496" y="45244"/>
                      <a:pt x="126735" y="48006"/>
                      <a:pt x="125784" y="50768"/>
                    </a:cubicBezTo>
                    <a:lnTo>
                      <a:pt x="86488" y="169069"/>
                    </a:lnTo>
                    <a:cubicBezTo>
                      <a:pt x="85442" y="172974"/>
                      <a:pt x="83158" y="174974"/>
                      <a:pt x="79638" y="174974"/>
                    </a:cubicBezTo>
                    <a:lnTo>
                      <a:pt x="56517" y="174974"/>
                    </a:lnTo>
                    <a:lnTo>
                      <a:pt x="0" y="286"/>
                    </a:lnTo>
                    <a:lnTo>
                      <a:pt x="24072" y="286"/>
                    </a:lnTo>
                    <a:cubicBezTo>
                      <a:pt x="26451" y="286"/>
                      <a:pt x="28544" y="953"/>
                      <a:pt x="30161" y="2191"/>
                    </a:cubicBezTo>
                    <a:cubicBezTo>
                      <a:pt x="31779" y="3429"/>
                      <a:pt x="32921" y="4953"/>
                      <a:pt x="33492" y="6667"/>
                    </a:cubicBezTo>
                    <a:lnTo>
                      <a:pt x="66888" y="119062"/>
                    </a:lnTo>
                    <a:cubicBezTo>
                      <a:pt x="68791" y="127349"/>
                      <a:pt x="70408" y="135160"/>
                      <a:pt x="71550" y="142494"/>
                    </a:cubicBezTo>
                    <a:cubicBezTo>
                      <a:pt x="72597" y="138684"/>
                      <a:pt x="73643" y="134874"/>
                      <a:pt x="74690" y="130969"/>
                    </a:cubicBezTo>
                    <a:cubicBezTo>
                      <a:pt x="75737" y="127063"/>
                      <a:pt x="76974" y="123063"/>
                      <a:pt x="78211" y="119062"/>
                    </a:cubicBezTo>
                    <a:lnTo>
                      <a:pt x="115032" y="6001"/>
                    </a:lnTo>
                    <a:cubicBezTo>
                      <a:pt x="115603" y="4286"/>
                      <a:pt x="116650" y="2857"/>
                      <a:pt x="118077" y="1715"/>
                    </a:cubicBezTo>
                    <a:cubicBezTo>
                      <a:pt x="119504" y="571"/>
                      <a:pt x="121217" y="0"/>
                      <a:pt x="123310" y="0"/>
                    </a:cubicBezTo>
                    <a:lnTo>
                      <a:pt x="136726" y="0"/>
                    </a:lnTo>
                    <a:cubicBezTo>
                      <a:pt x="139009" y="0"/>
                      <a:pt x="140912" y="571"/>
                      <a:pt x="142434" y="1715"/>
                    </a:cubicBezTo>
                    <a:cubicBezTo>
                      <a:pt x="143957" y="2857"/>
                      <a:pt x="145003" y="4286"/>
                      <a:pt x="145574" y="6001"/>
                    </a:cubicBezTo>
                    <a:lnTo>
                      <a:pt x="181540" y="119062"/>
                    </a:lnTo>
                    <a:cubicBezTo>
                      <a:pt x="182777" y="123063"/>
                      <a:pt x="183918" y="127063"/>
                      <a:pt x="184965" y="130969"/>
                    </a:cubicBezTo>
                    <a:cubicBezTo>
                      <a:pt x="186012" y="134874"/>
                      <a:pt x="186963" y="138684"/>
                      <a:pt x="187914" y="142494"/>
                    </a:cubicBezTo>
                    <a:cubicBezTo>
                      <a:pt x="188485" y="138684"/>
                      <a:pt x="189247" y="134874"/>
                      <a:pt x="190103" y="130969"/>
                    </a:cubicBezTo>
                    <a:cubicBezTo>
                      <a:pt x="190959" y="127063"/>
                      <a:pt x="191911" y="123158"/>
                      <a:pt x="192957" y="118967"/>
                    </a:cubicBezTo>
                    <a:lnTo>
                      <a:pt x="227020" y="6572"/>
                    </a:lnTo>
                    <a:cubicBezTo>
                      <a:pt x="227591" y="4763"/>
                      <a:pt x="228637" y="3239"/>
                      <a:pt x="230255" y="2000"/>
                    </a:cubicBezTo>
                    <a:cubicBezTo>
                      <a:pt x="231872" y="857"/>
                      <a:pt x="233775" y="191"/>
                      <a:pt x="235963" y="191"/>
                    </a:cubicBezTo>
                    <a:lnTo>
                      <a:pt x="259084" y="191"/>
                    </a:lnTo>
                    <a:close/>
                  </a:path>
                </a:pathLst>
              </a:custGeom>
              <a:solidFill>
                <a:schemeClr val="bg1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0" name="Freeform 9">
                <a:extLst>
                  <a:ext uri="{FF2B5EF4-FFF2-40B4-BE49-F238E27FC236}">
                    <a16:creationId xmlns:a16="http://schemas.microsoft.com/office/drawing/2014/main" id="{C14C7F5E-2555-18DA-43B6-21726C84F600}"/>
                  </a:ext>
                </a:extLst>
              </p:cNvPr>
              <p:cNvSpPr/>
              <p:nvPr/>
            </p:nvSpPr>
            <p:spPr>
              <a:xfrm>
                <a:off x="8319235" y="6504940"/>
                <a:ext cx="154327" cy="179831"/>
              </a:xfrm>
              <a:custGeom>
                <a:avLst/>
                <a:gdLst>
                  <a:gd name="connsiteX0" fmla="*/ 151473 w 154327"/>
                  <a:gd name="connsiteY0" fmla="*/ 152876 h 179831"/>
                  <a:gd name="connsiteX1" fmla="*/ 137867 w 154327"/>
                  <a:gd name="connsiteY1" fmla="*/ 164878 h 179831"/>
                  <a:gd name="connsiteX2" fmla="*/ 120931 w 154327"/>
                  <a:gd name="connsiteY2" fmla="*/ 173260 h 179831"/>
                  <a:gd name="connsiteX3" fmla="*/ 102283 w 154327"/>
                  <a:gd name="connsiteY3" fmla="*/ 178213 h 179831"/>
                  <a:gd name="connsiteX4" fmla="*/ 83158 w 154327"/>
                  <a:gd name="connsiteY4" fmla="*/ 179832 h 179831"/>
                  <a:gd name="connsiteX5" fmla="*/ 49857 w 154327"/>
                  <a:gd name="connsiteY5" fmla="*/ 173736 h 179831"/>
                  <a:gd name="connsiteX6" fmla="*/ 23501 w 154327"/>
                  <a:gd name="connsiteY6" fmla="*/ 155829 h 179831"/>
                  <a:gd name="connsiteX7" fmla="*/ 6185 w 154327"/>
                  <a:gd name="connsiteY7" fmla="*/ 126587 h 179831"/>
                  <a:gd name="connsiteX8" fmla="*/ 0 w 154327"/>
                  <a:gd name="connsiteY8" fmla="*/ 86582 h 179831"/>
                  <a:gd name="connsiteX9" fmla="*/ 5614 w 154327"/>
                  <a:gd name="connsiteY9" fmla="*/ 52483 h 179831"/>
                  <a:gd name="connsiteX10" fmla="*/ 21694 w 154327"/>
                  <a:gd name="connsiteY10" fmla="*/ 24955 h 179831"/>
                  <a:gd name="connsiteX11" fmla="*/ 47383 w 154327"/>
                  <a:gd name="connsiteY11" fmla="*/ 6667 h 179831"/>
                  <a:gd name="connsiteX12" fmla="*/ 81446 w 154327"/>
                  <a:gd name="connsiteY12" fmla="*/ 0 h 179831"/>
                  <a:gd name="connsiteX13" fmla="*/ 110465 w 154327"/>
                  <a:gd name="connsiteY13" fmla="*/ 5239 h 179831"/>
                  <a:gd name="connsiteX14" fmla="*/ 133586 w 154327"/>
                  <a:gd name="connsiteY14" fmla="*/ 20383 h 179831"/>
                  <a:gd name="connsiteX15" fmla="*/ 148809 w 154327"/>
                  <a:gd name="connsiteY15" fmla="*/ 44863 h 179831"/>
                  <a:gd name="connsiteX16" fmla="*/ 154328 w 154327"/>
                  <a:gd name="connsiteY16" fmla="*/ 78010 h 179831"/>
                  <a:gd name="connsiteX17" fmla="*/ 152806 w 154327"/>
                  <a:gd name="connsiteY17" fmla="*/ 87630 h 179831"/>
                  <a:gd name="connsiteX18" fmla="*/ 146906 w 154327"/>
                  <a:gd name="connsiteY18" fmla="*/ 90011 h 179831"/>
                  <a:gd name="connsiteX19" fmla="*/ 30352 w 154327"/>
                  <a:gd name="connsiteY19" fmla="*/ 90011 h 179831"/>
                  <a:gd name="connsiteX20" fmla="*/ 34919 w 154327"/>
                  <a:gd name="connsiteY20" fmla="*/ 118777 h 179831"/>
                  <a:gd name="connsiteX21" fmla="*/ 46241 w 154327"/>
                  <a:gd name="connsiteY21" fmla="*/ 139160 h 179831"/>
                  <a:gd name="connsiteX22" fmla="*/ 63463 w 154327"/>
                  <a:gd name="connsiteY22" fmla="*/ 151448 h 179831"/>
                  <a:gd name="connsiteX23" fmla="*/ 85822 w 154327"/>
                  <a:gd name="connsiteY23" fmla="*/ 155543 h 179831"/>
                  <a:gd name="connsiteX24" fmla="*/ 105708 w 154327"/>
                  <a:gd name="connsiteY24" fmla="*/ 152876 h 179831"/>
                  <a:gd name="connsiteX25" fmla="*/ 120075 w 154327"/>
                  <a:gd name="connsiteY25" fmla="*/ 147066 h 179831"/>
                  <a:gd name="connsiteX26" fmla="*/ 130161 w 154327"/>
                  <a:gd name="connsiteY26" fmla="*/ 141256 h 179831"/>
                  <a:gd name="connsiteX27" fmla="*/ 137106 w 154327"/>
                  <a:gd name="connsiteY27" fmla="*/ 138589 h 179831"/>
                  <a:gd name="connsiteX28" fmla="*/ 143005 w 154327"/>
                  <a:gd name="connsiteY28" fmla="*/ 141541 h 179831"/>
                  <a:gd name="connsiteX29" fmla="*/ 151664 w 154327"/>
                  <a:gd name="connsiteY29" fmla="*/ 152781 h 179831"/>
                  <a:gd name="connsiteX30" fmla="*/ 126640 w 154327"/>
                  <a:gd name="connsiteY30" fmla="*/ 70961 h 179831"/>
                  <a:gd name="connsiteX31" fmla="*/ 123595 w 154327"/>
                  <a:gd name="connsiteY31" fmla="*/ 51435 h 179831"/>
                  <a:gd name="connsiteX32" fmla="*/ 114842 w 154327"/>
                  <a:gd name="connsiteY32" fmla="*/ 36100 h 179831"/>
                  <a:gd name="connsiteX33" fmla="*/ 100855 w 154327"/>
                  <a:gd name="connsiteY33" fmla="*/ 26098 h 179831"/>
                  <a:gd name="connsiteX34" fmla="*/ 82112 w 154327"/>
                  <a:gd name="connsiteY34" fmla="*/ 22574 h 179831"/>
                  <a:gd name="connsiteX35" fmla="*/ 47193 w 154327"/>
                  <a:gd name="connsiteY35" fmla="*/ 35433 h 179831"/>
                  <a:gd name="connsiteX36" fmla="*/ 31303 w 154327"/>
                  <a:gd name="connsiteY36" fmla="*/ 71057 h 179831"/>
                  <a:gd name="connsiteX37" fmla="*/ 126735 w 154327"/>
                  <a:gd name="connsiteY37" fmla="*/ 71057 h 1798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154327" h="179831">
                    <a:moveTo>
                      <a:pt x="151473" y="152876"/>
                    </a:moveTo>
                    <a:cubicBezTo>
                      <a:pt x="147668" y="157448"/>
                      <a:pt x="143101" y="161449"/>
                      <a:pt x="137867" y="164878"/>
                    </a:cubicBezTo>
                    <a:cubicBezTo>
                      <a:pt x="132634" y="168307"/>
                      <a:pt x="126926" y="171069"/>
                      <a:pt x="120931" y="173260"/>
                    </a:cubicBezTo>
                    <a:cubicBezTo>
                      <a:pt x="114937" y="175451"/>
                      <a:pt x="108658" y="177070"/>
                      <a:pt x="102283" y="178213"/>
                    </a:cubicBezTo>
                    <a:cubicBezTo>
                      <a:pt x="95813" y="179356"/>
                      <a:pt x="89438" y="179832"/>
                      <a:pt x="83158" y="179832"/>
                    </a:cubicBezTo>
                    <a:cubicBezTo>
                      <a:pt x="71075" y="179832"/>
                      <a:pt x="60038" y="177832"/>
                      <a:pt x="49857" y="173736"/>
                    </a:cubicBezTo>
                    <a:cubicBezTo>
                      <a:pt x="39676" y="169640"/>
                      <a:pt x="30923" y="163639"/>
                      <a:pt x="23501" y="155829"/>
                    </a:cubicBezTo>
                    <a:cubicBezTo>
                      <a:pt x="16080" y="148018"/>
                      <a:pt x="10371" y="138208"/>
                      <a:pt x="6185" y="126587"/>
                    </a:cubicBezTo>
                    <a:cubicBezTo>
                      <a:pt x="2093" y="114967"/>
                      <a:pt x="0" y="101632"/>
                      <a:pt x="0" y="86582"/>
                    </a:cubicBezTo>
                    <a:cubicBezTo>
                      <a:pt x="0" y="74390"/>
                      <a:pt x="1903" y="63056"/>
                      <a:pt x="5614" y="52483"/>
                    </a:cubicBezTo>
                    <a:cubicBezTo>
                      <a:pt x="9324" y="41910"/>
                      <a:pt x="14748" y="32766"/>
                      <a:pt x="21694" y="24955"/>
                    </a:cubicBezTo>
                    <a:cubicBezTo>
                      <a:pt x="28734" y="17240"/>
                      <a:pt x="37202" y="11049"/>
                      <a:pt x="47383" y="6667"/>
                    </a:cubicBezTo>
                    <a:cubicBezTo>
                      <a:pt x="57469" y="2286"/>
                      <a:pt x="68886" y="0"/>
                      <a:pt x="81446" y="0"/>
                    </a:cubicBezTo>
                    <a:cubicBezTo>
                      <a:pt x="91912" y="0"/>
                      <a:pt x="101522" y="1715"/>
                      <a:pt x="110465" y="5239"/>
                    </a:cubicBezTo>
                    <a:cubicBezTo>
                      <a:pt x="119409" y="8763"/>
                      <a:pt x="127021" y="13811"/>
                      <a:pt x="133586" y="20383"/>
                    </a:cubicBezTo>
                    <a:cubicBezTo>
                      <a:pt x="140151" y="26956"/>
                      <a:pt x="145099" y="35147"/>
                      <a:pt x="148809" y="44863"/>
                    </a:cubicBezTo>
                    <a:cubicBezTo>
                      <a:pt x="152520" y="54578"/>
                      <a:pt x="154328" y="65627"/>
                      <a:pt x="154328" y="78010"/>
                    </a:cubicBezTo>
                    <a:cubicBezTo>
                      <a:pt x="154328" y="82867"/>
                      <a:pt x="153852" y="86011"/>
                      <a:pt x="152806" y="87630"/>
                    </a:cubicBezTo>
                    <a:cubicBezTo>
                      <a:pt x="151759" y="89249"/>
                      <a:pt x="149856" y="90011"/>
                      <a:pt x="146906" y="90011"/>
                    </a:cubicBezTo>
                    <a:lnTo>
                      <a:pt x="30352" y="90011"/>
                    </a:lnTo>
                    <a:cubicBezTo>
                      <a:pt x="30732" y="101060"/>
                      <a:pt x="32255" y="110681"/>
                      <a:pt x="34919" y="118777"/>
                    </a:cubicBezTo>
                    <a:cubicBezTo>
                      <a:pt x="37583" y="126968"/>
                      <a:pt x="41389" y="133731"/>
                      <a:pt x="46241" y="139160"/>
                    </a:cubicBezTo>
                    <a:cubicBezTo>
                      <a:pt x="51094" y="144589"/>
                      <a:pt x="56803" y="148685"/>
                      <a:pt x="63463" y="151448"/>
                    </a:cubicBezTo>
                    <a:cubicBezTo>
                      <a:pt x="70123" y="154210"/>
                      <a:pt x="77545" y="155543"/>
                      <a:pt x="85822" y="155543"/>
                    </a:cubicBezTo>
                    <a:cubicBezTo>
                      <a:pt x="93529" y="155543"/>
                      <a:pt x="100189" y="154686"/>
                      <a:pt x="105708" y="152876"/>
                    </a:cubicBezTo>
                    <a:cubicBezTo>
                      <a:pt x="111226" y="151066"/>
                      <a:pt x="116079" y="149161"/>
                      <a:pt x="120075" y="147066"/>
                    </a:cubicBezTo>
                    <a:cubicBezTo>
                      <a:pt x="124071" y="144971"/>
                      <a:pt x="127497" y="143065"/>
                      <a:pt x="130161" y="141256"/>
                    </a:cubicBezTo>
                    <a:cubicBezTo>
                      <a:pt x="132825" y="139446"/>
                      <a:pt x="135203" y="138589"/>
                      <a:pt x="137106" y="138589"/>
                    </a:cubicBezTo>
                    <a:cubicBezTo>
                      <a:pt x="139580" y="138589"/>
                      <a:pt x="141578" y="139541"/>
                      <a:pt x="143005" y="141541"/>
                    </a:cubicBezTo>
                    <a:lnTo>
                      <a:pt x="151664" y="152781"/>
                    </a:lnTo>
                    <a:close/>
                    <a:moveTo>
                      <a:pt x="126640" y="70961"/>
                    </a:moveTo>
                    <a:cubicBezTo>
                      <a:pt x="126640" y="63817"/>
                      <a:pt x="125594" y="57340"/>
                      <a:pt x="123595" y="51435"/>
                    </a:cubicBezTo>
                    <a:cubicBezTo>
                      <a:pt x="121597" y="45530"/>
                      <a:pt x="118648" y="40386"/>
                      <a:pt x="114842" y="36100"/>
                    </a:cubicBezTo>
                    <a:cubicBezTo>
                      <a:pt x="111036" y="31814"/>
                      <a:pt x="106279" y="28480"/>
                      <a:pt x="100855" y="26098"/>
                    </a:cubicBezTo>
                    <a:cubicBezTo>
                      <a:pt x="95337" y="23717"/>
                      <a:pt x="89057" y="22574"/>
                      <a:pt x="82112" y="22574"/>
                    </a:cubicBezTo>
                    <a:cubicBezTo>
                      <a:pt x="67459" y="22574"/>
                      <a:pt x="55756" y="26860"/>
                      <a:pt x="47193" y="35433"/>
                    </a:cubicBezTo>
                    <a:cubicBezTo>
                      <a:pt x="38630" y="44006"/>
                      <a:pt x="33301" y="55816"/>
                      <a:pt x="31303" y="71057"/>
                    </a:cubicBezTo>
                    <a:lnTo>
                      <a:pt x="126735" y="71057"/>
                    </a:lnTo>
                    <a:close/>
                  </a:path>
                </a:pathLst>
              </a:custGeom>
              <a:solidFill>
                <a:schemeClr val="bg1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1" name="Freeform 10">
                <a:extLst>
                  <a:ext uri="{FF2B5EF4-FFF2-40B4-BE49-F238E27FC236}">
                    <a16:creationId xmlns:a16="http://schemas.microsoft.com/office/drawing/2014/main" id="{CFE8CD16-5A9F-CE90-679A-FD1E78C8018C}"/>
                  </a:ext>
                </a:extLst>
              </p:cNvPr>
              <p:cNvSpPr/>
              <p:nvPr/>
            </p:nvSpPr>
            <p:spPr>
              <a:xfrm>
                <a:off x="8507530" y="6504558"/>
                <a:ext cx="98476" cy="177641"/>
              </a:xfrm>
              <a:custGeom>
                <a:avLst/>
                <a:gdLst>
                  <a:gd name="connsiteX0" fmla="*/ 29115 w 98476"/>
                  <a:gd name="connsiteY0" fmla="*/ 38100 h 177641"/>
                  <a:gd name="connsiteX1" fmla="*/ 49476 w 98476"/>
                  <a:gd name="connsiteY1" fmla="*/ 10097 h 177641"/>
                  <a:gd name="connsiteX2" fmla="*/ 78876 w 98476"/>
                  <a:gd name="connsiteY2" fmla="*/ 0 h 177641"/>
                  <a:gd name="connsiteX3" fmla="*/ 89438 w 98476"/>
                  <a:gd name="connsiteY3" fmla="*/ 1238 h 177641"/>
                  <a:gd name="connsiteX4" fmla="*/ 98477 w 98476"/>
                  <a:gd name="connsiteY4" fmla="*/ 5048 h 177641"/>
                  <a:gd name="connsiteX5" fmla="*/ 96193 w 98476"/>
                  <a:gd name="connsiteY5" fmla="*/ 28004 h 177641"/>
                  <a:gd name="connsiteX6" fmla="*/ 91055 w 98476"/>
                  <a:gd name="connsiteY6" fmla="*/ 32290 h 177641"/>
                  <a:gd name="connsiteX7" fmla="*/ 84014 w 98476"/>
                  <a:gd name="connsiteY7" fmla="*/ 31242 h 177641"/>
                  <a:gd name="connsiteX8" fmla="*/ 73548 w 98476"/>
                  <a:gd name="connsiteY8" fmla="*/ 30194 h 177641"/>
                  <a:gd name="connsiteX9" fmla="*/ 58801 w 98476"/>
                  <a:gd name="connsiteY9" fmla="*/ 32576 h 177641"/>
                  <a:gd name="connsiteX10" fmla="*/ 47288 w 98476"/>
                  <a:gd name="connsiteY10" fmla="*/ 39719 h 177641"/>
                  <a:gd name="connsiteX11" fmla="*/ 38154 w 98476"/>
                  <a:gd name="connsiteY11" fmla="*/ 51435 h 177641"/>
                  <a:gd name="connsiteX12" fmla="*/ 30828 w 98476"/>
                  <a:gd name="connsiteY12" fmla="*/ 67342 h 177641"/>
                  <a:gd name="connsiteX13" fmla="*/ 30828 w 98476"/>
                  <a:gd name="connsiteY13" fmla="*/ 177641 h 177641"/>
                  <a:gd name="connsiteX14" fmla="*/ 0 w 98476"/>
                  <a:gd name="connsiteY14" fmla="*/ 177641 h 177641"/>
                  <a:gd name="connsiteX15" fmla="*/ 0 w 98476"/>
                  <a:gd name="connsiteY15" fmla="*/ 2953 h 177641"/>
                  <a:gd name="connsiteX16" fmla="*/ 17602 w 98476"/>
                  <a:gd name="connsiteY16" fmla="*/ 2953 h 177641"/>
                  <a:gd name="connsiteX17" fmla="*/ 24453 w 98476"/>
                  <a:gd name="connsiteY17" fmla="*/ 4858 h 177641"/>
                  <a:gd name="connsiteX18" fmla="*/ 27022 w 98476"/>
                  <a:gd name="connsiteY18" fmla="*/ 11430 h 177641"/>
                  <a:gd name="connsiteX19" fmla="*/ 29115 w 98476"/>
                  <a:gd name="connsiteY19" fmla="*/ 38005 h 177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98476" h="177641">
                    <a:moveTo>
                      <a:pt x="29115" y="38100"/>
                    </a:moveTo>
                    <a:cubicBezTo>
                      <a:pt x="34633" y="26194"/>
                      <a:pt x="41389" y="16859"/>
                      <a:pt x="49476" y="10097"/>
                    </a:cubicBezTo>
                    <a:cubicBezTo>
                      <a:pt x="57468" y="3334"/>
                      <a:pt x="67364" y="0"/>
                      <a:pt x="78876" y="0"/>
                    </a:cubicBezTo>
                    <a:cubicBezTo>
                      <a:pt x="82587" y="0"/>
                      <a:pt x="86108" y="381"/>
                      <a:pt x="89438" y="1238"/>
                    </a:cubicBezTo>
                    <a:cubicBezTo>
                      <a:pt x="92863" y="2000"/>
                      <a:pt x="95813" y="3334"/>
                      <a:pt x="98477" y="5048"/>
                    </a:cubicBezTo>
                    <a:lnTo>
                      <a:pt x="96193" y="28004"/>
                    </a:lnTo>
                    <a:cubicBezTo>
                      <a:pt x="95527" y="30861"/>
                      <a:pt x="93815" y="32290"/>
                      <a:pt x="91055" y="32290"/>
                    </a:cubicBezTo>
                    <a:cubicBezTo>
                      <a:pt x="89438" y="32290"/>
                      <a:pt x="87059" y="31909"/>
                      <a:pt x="84014" y="31242"/>
                    </a:cubicBezTo>
                    <a:cubicBezTo>
                      <a:pt x="80875" y="30575"/>
                      <a:pt x="77449" y="30194"/>
                      <a:pt x="73548" y="30194"/>
                    </a:cubicBezTo>
                    <a:cubicBezTo>
                      <a:pt x="68030" y="30194"/>
                      <a:pt x="63082" y="30956"/>
                      <a:pt x="58801" y="32576"/>
                    </a:cubicBezTo>
                    <a:cubicBezTo>
                      <a:pt x="54519" y="34195"/>
                      <a:pt x="50618" y="36576"/>
                      <a:pt x="47288" y="39719"/>
                    </a:cubicBezTo>
                    <a:cubicBezTo>
                      <a:pt x="43863" y="42863"/>
                      <a:pt x="40818" y="46768"/>
                      <a:pt x="38154" y="51435"/>
                    </a:cubicBezTo>
                    <a:cubicBezTo>
                      <a:pt x="35490" y="56102"/>
                      <a:pt x="33016" y="61436"/>
                      <a:pt x="30828" y="67342"/>
                    </a:cubicBezTo>
                    <a:lnTo>
                      <a:pt x="30828" y="177641"/>
                    </a:lnTo>
                    <a:lnTo>
                      <a:pt x="0" y="177641"/>
                    </a:lnTo>
                    <a:lnTo>
                      <a:pt x="0" y="2953"/>
                    </a:lnTo>
                    <a:lnTo>
                      <a:pt x="17602" y="2953"/>
                    </a:lnTo>
                    <a:cubicBezTo>
                      <a:pt x="20932" y="2953"/>
                      <a:pt x="23216" y="3620"/>
                      <a:pt x="24453" y="4858"/>
                    </a:cubicBezTo>
                    <a:cubicBezTo>
                      <a:pt x="25690" y="6096"/>
                      <a:pt x="26546" y="8287"/>
                      <a:pt x="27022" y="11430"/>
                    </a:cubicBezTo>
                    <a:lnTo>
                      <a:pt x="29115" y="38005"/>
                    </a:lnTo>
                    <a:close/>
                  </a:path>
                </a:pathLst>
              </a:custGeom>
              <a:solidFill>
                <a:schemeClr val="bg1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1267E3D8-C0AF-2D03-8B8B-28CBAD68A8E7}"/>
                  </a:ext>
                </a:extLst>
              </p:cNvPr>
              <p:cNvSpPr/>
              <p:nvPr/>
            </p:nvSpPr>
            <p:spPr>
              <a:xfrm>
                <a:off x="8624561" y="6430740"/>
                <a:ext cx="43767" cy="251650"/>
              </a:xfrm>
              <a:custGeom>
                <a:avLst/>
                <a:gdLst>
                  <a:gd name="connsiteX0" fmla="*/ 43767 w 43767"/>
                  <a:gd name="connsiteY0" fmla="*/ 22098 h 251650"/>
                  <a:gd name="connsiteX1" fmla="*/ 41960 w 43767"/>
                  <a:gd name="connsiteY1" fmla="*/ 30480 h 251650"/>
                  <a:gd name="connsiteX2" fmla="*/ 37107 w 43767"/>
                  <a:gd name="connsiteY2" fmla="*/ 37338 h 251650"/>
                  <a:gd name="connsiteX3" fmla="*/ 30066 w 43767"/>
                  <a:gd name="connsiteY3" fmla="*/ 42101 h 251650"/>
                  <a:gd name="connsiteX4" fmla="*/ 21503 w 43767"/>
                  <a:gd name="connsiteY4" fmla="*/ 43815 h 251650"/>
                  <a:gd name="connsiteX5" fmla="*/ 13130 w 43767"/>
                  <a:gd name="connsiteY5" fmla="*/ 42101 h 251650"/>
                  <a:gd name="connsiteX6" fmla="*/ 6375 w 43767"/>
                  <a:gd name="connsiteY6" fmla="*/ 37338 h 251650"/>
                  <a:gd name="connsiteX7" fmla="*/ 1713 w 43767"/>
                  <a:gd name="connsiteY7" fmla="*/ 30480 h 251650"/>
                  <a:gd name="connsiteX8" fmla="*/ 0 w 43767"/>
                  <a:gd name="connsiteY8" fmla="*/ 22098 h 251650"/>
                  <a:gd name="connsiteX9" fmla="*/ 1713 w 43767"/>
                  <a:gd name="connsiteY9" fmla="*/ 13526 h 251650"/>
                  <a:gd name="connsiteX10" fmla="*/ 6375 w 43767"/>
                  <a:gd name="connsiteY10" fmla="*/ 6477 h 251650"/>
                  <a:gd name="connsiteX11" fmla="*/ 13130 w 43767"/>
                  <a:gd name="connsiteY11" fmla="*/ 1715 h 251650"/>
                  <a:gd name="connsiteX12" fmla="*/ 21503 w 43767"/>
                  <a:gd name="connsiteY12" fmla="*/ 0 h 251650"/>
                  <a:gd name="connsiteX13" fmla="*/ 30066 w 43767"/>
                  <a:gd name="connsiteY13" fmla="*/ 1715 h 251650"/>
                  <a:gd name="connsiteX14" fmla="*/ 37107 w 43767"/>
                  <a:gd name="connsiteY14" fmla="*/ 6477 h 251650"/>
                  <a:gd name="connsiteX15" fmla="*/ 41960 w 43767"/>
                  <a:gd name="connsiteY15" fmla="*/ 13526 h 251650"/>
                  <a:gd name="connsiteX16" fmla="*/ 43767 w 43767"/>
                  <a:gd name="connsiteY16" fmla="*/ 22098 h 251650"/>
                  <a:gd name="connsiteX17" fmla="*/ 37202 w 43767"/>
                  <a:gd name="connsiteY17" fmla="*/ 76962 h 251650"/>
                  <a:gd name="connsiteX18" fmla="*/ 37202 w 43767"/>
                  <a:gd name="connsiteY18" fmla="*/ 251651 h 251650"/>
                  <a:gd name="connsiteX19" fmla="*/ 6565 w 43767"/>
                  <a:gd name="connsiteY19" fmla="*/ 251651 h 251650"/>
                  <a:gd name="connsiteX20" fmla="*/ 6565 w 43767"/>
                  <a:gd name="connsiteY20" fmla="*/ 76962 h 251650"/>
                  <a:gd name="connsiteX21" fmla="*/ 37202 w 43767"/>
                  <a:gd name="connsiteY21" fmla="*/ 76962 h 251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43767" h="251650">
                    <a:moveTo>
                      <a:pt x="43767" y="22098"/>
                    </a:moveTo>
                    <a:cubicBezTo>
                      <a:pt x="43767" y="25051"/>
                      <a:pt x="43196" y="27908"/>
                      <a:pt x="41960" y="30480"/>
                    </a:cubicBezTo>
                    <a:cubicBezTo>
                      <a:pt x="40723" y="33052"/>
                      <a:pt x="39105" y="35338"/>
                      <a:pt x="37107" y="37338"/>
                    </a:cubicBezTo>
                    <a:cubicBezTo>
                      <a:pt x="35109" y="39338"/>
                      <a:pt x="32730" y="40958"/>
                      <a:pt x="30066" y="42101"/>
                    </a:cubicBezTo>
                    <a:cubicBezTo>
                      <a:pt x="27402" y="43244"/>
                      <a:pt x="24548" y="43815"/>
                      <a:pt x="21503" y="43815"/>
                    </a:cubicBezTo>
                    <a:cubicBezTo>
                      <a:pt x="18458" y="43815"/>
                      <a:pt x="15699" y="43244"/>
                      <a:pt x="13130" y="42101"/>
                    </a:cubicBezTo>
                    <a:cubicBezTo>
                      <a:pt x="10561" y="40958"/>
                      <a:pt x="8278" y="39338"/>
                      <a:pt x="6375" y="37338"/>
                    </a:cubicBezTo>
                    <a:cubicBezTo>
                      <a:pt x="4472" y="35338"/>
                      <a:pt x="2854" y="33052"/>
                      <a:pt x="1713" y="30480"/>
                    </a:cubicBezTo>
                    <a:cubicBezTo>
                      <a:pt x="571" y="27908"/>
                      <a:pt x="0" y="25146"/>
                      <a:pt x="0" y="22098"/>
                    </a:cubicBezTo>
                    <a:cubicBezTo>
                      <a:pt x="0" y="19050"/>
                      <a:pt x="571" y="16288"/>
                      <a:pt x="1713" y="13526"/>
                    </a:cubicBezTo>
                    <a:cubicBezTo>
                      <a:pt x="2854" y="10859"/>
                      <a:pt x="4377" y="8477"/>
                      <a:pt x="6375" y="6477"/>
                    </a:cubicBezTo>
                    <a:cubicBezTo>
                      <a:pt x="8373" y="4477"/>
                      <a:pt x="10561" y="2858"/>
                      <a:pt x="13130" y="1715"/>
                    </a:cubicBezTo>
                    <a:cubicBezTo>
                      <a:pt x="15699" y="572"/>
                      <a:pt x="18458" y="0"/>
                      <a:pt x="21503" y="0"/>
                    </a:cubicBezTo>
                    <a:cubicBezTo>
                      <a:pt x="24548" y="0"/>
                      <a:pt x="27307" y="572"/>
                      <a:pt x="30066" y="1715"/>
                    </a:cubicBezTo>
                    <a:cubicBezTo>
                      <a:pt x="32730" y="2858"/>
                      <a:pt x="35109" y="4477"/>
                      <a:pt x="37107" y="6477"/>
                    </a:cubicBezTo>
                    <a:cubicBezTo>
                      <a:pt x="39105" y="8477"/>
                      <a:pt x="40723" y="10859"/>
                      <a:pt x="41960" y="13526"/>
                    </a:cubicBezTo>
                    <a:cubicBezTo>
                      <a:pt x="43196" y="16288"/>
                      <a:pt x="43767" y="19050"/>
                      <a:pt x="43767" y="22098"/>
                    </a:cubicBezTo>
                    <a:close/>
                    <a:moveTo>
                      <a:pt x="37202" y="76962"/>
                    </a:moveTo>
                    <a:lnTo>
                      <a:pt x="37202" y="251651"/>
                    </a:lnTo>
                    <a:lnTo>
                      <a:pt x="6565" y="251651"/>
                    </a:lnTo>
                    <a:lnTo>
                      <a:pt x="6565" y="76962"/>
                    </a:lnTo>
                    <a:lnTo>
                      <a:pt x="37202" y="76962"/>
                    </a:lnTo>
                    <a:close/>
                  </a:path>
                </a:pathLst>
              </a:custGeom>
              <a:solidFill>
                <a:schemeClr val="bg1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61BDAB1B-998D-2E55-0036-6CDCD17D8049}"/>
                  </a:ext>
                </a:extLst>
              </p:cNvPr>
              <p:cNvSpPr/>
              <p:nvPr/>
            </p:nvSpPr>
            <p:spPr>
              <a:xfrm>
                <a:off x="8708670" y="6504844"/>
                <a:ext cx="145383" cy="177450"/>
              </a:xfrm>
              <a:custGeom>
                <a:avLst/>
                <a:gdLst>
                  <a:gd name="connsiteX0" fmla="*/ 28924 w 145383"/>
                  <a:gd name="connsiteY0" fmla="*/ 28099 h 177450"/>
                  <a:gd name="connsiteX1" fmla="*/ 41008 w 145383"/>
                  <a:gd name="connsiteY1" fmla="*/ 16573 h 177450"/>
                  <a:gd name="connsiteX2" fmla="*/ 54519 w 145383"/>
                  <a:gd name="connsiteY2" fmla="*/ 7715 h 177450"/>
                  <a:gd name="connsiteX3" fmla="*/ 69647 w 145383"/>
                  <a:gd name="connsiteY3" fmla="*/ 2000 h 177450"/>
                  <a:gd name="connsiteX4" fmla="*/ 86964 w 145383"/>
                  <a:gd name="connsiteY4" fmla="*/ 0 h 177450"/>
                  <a:gd name="connsiteX5" fmla="*/ 112178 w 145383"/>
                  <a:gd name="connsiteY5" fmla="*/ 4763 h 177450"/>
                  <a:gd name="connsiteX6" fmla="*/ 130446 w 145383"/>
                  <a:gd name="connsiteY6" fmla="*/ 18193 h 177450"/>
                  <a:gd name="connsiteX7" fmla="*/ 141578 w 145383"/>
                  <a:gd name="connsiteY7" fmla="*/ 39148 h 177450"/>
                  <a:gd name="connsiteX8" fmla="*/ 145384 w 145383"/>
                  <a:gd name="connsiteY8" fmla="*/ 66199 h 177450"/>
                  <a:gd name="connsiteX9" fmla="*/ 145384 w 145383"/>
                  <a:gd name="connsiteY9" fmla="*/ 177451 h 177450"/>
                  <a:gd name="connsiteX10" fmla="*/ 114556 w 145383"/>
                  <a:gd name="connsiteY10" fmla="*/ 177451 h 177450"/>
                  <a:gd name="connsiteX11" fmla="*/ 114556 w 145383"/>
                  <a:gd name="connsiteY11" fmla="*/ 66199 h 177450"/>
                  <a:gd name="connsiteX12" fmla="*/ 105518 w 145383"/>
                  <a:gd name="connsiteY12" fmla="*/ 35433 h 177450"/>
                  <a:gd name="connsiteX13" fmla="*/ 78020 w 145383"/>
                  <a:gd name="connsiteY13" fmla="*/ 24479 h 177450"/>
                  <a:gd name="connsiteX14" fmla="*/ 52616 w 145383"/>
                  <a:gd name="connsiteY14" fmla="*/ 31052 h 177450"/>
                  <a:gd name="connsiteX15" fmla="*/ 30828 w 145383"/>
                  <a:gd name="connsiteY15" fmla="*/ 48768 h 177450"/>
                  <a:gd name="connsiteX16" fmla="*/ 30828 w 145383"/>
                  <a:gd name="connsiteY16" fmla="*/ 177355 h 177450"/>
                  <a:gd name="connsiteX17" fmla="*/ 0 w 145383"/>
                  <a:gd name="connsiteY17" fmla="*/ 177355 h 177450"/>
                  <a:gd name="connsiteX18" fmla="*/ 0 w 145383"/>
                  <a:gd name="connsiteY18" fmla="*/ 2667 h 177450"/>
                  <a:gd name="connsiteX19" fmla="*/ 18458 w 145383"/>
                  <a:gd name="connsiteY19" fmla="*/ 2667 h 177450"/>
                  <a:gd name="connsiteX20" fmla="*/ 26546 w 145383"/>
                  <a:gd name="connsiteY20" fmla="*/ 9049 h 177450"/>
                  <a:gd name="connsiteX21" fmla="*/ 28924 w 145383"/>
                  <a:gd name="connsiteY21" fmla="*/ 28004 h 177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45383" h="177450">
                    <a:moveTo>
                      <a:pt x="28924" y="28099"/>
                    </a:moveTo>
                    <a:cubicBezTo>
                      <a:pt x="32730" y="23813"/>
                      <a:pt x="36727" y="20003"/>
                      <a:pt x="41008" y="16573"/>
                    </a:cubicBezTo>
                    <a:cubicBezTo>
                      <a:pt x="45290" y="13144"/>
                      <a:pt x="49762" y="10192"/>
                      <a:pt x="54519" y="7715"/>
                    </a:cubicBezTo>
                    <a:cubicBezTo>
                      <a:pt x="59276" y="5239"/>
                      <a:pt x="64319" y="3334"/>
                      <a:pt x="69647" y="2000"/>
                    </a:cubicBezTo>
                    <a:cubicBezTo>
                      <a:pt x="74976" y="667"/>
                      <a:pt x="80780" y="0"/>
                      <a:pt x="86964" y="0"/>
                    </a:cubicBezTo>
                    <a:cubicBezTo>
                      <a:pt x="96479" y="0"/>
                      <a:pt x="104947" y="1619"/>
                      <a:pt x="112178" y="4763"/>
                    </a:cubicBezTo>
                    <a:cubicBezTo>
                      <a:pt x="119504" y="7906"/>
                      <a:pt x="125593" y="12382"/>
                      <a:pt x="130446" y="18193"/>
                    </a:cubicBezTo>
                    <a:cubicBezTo>
                      <a:pt x="135298" y="24003"/>
                      <a:pt x="139009" y="30956"/>
                      <a:pt x="141578" y="39148"/>
                    </a:cubicBezTo>
                    <a:cubicBezTo>
                      <a:pt x="144052" y="47339"/>
                      <a:pt x="145384" y="56293"/>
                      <a:pt x="145384" y="66199"/>
                    </a:cubicBezTo>
                    <a:lnTo>
                      <a:pt x="145384" y="177451"/>
                    </a:lnTo>
                    <a:lnTo>
                      <a:pt x="114556" y="177451"/>
                    </a:lnTo>
                    <a:lnTo>
                      <a:pt x="114556" y="66199"/>
                    </a:lnTo>
                    <a:cubicBezTo>
                      <a:pt x="114556" y="52959"/>
                      <a:pt x="111512" y="42767"/>
                      <a:pt x="105518" y="35433"/>
                    </a:cubicBezTo>
                    <a:cubicBezTo>
                      <a:pt x="99523" y="28099"/>
                      <a:pt x="90294" y="24479"/>
                      <a:pt x="78020" y="24479"/>
                    </a:cubicBezTo>
                    <a:cubicBezTo>
                      <a:pt x="68981" y="24479"/>
                      <a:pt x="60513" y="26670"/>
                      <a:pt x="52616" y="31052"/>
                    </a:cubicBezTo>
                    <a:cubicBezTo>
                      <a:pt x="44719" y="35433"/>
                      <a:pt x="37488" y="41339"/>
                      <a:pt x="30828" y="48768"/>
                    </a:cubicBezTo>
                    <a:lnTo>
                      <a:pt x="30828" y="177355"/>
                    </a:lnTo>
                    <a:lnTo>
                      <a:pt x="0" y="177355"/>
                    </a:lnTo>
                    <a:lnTo>
                      <a:pt x="0" y="2667"/>
                    </a:lnTo>
                    <a:lnTo>
                      <a:pt x="18458" y="2667"/>
                    </a:lnTo>
                    <a:cubicBezTo>
                      <a:pt x="22835" y="2667"/>
                      <a:pt x="25499" y="4763"/>
                      <a:pt x="26546" y="9049"/>
                    </a:cubicBezTo>
                    <a:lnTo>
                      <a:pt x="28924" y="28004"/>
                    </a:lnTo>
                    <a:close/>
                  </a:path>
                </a:pathLst>
              </a:custGeom>
              <a:solidFill>
                <a:schemeClr val="bg1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4" name="Freeform 13">
                <a:extLst>
                  <a:ext uri="{FF2B5EF4-FFF2-40B4-BE49-F238E27FC236}">
                    <a16:creationId xmlns:a16="http://schemas.microsoft.com/office/drawing/2014/main" id="{9AAB2AF5-C54B-4171-3468-5E06662E2FA8}"/>
                  </a:ext>
                </a:extLst>
              </p:cNvPr>
              <p:cNvSpPr/>
              <p:nvPr/>
            </p:nvSpPr>
            <p:spPr>
              <a:xfrm>
                <a:off x="8883550" y="6504463"/>
                <a:ext cx="161083" cy="240696"/>
              </a:xfrm>
              <a:custGeom>
                <a:avLst/>
                <a:gdLst>
                  <a:gd name="connsiteX0" fmla="*/ 161083 w 161083"/>
                  <a:gd name="connsiteY0" fmla="*/ 10097 h 240696"/>
                  <a:gd name="connsiteX1" fmla="*/ 161083 w 161083"/>
                  <a:gd name="connsiteY1" fmla="*/ 21431 h 240696"/>
                  <a:gd name="connsiteX2" fmla="*/ 153852 w 161083"/>
                  <a:gd name="connsiteY2" fmla="*/ 28670 h 240696"/>
                  <a:gd name="connsiteX3" fmla="*/ 134062 w 161083"/>
                  <a:gd name="connsiteY3" fmla="*/ 31242 h 240696"/>
                  <a:gd name="connsiteX4" fmla="*/ 139961 w 161083"/>
                  <a:gd name="connsiteY4" fmla="*/ 56388 h 240696"/>
                  <a:gd name="connsiteX5" fmla="*/ 135013 w 161083"/>
                  <a:gd name="connsiteY5" fmla="*/ 79534 h 240696"/>
                  <a:gd name="connsiteX6" fmla="*/ 121502 w 161083"/>
                  <a:gd name="connsiteY6" fmla="*/ 97346 h 240696"/>
                  <a:gd name="connsiteX7" fmla="*/ 100855 w 161083"/>
                  <a:gd name="connsiteY7" fmla="*/ 108776 h 240696"/>
                  <a:gd name="connsiteX8" fmla="*/ 74690 w 161083"/>
                  <a:gd name="connsiteY8" fmla="*/ 112776 h 240696"/>
                  <a:gd name="connsiteX9" fmla="*/ 51569 w 161083"/>
                  <a:gd name="connsiteY9" fmla="*/ 109823 h 240696"/>
                  <a:gd name="connsiteX10" fmla="*/ 43101 w 161083"/>
                  <a:gd name="connsiteY10" fmla="*/ 117157 h 240696"/>
                  <a:gd name="connsiteX11" fmla="*/ 40152 w 161083"/>
                  <a:gd name="connsiteY11" fmla="*/ 124968 h 240696"/>
                  <a:gd name="connsiteX12" fmla="*/ 45195 w 161083"/>
                  <a:gd name="connsiteY12" fmla="*/ 134398 h 240696"/>
                  <a:gd name="connsiteX13" fmla="*/ 58515 w 161083"/>
                  <a:gd name="connsiteY13" fmla="*/ 138970 h 240696"/>
                  <a:gd name="connsiteX14" fmla="*/ 77354 w 161083"/>
                  <a:gd name="connsiteY14" fmla="*/ 140684 h 240696"/>
                  <a:gd name="connsiteX15" fmla="*/ 99047 w 161083"/>
                  <a:gd name="connsiteY15" fmla="*/ 141827 h 240696"/>
                  <a:gd name="connsiteX16" fmla="*/ 120741 w 161083"/>
                  <a:gd name="connsiteY16" fmla="*/ 144494 h 240696"/>
                  <a:gd name="connsiteX17" fmla="*/ 139580 w 161083"/>
                  <a:gd name="connsiteY17" fmla="*/ 150686 h 240696"/>
                  <a:gd name="connsiteX18" fmla="*/ 152900 w 161083"/>
                  <a:gd name="connsiteY18" fmla="*/ 162592 h 240696"/>
                  <a:gd name="connsiteX19" fmla="*/ 157943 w 161083"/>
                  <a:gd name="connsiteY19" fmla="*/ 182213 h 240696"/>
                  <a:gd name="connsiteX20" fmla="*/ 152330 w 161083"/>
                  <a:gd name="connsiteY20" fmla="*/ 203930 h 240696"/>
                  <a:gd name="connsiteX21" fmla="*/ 136250 w 161083"/>
                  <a:gd name="connsiteY21" fmla="*/ 222599 h 240696"/>
                  <a:gd name="connsiteX22" fmla="*/ 110465 w 161083"/>
                  <a:gd name="connsiteY22" fmla="*/ 235744 h 240696"/>
                  <a:gd name="connsiteX23" fmla="*/ 76117 w 161083"/>
                  <a:gd name="connsiteY23" fmla="*/ 240697 h 240696"/>
                  <a:gd name="connsiteX24" fmla="*/ 42721 w 161083"/>
                  <a:gd name="connsiteY24" fmla="*/ 236887 h 240696"/>
                  <a:gd name="connsiteX25" fmla="*/ 18934 w 161083"/>
                  <a:gd name="connsiteY25" fmla="*/ 226695 h 240696"/>
                  <a:gd name="connsiteX26" fmla="*/ 4757 w 161083"/>
                  <a:gd name="connsiteY26" fmla="*/ 211931 h 240696"/>
                  <a:gd name="connsiteX27" fmla="*/ 0 w 161083"/>
                  <a:gd name="connsiteY27" fmla="*/ 194405 h 240696"/>
                  <a:gd name="connsiteX28" fmla="*/ 8087 w 161083"/>
                  <a:gd name="connsiteY28" fmla="*/ 172498 h 240696"/>
                  <a:gd name="connsiteX29" fmla="*/ 30257 w 161083"/>
                  <a:gd name="connsiteY29" fmla="*/ 158210 h 240696"/>
                  <a:gd name="connsiteX30" fmla="*/ 17983 w 161083"/>
                  <a:gd name="connsiteY30" fmla="*/ 148971 h 240696"/>
                  <a:gd name="connsiteX31" fmla="*/ 13416 w 161083"/>
                  <a:gd name="connsiteY31" fmla="*/ 133350 h 240696"/>
                  <a:gd name="connsiteX32" fmla="*/ 14748 w 161083"/>
                  <a:gd name="connsiteY32" fmla="*/ 125540 h 240696"/>
                  <a:gd name="connsiteX33" fmla="*/ 18934 w 161083"/>
                  <a:gd name="connsiteY33" fmla="*/ 117443 h 240696"/>
                  <a:gd name="connsiteX34" fmla="*/ 25880 w 161083"/>
                  <a:gd name="connsiteY34" fmla="*/ 109728 h 240696"/>
                  <a:gd name="connsiteX35" fmla="*/ 35490 w 161083"/>
                  <a:gd name="connsiteY35" fmla="*/ 103346 h 240696"/>
                  <a:gd name="connsiteX36" fmla="*/ 15319 w 161083"/>
                  <a:gd name="connsiteY36" fmla="*/ 84106 h 240696"/>
                  <a:gd name="connsiteX37" fmla="*/ 8087 w 161083"/>
                  <a:gd name="connsiteY37" fmla="*/ 56293 h 240696"/>
                  <a:gd name="connsiteX38" fmla="*/ 13035 w 161083"/>
                  <a:gd name="connsiteY38" fmla="*/ 33052 h 240696"/>
                  <a:gd name="connsiteX39" fmla="*/ 26736 w 161083"/>
                  <a:gd name="connsiteY39" fmla="*/ 15335 h 240696"/>
                  <a:gd name="connsiteX40" fmla="*/ 47668 w 161083"/>
                  <a:gd name="connsiteY40" fmla="*/ 4001 h 240696"/>
                  <a:gd name="connsiteX41" fmla="*/ 74309 w 161083"/>
                  <a:gd name="connsiteY41" fmla="*/ 0 h 240696"/>
                  <a:gd name="connsiteX42" fmla="*/ 95527 w 161083"/>
                  <a:gd name="connsiteY42" fmla="*/ 2477 h 240696"/>
                  <a:gd name="connsiteX43" fmla="*/ 113415 w 161083"/>
                  <a:gd name="connsiteY43" fmla="*/ 9811 h 240696"/>
                  <a:gd name="connsiteX44" fmla="*/ 160798 w 161083"/>
                  <a:gd name="connsiteY44" fmla="*/ 9811 h 240696"/>
                  <a:gd name="connsiteX45" fmla="*/ 129875 w 161083"/>
                  <a:gd name="connsiteY45" fmla="*/ 187357 h 240696"/>
                  <a:gd name="connsiteX46" fmla="*/ 126259 w 161083"/>
                  <a:gd name="connsiteY46" fmla="*/ 176975 h 240696"/>
                  <a:gd name="connsiteX47" fmla="*/ 116555 w 161083"/>
                  <a:gd name="connsiteY47" fmla="*/ 170783 h 240696"/>
                  <a:gd name="connsiteX48" fmla="*/ 102378 w 161083"/>
                  <a:gd name="connsiteY48" fmla="*/ 167545 h 240696"/>
                  <a:gd name="connsiteX49" fmla="*/ 85251 w 161083"/>
                  <a:gd name="connsiteY49" fmla="*/ 166116 h 240696"/>
                  <a:gd name="connsiteX50" fmla="*/ 66888 w 161083"/>
                  <a:gd name="connsiteY50" fmla="*/ 165068 h 240696"/>
                  <a:gd name="connsiteX51" fmla="*/ 49000 w 161083"/>
                  <a:gd name="connsiteY51" fmla="*/ 163354 h 240696"/>
                  <a:gd name="connsiteX52" fmla="*/ 33206 w 161083"/>
                  <a:gd name="connsiteY52" fmla="*/ 174689 h 240696"/>
                  <a:gd name="connsiteX53" fmla="*/ 27117 w 161083"/>
                  <a:gd name="connsiteY53" fmla="*/ 190691 h 240696"/>
                  <a:gd name="connsiteX54" fmla="*/ 30161 w 161083"/>
                  <a:gd name="connsiteY54" fmla="*/ 201644 h 240696"/>
                  <a:gd name="connsiteX55" fmla="*/ 39391 w 161083"/>
                  <a:gd name="connsiteY55" fmla="*/ 210407 h 240696"/>
                  <a:gd name="connsiteX56" fmla="*/ 54995 w 161083"/>
                  <a:gd name="connsiteY56" fmla="*/ 216313 h 240696"/>
                  <a:gd name="connsiteX57" fmla="*/ 77164 w 161083"/>
                  <a:gd name="connsiteY57" fmla="*/ 218504 h 240696"/>
                  <a:gd name="connsiteX58" fmla="*/ 99333 w 161083"/>
                  <a:gd name="connsiteY58" fmla="*/ 216218 h 240696"/>
                  <a:gd name="connsiteX59" fmla="*/ 115984 w 161083"/>
                  <a:gd name="connsiteY59" fmla="*/ 209836 h 240696"/>
                  <a:gd name="connsiteX60" fmla="*/ 126355 w 161083"/>
                  <a:gd name="connsiteY60" fmla="*/ 200025 h 240696"/>
                  <a:gd name="connsiteX61" fmla="*/ 129970 w 161083"/>
                  <a:gd name="connsiteY61" fmla="*/ 187452 h 240696"/>
                  <a:gd name="connsiteX62" fmla="*/ 74595 w 161083"/>
                  <a:gd name="connsiteY62" fmla="*/ 92488 h 240696"/>
                  <a:gd name="connsiteX63" fmla="*/ 90960 w 161083"/>
                  <a:gd name="connsiteY63" fmla="*/ 89916 h 240696"/>
                  <a:gd name="connsiteX64" fmla="*/ 102853 w 161083"/>
                  <a:gd name="connsiteY64" fmla="*/ 82677 h 240696"/>
                  <a:gd name="connsiteX65" fmla="*/ 110085 w 161083"/>
                  <a:gd name="connsiteY65" fmla="*/ 71533 h 240696"/>
                  <a:gd name="connsiteX66" fmla="*/ 112463 w 161083"/>
                  <a:gd name="connsiteY66" fmla="*/ 57341 h 240696"/>
                  <a:gd name="connsiteX67" fmla="*/ 102758 w 161083"/>
                  <a:gd name="connsiteY67" fmla="*/ 31814 h 240696"/>
                  <a:gd name="connsiteX68" fmla="*/ 74595 w 161083"/>
                  <a:gd name="connsiteY68" fmla="*/ 22384 h 240696"/>
                  <a:gd name="connsiteX69" fmla="*/ 46241 w 161083"/>
                  <a:gd name="connsiteY69" fmla="*/ 31814 h 240696"/>
                  <a:gd name="connsiteX70" fmla="*/ 36536 w 161083"/>
                  <a:gd name="connsiteY70" fmla="*/ 57341 h 240696"/>
                  <a:gd name="connsiteX71" fmla="*/ 39010 w 161083"/>
                  <a:gd name="connsiteY71" fmla="*/ 71533 h 240696"/>
                  <a:gd name="connsiteX72" fmla="*/ 46336 w 161083"/>
                  <a:gd name="connsiteY72" fmla="*/ 82677 h 240696"/>
                  <a:gd name="connsiteX73" fmla="*/ 58230 w 161083"/>
                  <a:gd name="connsiteY73" fmla="*/ 89916 h 240696"/>
                  <a:gd name="connsiteX74" fmla="*/ 74595 w 161083"/>
                  <a:gd name="connsiteY74" fmla="*/ 92488 h 2406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</a:cxnLst>
                <a:rect l="l" t="t" r="r" b="b"/>
                <a:pathLst>
                  <a:path w="161083" h="240696">
                    <a:moveTo>
                      <a:pt x="161083" y="10097"/>
                    </a:moveTo>
                    <a:lnTo>
                      <a:pt x="161083" y="21431"/>
                    </a:lnTo>
                    <a:cubicBezTo>
                      <a:pt x="161083" y="25241"/>
                      <a:pt x="158704" y="27623"/>
                      <a:pt x="153852" y="28670"/>
                    </a:cubicBezTo>
                    <a:lnTo>
                      <a:pt x="134062" y="31242"/>
                    </a:lnTo>
                    <a:cubicBezTo>
                      <a:pt x="137963" y="38767"/>
                      <a:pt x="139961" y="47244"/>
                      <a:pt x="139961" y="56388"/>
                    </a:cubicBezTo>
                    <a:cubicBezTo>
                      <a:pt x="139961" y="64865"/>
                      <a:pt x="138343" y="72580"/>
                      <a:pt x="135013" y="79534"/>
                    </a:cubicBezTo>
                    <a:cubicBezTo>
                      <a:pt x="131683" y="86487"/>
                      <a:pt x="127211" y="92488"/>
                      <a:pt x="121502" y="97346"/>
                    </a:cubicBezTo>
                    <a:cubicBezTo>
                      <a:pt x="115793" y="102299"/>
                      <a:pt x="108848" y="106108"/>
                      <a:pt x="100855" y="108776"/>
                    </a:cubicBezTo>
                    <a:cubicBezTo>
                      <a:pt x="92863" y="111443"/>
                      <a:pt x="84110" y="112776"/>
                      <a:pt x="74690" y="112776"/>
                    </a:cubicBezTo>
                    <a:cubicBezTo>
                      <a:pt x="66507" y="112776"/>
                      <a:pt x="58801" y="111824"/>
                      <a:pt x="51569" y="109823"/>
                    </a:cubicBezTo>
                    <a:cubicBezTo>
                      <a:pt x="47859" y="112109"/>
                      <a:pt x="45099" y="114586"/>
                      <a:pt x="43101" y="117157"/>
                    </a:cubicBezTo>
                    <a:cubicBezTo>
                      <a:pt x="41103" y="119729"/>
                      <a:pt x="40152" y="122396"/>
                      <a:pt x="40152" y="124968"/>
                    </a:cubicBezTo>
                    <a:cubicBezTo>
                      <a:pt x="40152" y="129064"/>
                      <a:pt x="41864" y="132207"/>
                      <a:pt x="45195" y="134398"/>
                    </a:cubicBezTo>
                    <a:cubicBezTo>
                      <a:pt x="48620" y="136493"/>
                      <a:pt x="52997" y="138017"/>
                      <a:pt x="58515" y="138970"/>
                    </a:cubicBezTo>
                    <a:cubicBezTo>
                      <a:pt x="64034" y="139922"/>
                      <a:pt x="70313" y="140494"/>
                      <a:pt x="77354" y="140684"/>
                    </a:cubicBezTo>
                    <a:cubicBezTo>
                      <a:pt x="84395" y="140970"/>
                      <a:pt x="91626" y="141256"/>
                      <a:pt x="99047" y="141827"/>
                    </a:cubicBezTo>
                    <a:cubicBezTo>
                      <a:pt x="106469" y="142304"/>
                      <a:pt x="113700" y="143256"/>
                      <a:pt x="120741" y="144494"/>
                    </a:cubicBezTo>
                    <a:cubicBezTo>
                      <a:pt x="127782" y="145733"/>
                      <a:pt x="134062" y="147828"/>
                      <a:pt x="139580" y="150686"/>
                    </a:cubicBezTo>
                    <a:cubicBezTo>
                      <a:pt x="145099" y="153543"/>
                      <a:pt x="149570" y="157544"/>
                      <a:pt x="152900" y="162592"/>
                    </a:cubicBezTo>
                    <a:cubicBezTo>
                      <a:pt x="156326" y="167640"/>
                      <a:pt x="157943" y="174212"/>
                      <a:pt x="157943" y="182213"/>
                    </a:cubicBezTo>
                    <a:cubicBezTo>
                      <a:pt x="157943" y="189643"/>
                      <a:pt x="156040" y="196882"/>
                      <a:pt x="152330" y="203930"/>
                    </a:cubicBezTo>
                    <a:cubicBezTo>
                      <a:pt x="148619" y="210979"/>
                      <a:pt x="143195" y="217170"/>
                      <a:pt x="136250" y="222599"/>
                    </a:cubicBezTo>
                    <a:cubicBezTo>
                      <a:pt x="129209" y="228029"/>
                      <a:pt x="120646" y="232410"/>
                      <a:pt x="110465" y="235744"/>
                    </a:cubicBezTo>
                    <a:cubicBezTo>
                      <a:pt x="100284" y="238982"/>
                      <a:pt x="88867" y="240697"/>
                      <a:pt x="76117" y="240697"/>
                    </a:cubicBezTo>
                    <a:cubicBezTo>
                      <a:pt x="63368" y="240697"/>
                      <a:pt x="52235" y="239459"/>
                      <a:pt x="42721" y="236887"/>
                    </a:cubicBezTo>
                    <a:cubicBezTo>
                      <a:pt x="33206" y="234315"/>
                      <a:pt x="25309" y="230981"/>
                      <a:pt x="18934" y="226695"/>
                    </a:cubicBezTo>
                    <a:cubicBezTo>
                      <a:pt x="12655" y="222409"/>
                      <a:pt x="7897" y="217551"/>
                      <a:pt x="4757" y="211931"/>
                    </a:cubicBezTo>
                    <a:cubicBezTo>
                      <a:pt x="1617" y="206407"/>
                      <a:pt x="0" y="200501"/>
                      <a:pt x="0" y="194405"/>
                    </a:cubicBezTo>
                    <a:cubicBezTo>
                      <a:pt x="0" y="185738"/>
                      <a:pt x="2664" y="178499"/>
                      <a:pt x="8087" y="172498"/>
                    </a:cubicBezTo>
                    <a:cubicBezTo>
                      <a:pt x="13511" y="166497"/>
                      <a:pt x="20932" y="161735"/>
                      <a:pt x="30257" y="158210"/>
                    </a:cubicBezTo>
                    <a:cubicBezTo>
                      <a:pt x="25119" y="155924"/>
                      <a:pt x="21027" y="152876"/>
                      <a:pt x="17983" y="148971"/>
                    </a:cubicBezTo>
                    <a:cubicBezTo>
                      <a:pt x="14938" y="145161"/>
                      <a:pt x="13416" y="139922"/>
                      <a:pt x="13416" y="133350"/>
                    </a:cubicBezTo>
                    <a:cubicBezTo>
                      <a:pt x="13416" y="130778"/>
                      <a:pt x="13891" y="128206"/>
                      <a:pt x="14748" y="125540"/>
                    </a:cubicBezTo>
                    <a:cubicBezTo>
                      <a:pt x="15699" y="122873"/>
                      <a:pt x="17031" y="120110"/>
                      <a:pt x="18934" y="117443"/>
                    </a:cubicBezTo>
                    <a:cubicBezTo>
                      <a:pt x="20837" y="114776"/>
                      <a:pt x="23121" y="112205"/>
                      <a:pt x="25880" y="109728"/>
                    </a:cubicBezTo>
                    <a:cubicBezTo>
                      <a:pt x="28639" y="107347"/>
                      <a:pt x="31874" y="105156"/>
                      <a:pt x="35490" y="103346"/>
                    </a:cubicBezTo>
                    <a:cubicBezTo>
                      <a:pt x="26831" y="98489"/>
                      <a:pt x="20171" y="92107"/>
                      <a:pt x="15319" y="84106"/>
                    </a:cubicBezTo>
                    <a:cubicBezTo>
                      <a:pt x="10466" y="76105"/>
                      <a:pt x="8087" y="66866"/>
                      <a:pt x="8087" y="56293"/>
                    </a:cubicBezTo>
                    <a:cubicBezTo>
                      <a:pt x="8087" y="47816"/>
                      <a:pt x="9705" y="40005"/>
                      <a:pt x="13035" y="33052"/>
                    </a:cubicBezTo>
                    <a:cubicBezTo>
                      <a:pt x="16365" y="26099"/>
                      <a:pt x="20837" y="20193"/>
                      <a:pt x="26736" y="15335"/>
                    </a:cubicBezTo>
                    <a:cubicBezTo>
                      <a:pt x="32635" y="10478"/>
                      <a:pt x="39581" y="6668"/>
                      <a:pt x="47668" y="4001"/>
                    </a:cubicBezTo>
                    <a:cubicBezTo>
                      <a:pt x="55756" y="1334"/>
                      <a:pt x="64604" y="0"/>
                      <a:pt x="74309" y="0"/>
                    </a:cubicBezTo>
                    <a:cubicBezTo>
                      <a:pt x="81921" y="0"/>
                      <a:pt x="88962" y="857"/>
                      <a:pt x="95527" y="2477"/>
                    </a:cubicBezTo>
                    <a:cubicBezTo>
                      <a:pt x="102092" y="4191"/>
                      <a:pt x="107991" y="6572"/>
                      <a:pt x="113415" y="9811"/>
                    </a:cubicBezTo>
                    <a:lnTo>
                      <a:pt x="160798" y="9811"/>
                    </a:lnTo>
                    <a:close/>
                    <a:moveTo>
                      <a:pt x="129875" y="187357"/>
                    </a:moveTo>
                    <a:cubicBezTo>
                      <a:pt x="129875" y="183071"/>
                      <a:pt x="128638" y="179642"/>
                      <a:pt x="126259" y="176975"/>
                    </a:cubicBezTo>
                    <a:cubicBezTo>
                      <a:pt x="123881" y="174308"/>
                      <a:pt x="120646" y="172307"/>
                      <a:pt x="116555" y="170783"/>
                    </a:cubicBezTo>
                    <a:cubicBezTo>
                      <a:pt x="112463" y="169259"/>
                      <a:pt x="107706" y="168212"/>
                      <a:pt x="102378" y="167545"/>
                    </a:cubicBezTo>
                    <a:cubicBezTo>
                      <a:pt x="97049" y="166878"/>
                      <a:pt x="91246" y="166402"/>
                      <a:pt x="85251" y="166116"/>
                    </a:cubicBezTo>
                    <a:cubicBezTo>
                      <a:pt x="79257" y="165735"/>
                      <a:pt x="73073" y="165449"/>
                      <a:pt x="66888" y="165068"/>
                    </a:cubicBezTo>
                    <a:cubicBezTo>
                      <a:pt x="60703" y="164687"/>
                      <a:pt x="54709" y="164116"/>
                      <a:pt x="49000" y="163354"/>
                    </a:cubicBezTo>
                    <a:cubicBezTo>
                      <a:pt x="42531" y="166306"/>
                      <a:pt x="37297" y="170117"/>
                      <a:pt x="33206" y="174689"/>
                    </a:cubicBezTo>
                    <a:cubicBezTo>
                      <a:pt x="29115" y="179261"/>
                      <a:pt x="27117" y="184595"/>
                      <a:pt x="27117" y="190691"/>
                    </a:cubicBezTo>
                    <a:cubicBezTo>
                      <a:pt x="27117" y="194596"/>
                      <a:pt x="28163" y="198215"/>
                      <a:pt x="30161" y="201644"/>
                    </a:cubicBezTo>
                    <a:cubicBezTo>
                      <a:pt x="32159" y="205073"/>
                      <a:pt x="35204" y="207931"/>
                      <a:pt x="39391" y="210407"/>
                    </a:cubicBezTo>
                    <a:cubicBezTo>
                      <a:pt x="43482" y="212884"/>
                      <a:pt x="48715" y="214789"/>
                      <a:pt x="54995" y="216313"/>
                    </a:cubicBezTo>
                    <a:cubicBezTo>
                      <a:pt x="61274" y="217742"/>
                      <a:pt x="68601" y="218504"/>
                      <a:pt x="77164" y="218504"/>
                    </a:cubicBezTo>
                    <a:cubicBezTo>
                      <a:pt x="85727" y="218504"/>
                      <a:pt x="92863" y="217742"/>
                      <a:pt x="99333" y="216218"/>
                    </a:cubicBezTo>
                    <a:cubicBezTo>
                      <a:pt x="105898" y="214694"/>
                      <a:pt x="111417" y="212598"/>
                      <a:pt x="115984" y="209836"/>
                    </a:cubicBezTo>
                    <a:cubicBezTo>
                      <a:pt x="120551" y="207074"/>
                      <a:pt x="123976" y="203835"/>
                      <a:pt x="126355" y="200025"/>
                    </a:cubicBezTo>
                    <a:cubicBezTo>
                      <a:pt x="128733" y="196215"/>
                      <a:pt x="129970" y="192024"/>
                      <a:pt x="129970" y="187452"/>
                    </a:cubicBezTo>
                    <a:close/>
                    <a:moveTo>
                      <a:pt x="74595" y="92488"/>
                    </a:moveTo>
                    <a:cubicBezTo>
                      <a:pt x="80779" y="92488"/>
                      <a:pt x="86203" y="91630"/>
                      <a:pt x="90960" y="89916"/>
                    </a:cubicBezTo>
                    <a:cubicBezTo>
                      <a:pt x="95622" y="88202"/>
                      <a:pt x="99618" y="85820"/>
                      <a:pt x="102853" y="82677"/>
                    </a:cubicBezTo>
                    <a:cubicBezTo>
                      <a:pt x="106088" y="79534"/>
                      <a:pt x="108467" y="75914"/>
                      <a:pt x="110085" y="71533"/>
                    </a:cubicBezTo>
                    <a:cubicBezTo>
                      <a:pt x="111702" y="67247"/>
                      <a:pt x="112463" y="62484"/>
                      <a:pt x="112463" y="57341"/>
                    </a:cubicBezTo>
                    <a:cubicBezTo>
                      <a:pt x="112463" y="46673"/>
                      <a:pt x="109228" y="38100"/>
                      <a:pt x="102758" y="31814"/>
                    </a:cubicBezTo>
                    <a:cubicBezTo>
                      <a:pt x="96288" y="25527"/>
                      <a:pt x="86869" y="22384"/>
                      <a:pt x="74595" y="22384"/>
                    </a:cubicBezTo>
                    <a:cubicBezTo>
                      <a:pt x="62321" y="22384"/>
                      <a:pt x="52711" y="25527"/>
                      <a:pt x="46241" y="31814"/>
                    </a:cubicBezTo>
                    <a:cubicBezTo>
                      <a:pt x="39771" y="38100"/>
                      <a:pt x="36536" y="46673"/>
                      <a:pt x="36536" y="57341"/>
                    </a:cubicBezTo>
                    <a:cubicBezTo>
                      <a:pt x="36536" y="62484"/>
                      <a:pt x="37393" y="67247"/>
                      <a:pt x="39010" y="71533"/>
                    </a:cubicBezTo>
                    <a:cubicBezTo>
                      <a:pt x="40627" y="75819"/>
                      <a:pt x="43101" y="79534"/>
                      <a:pt x="46336" y="82677"/>
                    </a:cubicBezTo>
                    <a:cubicBezTo>
                      <a:pt x="49571" y="85820"/>
                      <a:pt x="53472" y="88202"/>
                      <a:pt x="58230" y="89916"/>
                    </a:cubicBezTo>
                    <a:cubicBezTo>
                      <a:pt x="62987" y="91630"/>
                      <a:pt x="68410" y="92488"/>
                      <a:pt x="74595" y="92488"/>
                    </a:cubicBezTo>
                    <a:close/>
                  </a:path>
                </a:pathLst>
              </a:custGeom>
              <a:solidFill>
                <a:schemeClr val="bg1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F2034871-AFC1-F3B2-F4B4-C6594786C9B6}"/>
                  </a:ext>
                </a:extLst>
              </p:cNvPr>
              <p:cNvSpPr/>
              <p:nvPr/>
            </p:nvSpPr>
            <p:spPr>
              <a:xfrm>
                <a:off x="9140826" y="6450933"/>
                <a:ext cx="112463" cy="234124"/>
              </a:xfrm>
              <a:custGeom>
                <a:avLst/>
                <a:gdLst>
                  <a:gd name="connsiteX0" fmla="*/ 70504 w 112463"/>
                  <a:gd name="connsiteY0" fmla="*/ 234124 h 234124"/>
                  <a:gd name="connsiteX1" fmla="*/ 38725 w 112463"/>
                  <a:gd name="connsiteY1" fmla="*/ 222599 h 234124"/>
                  <a:gd name="connsiteX2" fmla="*/ 27592 w 112463"/>
                  <a:gd name="connsiteY2" fmla="*/ 189357 h 234124"/>
                  <a:gd name="connsiteX3" fmla="*/ 27592 w 112463"/>
                  <a:gd name="connsiteY3" fmla="*/ 82487 h 234124"/>
                  <a:gd name="connsiteX4" fmla="*/ 6565 w 112463"/>
                  <a:gd name="connsiteY4" fmla="*/ 82487 h 234124"/>
                  <a:gd name="connsiteX5" fmla="*/ 1903 w 112463"/>
                  <a:gd name="connsiteY5" fmla="*/ 80867 h 234124"/>
                  <a:gd name="connsiteX6" fmla="*/ 0 w 112463"/>
                  <a:gd name="connsiteY6" fmla="*/ 75724 h 234124"/>
                  <a:gd name="connsiteX7" fmla="*/ 0 w 112463"/>
                  <a:gd name="connsiteY7" fmla="*/ 63437 h 234124"/>
                  <a:gd name="connsiteX8" fmla="*/ 28544 w 112463"/>
                  <a:gd name="connsiteY8" fmla="*/ 59817 h 234124"/>
                  <a:gd name="connsiteX9" fmla="*/ 35585 w 112463"/>
                  <a:gd name="connsiteY9" fmla="*/ 5810 h 234124"/>
                  <a:gd name="connsiteX10" fmla="*/ 37868 w 112463"/>
                  <a:gd name="connsiteY10" fmla="*/ 1619 h 234124"/>
                  <a:gd name="connsiteX11" fmla="*/ 42626 w 112463"/>
                  <a:gd name="connsiteY11" fmla="*/ 0 h 234124"/>
                  <a:gd name="connsiteX12" fmla="*/ 58135 w 112463"/>
                  <a:gd name="connsiteY12" fmla="*/ 0 h 234124"/>
                  <a:gd name="connsiteX13" fmla="*/ 58135 w 112463"/>
                  <a:gd name="connsiteY13" fmla="*/ 60198 h 234124"/>
                  <a:gd name="connsiteX14" fmla="*/ 108562 w 112463"/>
                  <a:gd name="connsiteY14" fmla="*/ 60198 h 234124"/>
                  <a:gd name="connsiteX15" fmla="*/ 108562 w 112463"/>
                  <a:gd name="connsiteY15" fmla="*/ 82487 h 234124"/>
                  <a:gd name="connsiteX16" fmla="*/ 58135 w 112463"/>
                  <a:gd name="connsiteY16" fmla="*/ 82487 h 234124"/>
                  <a:gd name="connsiteX17" fmla="*/ 58135 w 112463"/>
                  <a:gd name="connsiteY17" fmla="*/ 187262 h 234124"/>
                  <a:gd name="connsiteX18" fmla="*/ 63463 w 112463"/>
                  <a:gd name="connsiteY18" fmla="*/ 203645 h 234124"/>
                  <a:gd name="connsiteX19" fmla="*/ 77259 w 112463"/>
                  <a:gd name="connsiteY19" fmla="*/ 208978 h 234124"/>
                  <a:gd name="connsiteX20" fmla="*/ 85632 w 112463"/>
                  <a:gd name="connsiteY20" fmla="*/ 207740 h 234124"/>
                  <a:gd name="connsiteX21" fmla="*/ 91721 w 112463"/>
                  <a:gd name="connsiteY21" fmla="*/ 204883 h 234124"/>
                  <a:gd name="connsiteX22" fmla="*/ 96098 w 112463"/>
                  <a:gd name="connsiteY22" fmla="*/ 202025 h 234124"/>
                  <a:gd name="connsiteX23" fmla="*/ 99238 w 112463"/>
                  <a:gd name="connsiteY23" fmla="*/ 200692 h 234124"/>
                  <a:gd name="connsiteX24" fmla="*/ 103520 w 112463"/>
                  <a:gd name="connsiteY24" fmla="*/ 203645 h 234124"/>
                  <a:gd name="connsiteX25" fmla="*/ 112463 w 112463"/>
                  <a:gd name="connsiteY25" fmla="*/ 218313 h 234124"/>
                  <a:gd name="connsiteX26" fmla="*/ 93339 w 112463"/>
                  <a:gd name="connsiteY26" fmla="*/ 229934 h 234124"/>
                  <a:gd name="connsiteX27" fmla="*/ 70313 w 112463"/>
                  <a:gd name="connsiteY27" fmla="*/ 234124 h 2341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112463" h="234124">
                    <a:moveTo>
                      <a:pt x="70504" y="234124"/>
                    </a:moveTo>
                    <a:cubicBezTo>
                      <a:pt x="56707" y="234124"/>
                      <a:pt x="46146" y="230315"/>
                      <a:pt x="38725" y="222599"/>
                    </a:cubicBezTo>
                    <a:cubicBezTo>
                      <a:pt x="31303" y="214884"/>
                      <a:pt x="27592" y="203835"/>
                      <a:pt x="27592" y="189357"/>
                    </a:cubicBezTo>
                    <a:lnTo>
                      <a:pt x="27592" y="82487"/>
                    </a:lnTo>
                    <a:lnTo>
                      <a:pt x="6565" y="82487"/>
                    </a:lnTo>
                    <a:cubicBezTo>
                      <a:pt x="4757" y="82487"/>
                      <a:pt x="3140" y="81915"/>
                      <a:pt x="1903" y="80867"/>
                    </a:cubicBezTo>
                    <a:cubicBezTo>
                      <a:pt x="666" y="79819"/>
                      <a:pt x="0" y="78105"/>
                      <a:pt x="0" y="75724"/>
                    </a:cubicBezTo>
                    <a:lnTo>
                      <a:pt x="0" y="63437"/>
                    </a:lnTo>
                    <a:lnTo>
                      <a:pt x="28544" y="59817"/>
                    </a:lnTo>
                    <a:lnTo>
                      <a:pt x="35585" y="5810"/>
                    </a:lnTo>
                    <a:cubicBezTo>
                      <a:pt x="35965" y="4096"/>
                      <a:pt x="36727" y="2667"/>
                      <a:pt x="37868" y="1619"/>
                    </a:cubicBezTo>
                    <a:cubicBezTo>
                      <a:pt x="39105" y="571"/>
                      <a:pt x="40628" y="0"/>
                      <a:pt x="42626" y="0"/>
                    </a:cubicBezTo>
                    <a:lnTo>
                      <a:pt x="58135" y="0"/>
                    </a:lnTo>
                    <a:lnTo>
                      <a:pt x="58135" y="60198"/>
                    </a:lnTo>
                    <a:lnTo>
                      <a:pt x="108562" y="60198"/>
                    </a:lnTo>
                    <a:lnTo>
                      <a:pt x="108562" y="82487"/>
                    </a:lnTo>
                    <a:lnTo>
                      <a:pt x="58135" y="82487"/>
                    </a:lnTo>
                    <a:lnTo>
                      <a:pt x="58135" y="187262"/>
                    </a:lnTo>
                    <a:cubicBezTo>
                      <a:pt x="58135" y="194596"/>
                      <a:pt x="59942" y="200120"/>
                      <a:pt x="63463" y="203645"/>
                    </a:cubicBezTo>
                    <a:cubicBezTo>
                      <a:pt x="66983" y="207169"/>
                      <a:pt x="71645" y="208978"/>
                      <a:pt x="77259" y="208978"/>
                    </a:cubicBezTo>
                    <a:cubicBezTo>
                      <a:pt x="80494" y="208978"/>
                      <a:pt x="83253" y="208598"/>
                      <a:pt x="85632" y="207740"/>
                    </a:cubicBezTo>
                    <a:cubicBezTo>
                      <a:pt x="88011" y="206883"/>
                      <a:pt x="90009" y="205930"/>
                      <a:pt x="91721" y="204883"/>
                    </a:cubicBezTo>
                    <a:cubicBezTo>
                      <a:pt x="93434" y="203835"/>
                      <a:pt x="94861" y="202883"/>
                      <a:pt x="96098" y="202025"/>
                    </a:cubicBezTo>
                    <a:cubicBezTo>
                      <a:pt x="97335" y="201168"/>
                      <a:pt x="98382" y="200692"/>
                      <a:pt x="99238" y="200692"/>
                    </a:cubicBezTo>
                    <a:cubicBezTo>
                      <a:pt x="100855" y="200692"/>
                      <a:pt x="102283" y="201644"/>
                      <a:pt x="103520" y="203645"/>
                    </a:cubicBezTo>
                    <a:lnTo>
                      <a:pt x="112463" y="218313"/>
                    </a:lnTo>
                    <a:cubicBezTo>
                      <a:pt x="107230" y="223266"/>
                      <a:pt x="100855" y="227171"/>
                      <a:pt x="93339" y="229934"/>
                    </a:cubicBezTo>
                    <a:cubicBezTo>
                      <a:pt x="85822" y="232696"/>
                      <a:pt x="78211" y="234124"/>
                      <a:pt x="70313" y="234124"/>
                    </a:cubicBezTo>
                    <a:close/>
                  </a:path>
                </a:pathLst>
              </a:custGeom>
              <a:solidFill>
                <a:schemeClr val="bg1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58FBD637-A4E0-D1B8-3871-34E026D21B83}"/>
                  </a:ext>
                </a:extLst>
              </p:cNvPr>
              <p:cNvSpPr/>
              <p:nvPr/>
            </p:nvSpPr>
            <p:spPr>
              <a:xfrm>
                <a:off x="9277837" y="6428358"/>
                <a:ext cx="145383" cy="254031"/>
              </a:xfrm>
              <a:custGeom>
                <a:avLst/>
                <a:gdLst>
                  <a:gd name="connsiteX0" fmla="*/ 30828 w 145383"/>
                  <a:gd name="connsiteY0" fmla="*/ 102584 h 254031"/>
                  <a:gd name="connsiteX1" fmla="*/ 55661 w 145383"/>
                  <a:gd name="connsiteY1" fmla="*/ 83630 h 254031"/>
                  <a:gd name="connsiteX2" fmla="*/ 86964 w 145383"/>
                  <a:gd name="connsiteY2" fmla="*/ 76581 h 254031"/>
                  <a:gd name="connsiteX3" fmla="*/ 112178 w 145383"/>
                  <a:gd name="connsiteY3" fmla="*/ 81344 h 254031"/>
                  <a:gd name="connsiteX4" fmla="*/ 130446 w 145383"/>
                  <a:gd name="connsiteY4" fmla="*/ 94774 h 254031"/>
                  <a:gd name="connsiteX5" fmla="*/ 141578 w 145383"/>
                  <a:gd name="connsiteY5" fmla="*/ 115729 h 254031"/>
                  <a:gd name="connsiteX6" fmla="*/ 145384 w 145383"/>
                  <a:gd name="connsiteY6" fmla="*/ 142780 h 254031"/>
                  <a:gd name="connsiteX7" fmla="*/ 145384 w 145383"/>
                  <a:gd name="connsiteY7" fmla="*/ 254032 h 254031"/>
                  <a:gd name="connsiteX8" fmla="*/ 114557 w 145383"/>
                  <a:gd name="connsiteY8" fmla="*/ 254032 h 254031"/>
                  <a:gd name="connsiteX9" fmla="*/ 114557 w 145383"/>
                  <a:gd name="connsiteY9" fmla="*/ 142780 h 254031"/>
                  <a:gd name="connsiteX10" fmla="*/ 105518 w 145383"/>
                  <a:gd name="connsiteY10" fmla="*/ 112014 h 254031"/>
                  <a:gd name="connsiteX11" fmla="*/ 78020 w 145383"/>
                  <a:gd name="connsiteY11" fmla="*/ 101060 h 254031"/>
                  <a:gd name="connsiteX12" fmla="*/ 52616 w 145383"/>
                  <a:gd name="connsiteY12" fmla="*/ 107633 h 254031"/>
                  <a:gd name="connsiteX13" fmla="*/ 30828 w 145383"/>
                  <a:gd name="connsiteY13" fmla="*/ 125349 h 254031"/>
                  <a:gd name="connsiteX14" fmla="*/ 30828 w 145383"/>
                  <a:gd name="connsiteY14" fmla="*/ 253937 h 254031"/>
                  <a:gd name="connsiteX15" fmla="*/ 0 w 145383"/>
                  <a:gd name="connsiteY15" fmla="*/ 253937 h 254031"/>
                  <a:gd name="connsiteX16" fmla="*/ 0 w 145383"/>
                  <a:gd name="connsiteY16" fmla="*/ 0 h 254031"/>
                  <a:gd name="connsiteX17" fmla="*/ 30828 w 145383"/>
                  <a:gd name="connsiteY17" fmla="*/ 0 h 254031"/>
                  <a:gd name="connsiteX18" fmla="*/ 30828 w 145383"/>
                  <a:gd name="connsiteY18" fmla="*/ 102584 h 2540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45383" h="254031">
                    <a:moveTo>
                      <a:pt x="30828" y="102584"/>
                    </a:moveTo>
                    <a:cubicBezTo>
                      <a:pt x="38249" y="94679"/>
                      <a:pt x="46527" y="88297"/>
                      <a:pt x="55661" y="83630"/>
                    </a:cubicBezTo>
                    <a:cubicBezTo>
                      <a:pt x="64795" y="78962"/>
                      <a:pt x="75166" y="76581"/>
                      <a:pt x="86964" y="76581"/>
                    </a:cubicBezTo>
                    <a:cubicBezTo>
                      <a:pt x="96479" y="76581"/>
                      <a:pt x="104947" y="78200"/>
                      <a:pt x="112178" y="81344"/>
                    </a:cubicBezTo>
                    <a:cubicBezTo>
                      <a:pt x="119504" y="84487"/>
                      <a:pt x="125594" y="88964"/>
                      <a:pt x="130446" y="94774"/>
                    </a:cubicBezTo>
                    <a:cubicBezTo>
                      <a:pt x="135298" y="100584"/>
                      <a:pt x="139009" y="107537"/>
                      <a:pt x="141578" y="115729"/>
                    </a:cubicBezTo>
                    <a:cubicBezTo>
                      <a:pt x="144052" y="123920"/>
                      <a:pt x="145384" y="132874"/>
                      <a:pt x="145384" y="142780"/>
                    </a:cubicBezTo>
                    <a:lnTo>
                      <a:pt x="145384" y="254032"/>
                    </a:lnTo>
                    <a:lnTo>
                      <a:pt x="114557" y="254032"/>
                    </a:lnTo>
                    <a:lnTo>
                      <a:pt x="114557" y="142780"/>
                    </a:lnTo>
                    <a:cubicBezTo>
                      <a:pt x="114557" y="129540"/>
                      <a:pt x="111512" y="119348"/>
                      <a:pt x="105518" y="112014"/>
                    </a:cubicBezTo>
                    <a:cubicBezTo>
                      <a:pt x="99523" y="104680"/>
                      <a:pt x="90294" y="101060"/>
                      <a:pt x="78020" y="101060"/>
                    </a:cubicBezTo>
                    <a:cubicBezTo>
                      <a:pt x="68981" y="101060"/>
                      <a:pt x="60513" y="103251"/>
                      <a:pt x="52616" y="107633"/>
                    </a:cubicBezTo>
                    <a:cubicBezTo>
                      <a:pt x="44719" y="112014"/>
                      <a:pt x="37488" y="117920"/>
                      <a:pt x="30828" y="125349"/>
                    </a:cubicBezTo>
                    <a:lnTo>
                      <a:pt x="30828" y="253937"/>
                    </a:lnTo>
                    <a:lnTo>
                      <a:pt x="0" y="253937"/>
                    </a:lnTo>
                    <a:lnTo>
                      <a:pt x="0" y="0"/>
                    </a:lnTo>
                    <a:lnTo>
                      <a:pt x="30828" y="0"/>
                    </a:lnTo>
                    <a:lnTo>
                      <a:pt x="30828" y="102584"/>
                    </a:lnTo>
                    <a:close/>
                  </a:path>
                </a:pathLst>
              </a:custGeom>
              <a:solidFill>
                <a:schemeClr val="bg1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0E363CFD-CDE6-CBDF-F109-A1B797D54FDA}"/>
                  </a:ext>
                </a:extLst>
              </p:cNvPr>
              <p:cNvSpPr/>
              <p:nvPr/>
            </p:nvSpPr>
            <p:spPr>
              <a:xfrm>
                <a:off x="9456617" y="6504940"/>
                <a:ext cx="154327" cy="179831"/>
              </a:xfrm>
              <a:custGeom>
                <a:avLst/>
                <a:gdLst>
                  <a:gd name="connsiteX0" fmla="*/ 151473 w 154327"/>
                  <a:gd name="connsiteY0" fmla="*/ 152876 h 179831"/>
                  <a:gd name="connsiteX1" fmla="*/ 137867 w 154327"/>
                  <a:gd name="connsiteY1" fmla="*/ 164878 h 179831"/>
                  <a:gd name="connsiteX2" fmla="*/ 120931 w 154327"/>
                  <a:gd name="connsiteY2" fmla="*/ 173260 h 179831"/>
                  <a:gd name="connsiteX3" fmla="*/ 102283 w 154327"/>
                  <a:gd name="connsiteY3" fmla="*/ 178213 h 179831"/>
                  <a:gd name="connsiteX4" fmla="*/ 83158 w 154327"/>
                  <a:gd name="connsiteY4" fmla="*/ 179832 h 179831"/>
                  <a:gd name="connsiteX5" fmla="*/ 49857 w 154327"/>
                  <a:gd name="connsiteY5" fmla="*/ 173736 h 179831"/>
                  <a:gd name="connsiteX6" fmla="*/ 23501 w 154327"/>
                  <a:gd name="connsiteY6" fmla="*/ 155829 h 179831"/>
                  <a:gd name="connsiteX7" fmla="*/ 6184 w 154327"/>
                  <a:gd name="connsiteY7" fmla="*/ 126587 h 179831"/>
                  <a:gd name="connsiteX8" fmla="*/ 0 w 154327"/>
                  <a:gd name="connsiteY8" fmla="*/ 86582 h 179831"/>
                  <a:gd name="connsiteX9" fmla="*/ 5614 w 154327"/>
                  <a:gd name="connsiteY9" fmla="*/ 52483 h 179831"/>
                  <a:gd name="connsiteX10" fmla="*/ 21693 w 154327"/>
                  <a:gd name="connsiteY10" fmla="*/ 24955 h 179831"/>
                  <a:gd name="connsiteX11" fmla="*/ 47383 w 154327"/>
                  <a:gd name="connsiteY11" fmla="*/ 6667 h 179831"/>
                  <a:gd name="connsiteX12" fmla="*/ 81445 w 154327"/>
                  <a:gd name="connsiteY12" fmla="*/ 0 h 179831"/>
                  <a:gd name="connsiteX13" fmla="*/ 110465 w 154327"/>
                  <a:gd name="connsiteY13" fmla="*/ 5239 h 179831"/>
                  <a:gd name="connsiteX14" fmla="*/ 133586 w 154327"/>
                  <a:gd name="connsiteY14" fmla="*/ 20383 h 179831"/>
                  <a:gd name="connsiteX15" fmla="*/ 148809 w 154327"/>
                  <a:gd name="connsiteY15" fmla="*/ 44863 h 179831"/>
                  <a:gd name="connsiteX16" fmla="*/ 154328 w 154327"/>
                  <a:gd name="connsiteY16" fmla="*/ 78010 h 179831"/>
                  <a:gd name="connsiteX17" fmla="*/ 152805 w 154327"/>
                  <a:gd name="connsiteY17" fmla="*/ 87630 h 179831"/>
                  <a:gd name="connsiteX18" fmla="*/ 146906 w 154327"/>
                  <a:gd name="connsiteY18" fmla="*/ 90011 h 179831"/>
                  <a:gd name="connsiteX19" fmla="*/ 30352 w 154327"/>
                  <a:gd name="connsiteY19" fmla="*/ 90011 h 179831"/>
                  <a:gd name="connsiteX20" fmla="*/ 34919 w 154327"/>
                  <a:gd name="connsiteY20" fmla="*/ 118777 h 179831"/>
                  <a:gd name="connsiteX21" fmla="*/ 46241 w 154327"/>
                  <a:gd name="connsiteY21" fmla="*/ 139160 h 179831"/>
                  <a:gd name="connsiteX22" fmla="*/ 63463 w 154327"/>
                  <a:gd name="connsiteY22" fmla="*/ 151448 h 179831"/>
                  <a:gd name="connsiteX23" fmla="*/ 85822 w 154327"/>
                  <a:gd name="connsiteY23" fmla="*/ 155543 h 179831"/>
                  <a:gd name="connsiteX24" fmla="*/ 105708 w 154327"/>
                  <a:gd name="connsiteY24" fmla="*/ 152876 h 179831"/>
                  <a:gd name="connsiteX25" fmla="*/ 120075 w 154327"/>
                  <a:gd name="connsiteY25" fmla="*/ 147066 h 179831"/>
                  <a:gd name="connsiteX26" fmla="*/ 130160 w 154327"/>
                  <a:gd name="connsiteY26" fmla="*/ 141256 h 179831"/>
                  <a:gd name="connsiteX27" fmla="*/ 137106 w 154327"/>
                  <a:gd name="connsiteY27" fmla="*/ 138589 h 179831"/>
                  <a:gd name="connsiteX28" fmla="*/ 143005 w 154327"/>
                  <a:gd name="connsiteY28" fmla="*/ 141541 h 179831"/>
                  <a:gd name="connsiteX29" fmla="*/ 151664 w 154327"/>
                  <a:gd name="connsiteY29" fmla="*/ 152781 h 179831"/>
                  <a:gd name="connsiteX30" fmla="*/ 126640 w 154327"/>
                  <a:gd name="connsiteY30" fmla="*/ 70961 h 179831"/>
                  <a:gd name="connsiteX31" fmla="*/ 123595 w 154327"/>
                  <a:gd name="connsiteY31" fmla="*/ 51435 h 179831"/>
                  <a:gd name="connsiteX32" fmla="*/ 114842 w 154327"/>
                  <a:gd name="connsiteY32" fmla="*/ 36100 h 179831"/>
                  <a:gd name="connsiteX33" fmla="*/ 100855 w 154327"/>
                  <a:gd name="connsiteY33" fmla="*/ 26098 h 179831"/>
                  <a:gd name="connsiteX34" fmla="*/ 82112 w 154327"/>
                  <a:gd name="connsiteY34" fmla="*/ 22574 h 179831"/>
                  <a:gd name="connsiteX35" fmla="*/ 47193 w 154327"/>
                  <a:gd name="connsiteY35" fmla="*/ 35433 h 179831"/>
                  <a:gd name="connsiteX36" fmla="*/ 31303 w 154327"/>
                  <a:gd name="connsiteY36" fmla="*/ 71057 h 179831"/>
                  <a:gd name="connsiteX37" fmla="*/ 126735 w 154327"/>
                  <a:gd name="connsiteY37" fmla="*/ 71057 h 1798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154327" h="179831">
                    <a:moveTo>
                      <a:pt x="151473" y="152876"/>
                    </a:moveTo>
                    <a:cubicBezTo>
                      <a:pt x="147667" y="157448"/>
                      <a:pt x="143101" y="161449"/>
                      <a:pt x="137867" y="164878"/>
                    </a:cubicBezTo>
                    <a:cubicBezTo>
                      <a:pt x="132634" y="168307"/>
                      <a:pt x="126926" y="171069"/>
                      <a:pt x="120931" y="173260"/>
                    </a:cubicBezTo>
                    <a:cubicBezTo>
                      <a:pt x="114937" y="175451"/>
                      <a:pt x="108658" y="177070"/>
                      <a:pt x="102283" y="178213"/>
                    </a:cubicBezTo>
                    <a:cubicBezTo>
                      <a:pt x="95813" y="179356"/>
                      <a:pt x="89438" y="179832"/>
                      <a:pt x="83158" y="179832"/>
                    </a:cubicBezTo>
                    <a:cubicBezTo>
                      <a:pt x="71075" y="179832"/>
                      <a:pt x="60037" y="177832"/>
                      <a:pt x="49857" y="173736"/>
                    </a:cubicBezTo>
                    <a:cubicBezTo>
                      <a:pt x="39676" y="169640"/>
                      <a:pt x="30923" y="163639"/>
                      <a:pt x="23501" y="155829"/>
                    </a:cubicBezTo>
                    <a:cubicBezTo>
                      <a:pt x="16080" y="148018"/>
                      <a:pt x="10371" y="138208"/>
                      <a:pt x="6184" y="126587"/>
                    </a:cubicBezTo>
                    <a:cubicBezTo>
                      <a:pt x="2093" y="114967"/>
                      <a:pt x="0" y="101632"/>
                      <a:pt x="0" y="86582"/>
                    </a:cubicBezTo>
                    <a:cubicBezTo>
                      <a:pt x="0" y="74390"/>
                      <a:pt x="1903" y="63056"/>
                      <a:pt x="5614" y="52483"/>
                    </a:cubicBezTo>
                    <a:cubicBezTo>
                      <a:pt x="9324" y="41910"/>
                      <a:pt x="14748" y="32766"/>
                      <a:pt x="21693" y="24955"/>
                    </a:cubicBezTo>
                    <a:cubicBezTo>
                      <a:pt x="28734" y="17240"/>
                      <a:pt x="37202" y="11049"/>
                      <a:pt x="47383" y="6667"/>
                    </a:cubicBezTo>
                    <a:cubicBezTo>
                      <a:pt x="57469" y="2286"/>
                      <a:pt x="68886" y="0"/>
                      <a:pt x="81445" y="0"/>
                    </a:cubicBezTo>
                    <a:cubicBezTo>
                      <a:pt x="91912" y="0"/>
                      <a:pt x="101522" y="1715"/>
                      <a:pt x="110465" y="5239"/>
                    </a:cubicBezTo>
                    <a:cubicBezTo>
                      <a:pt x="119409" y="8763"/>
                      <a:pt x="127021" y="13811"/>
                      <a:pt x="133586" y="20383"/>
                    </a:cubicBezTo>
                    <a:cubicBezTo>
                      <a:pt x="140151" y="26956"/>
                      <a:pt x="145099" y="35147"/>
                      <a:pt x="148809" y="44863"/>
                    </a:cubicBezTo>
                    <a:cubicBezTo>
                      <a:pt x="152520" y="54578"/>
                      <a:pt x="154328" y="65627"/>
                      <a:pt x="154328" y="78010"/>
                    </a:cubicBezTo>
                    <a:cubicBezTo>
                      <a:pt x="154328" y="82867"/>
                      <a:pt x="153852" y="86011"/>
                      <a:pt x="152805" y="87630"/>
                    </a:cubicBezTo>
                    <a:cubicBezTo>
                      <a:pt x="151759" y="89249"/>
                      <a:pt x="149856" y="90011"/>
                      <a:pt x="146906" y="90011"/>
                    </a:cubicBezTo>
                    <a:lnTo>
                      <a:pt x="30352" y="90011"/>
                    </a:lnTo>
                    <a:cubicBezTo>
                      <a:pt x="30732" y="101060"/>
                      <a:pt x="32255" y="110681"/>
                      <a:pt x="34919" y="118777"/>
                    </a:cubicBezTo>
                    <a:cubicBezTo>
                      <a:pt x="37583" y="126968"/>
                      <a:pt x="41389" y="133731"/>
                      <a:pt x="46241" y="139160"/>
                    </a:cubicBezTo>
                    <a:cubicBezTo>
                      <a:pt x="51094" y="144589"/>
                      <a:pt x="56803" y="148685"/>
                      <a:pt x="63463" y="151448"/>
                    </a:cubicBezTo>
                    <a:cubicBezTo>
                      <a:pt x="70123" y="154210"/>
                      <a:pt x="77544" y="155543"/>
                      <a:pt x="85822" y="155543"/>
                    </a:cubicBezTo>
                    <a:cubicBezTo>
                      <a:pt x="93529" y="155543"/>
                      <a:pt x="100189" y="154686"/>
                      <a:pt x="105708" y="152876"/>
                    </a:cubicBezTo>
                    <a:cubicBezTo>
                      <a:pt x="111226" y="151066"/>
                      <a:pt x="116079" y="149161"/>
                      <a:pt x="120075" y="147066"/>
                    </a:cubicBezTo>
                    <a:cubicBezTo>
                      <a:pt x="124071" y="144971"/>
                      <a:pt x="127496" y="143065"/>
                      <a:pt x="130160" y="141256"/>
                    </a:cubicBezTo>
                    <a:cubicBezTo>
                      <a:pt x="132825" y="139446"/>
                      <a:pt x="135203" y="138589"/>
                      <a:pt x="137106" y="138589"/>
                    </a:cubicBezTo>
                    <a:cubicBezTo>
                      <a:pt x="139580" y="138589"/>
                      <a:pt x="141578" y="139541"/>
                      <a:pt x="143005" y="141541"/>
                    </a:cubicBezTo>
                    <a:lnTo>
                      <a:pt x="151664" y="152781"/>
                    </a:lnTo>
                    <a:close/>
                    <a:moveTo>
                      <a:pt x="126640" y="70961"/>
                    </a:moveTo>
                    <a:cubicBezTo>
                      <a:pt x="126640" y="63817"/>
                      <a:pt x="125594" y="57340"/>
                      <a:pt x="123595" y="51435"/>
                    </a:cubicBezTo>
                    <a:cubicBezTo>
                      <a:pt x="121597" y="45530"/>
                      <a:pt x="118648" y="40386"/>
                      <a:pt x="114842" y="36100"/>
                    </a:cubicBezTo>
                    <a:cubicBezTo>
                      <a:pt x="111036" y="31814"/>
                      <a:pt x="106279" y="28480"/>
                      <a:pt x="100855" y="26098"/>
                    </a:cubicBezTo>
                    <a:cubicBezTo>
                      <a:pt x="95337" y="23717"/>
                      <a:pt x="89057" y="22574"/>
                      <a:pt x="82112" y="22574"/>
                    </a:cubicBezTo>
                    <a:cubicBezTo>
                      <a:pt x="67459" y="22574"/>
                      <a:pt x="55756" y="26860"/>
                      <a:pt x="47193" y="35433"/>
                    </a:cubicBezTo>
                    <a:cubicBezTo>
                      <a:pt x="38629" y="44006"/>
                      <a:pt x="33301" y="55816"/>
                      <a:pt x="31303" y="71057"/>
                    </a:cubicBezTo>
                    <a:lnTo>
                      <a:pt x="126735" y="71057"/>
                    </a:lnTo>
                    <a:close/>
                  </a:path>
                </a:pathLst>
              </a:custGeom>
              <a:solidFill>
                <a:schemeClr val="bg1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AF4700A5-5E7A-9D40-38C4-B569D0EDB807}"/>
                  </a:ext>
                </a:extLst>
              </p:cNvPr>
              <p:cNvSpPr/>
              <p:nvPr/>
            </p:nvSpPr>
            <p:spPr>
              <a:xfrm>
                <a:off x="9703903" y="6507321"/>
                <a:ext cx="259274" cy="174974"/>
              </a:xfrm>
              <a:custGeom>
                <a:avLst/>
                <a:gdLst>
                  <a:gd name="connsiteX0" fmla="*/ 259274 w 259274"/>
                  <a:gd name="connsiteY0" fmla="*/ 286 h 174974"/>
                  <a:gd name="connsiteX1" fmla="*/ 202757 w 259274"/>
                  <a:gd name="connsiteY1" fmla="*/ 174974 h 174974"/>
                  <a:gd name="connsiteX2" fmla="*/ 178495 w 259274"/>
                  <a:gd name="connsiteY2" fmla="*/ 174974 h 174974"/>
                  <a:gd name="connsiteX3" fmla="*/ 172311 w 259274"/>
                  <a:gd name="connsiteY3" fmla="*/ 169069 h 174974"/>
                  <a:gd name="connsiteX4" fmla="*/ 133776 w 259274"/>
                  <a:gd name="connsiteY4" fmla="*/ 50578 h 174974"/>
                  <a:gd name="connsiteX5" fmla="*/ 131493 w 259274"/>
                  <a:gd name="connsiteY5" fmla="*/ 42577 h 174974"/>
                  <a:gd name="connsiteX6" fmla="*/ 129780 w 259274"/>
                  <a:gd name="connsiteY6" fmla="*/ 34576 h 174974"/>
                  <a:gd name="connsiteX7" fmla="*/ 128068 w 259274"/>
                  <a:gd name="connsiteY7" fmla="*/ 42577 h 174974"/>
                  <a:gd name="connsiteX8" fmla="*/ 125784 w 259274"/>
                  <a:gd name="connsiteY8" fmla="*/ 50768 h 174974"/>
                  <a:gd name="connsiteX9" fmla="*/ 86488 w 259274"/>
                  <a:gd name="connsiteY9" fmla="*/ 169069 h 174974"/>
                  <a:gd name="connsiteX10" fmla="*/ 79638 w 259274"/>
                  <a:gd name="connsiteY10" fmla="*/ 174974 h 174974"/>
                  <a:gd name="connsiteX11" fmla="*/ 56517 w 259274"/>
                  <a:gd name="connsiteY11" fmla="*/ 174974 h 174974"/>
                  <a:gd name="connsiteX12" fmla="*/ 0 w 259274"/>
                  <a:gd name="connsiteY12" fmla="*/ 286 h 174974"/>
                  <a:gd name="connsiteX13" fmla="*/ 24072 w 259274"/>
                  <a:gd name="connsiteY13" fmla="*/ 286 h 174974"/>
                  <a:gd name="connsiteX14" fmla="*/ 30162 w 259274"/>
                  <a:gd name="connsiteY14" fmla="*/ 2191 h 174974"/>
                  <a:gd name="connsiteX15" fmla="*/ 33492 w 259274"/>
                  <a:gd name="connsiteY15" fmla="*/ 6667 h 174974"/>
                  <a:gd name="connsiteX16" fmla="*/ 66888 w 259274"/>
                  <a:gd name="connsiteY16" fmla="*/ 119062 h 174974"/>
                  <a:gd name="connsiteX17" fmla="*/ 71550 w 259274"/>
                  <a:gd name="connsiteY17" fmla="*/ 142494 h 174974"/>
                  <a:gd name="connsiteX18" fmla="*/ 74690 w 259274"/>
                  <a:gd name="connsiteY18" fmla="*/ 130969 h 174974"/>
                  <a:gd name="connsiteX19" fmla="*/ 78211 w 259274"/>
                  <a:gd name="connsiteY19" fmla="*/ 119062 h 174974"/>
                  <a:gd name="connsiteX20" fmla="*/ 115032 w 259274"/>
                  <a:gd name="connsiteY20" fmla="*/ 6001 h 174974"/>
                  <a:gd name="connsiteX21" fmla="*/ 118077 w 259274"/>
                  <a:gd name="connsiteY21" fmla="*/ 1715 h 174974"/>
                  <a:gd name="connsiteX22" fmla="*/ 123310 w 259274"/>
                  <a:gd name="connsiteY22" fmla="*/ 0 h 174974"/>
                  <a:gd name="connsiteX23" fmla="*/ 136726 w 259274"/>
                  <a:gd name="connsiteY23" fmla="*/ 0 h 174974"/>
                  <a:gd name="connsiteX24" fmla="*/ 142434 w 259274"/>
                  <a:gd name="connsiteY24" fmla="*/ 1715 h 174974"/>
                  <a:gd name="connsiteX25" fmla="*/ 145574 w 259274"/>
                  <a:gd name="connsiteY25" fmla="*/ 6001 h 174974"/>
                  <a:gd name="connsiteX26" fmla="*/ 181540 w 259274"/>
                  <a:gd name="connsiteY26" fmla="*/ 119062 h 174974"/>
                  <a:gd name="connsiteX27" fmla="*/ 184965 w 259274"/>
                  <a:gd name="connsiteY27" fmla="*/ 130969 h 174974"/>
                  <a:gd name="connsiteX28" fmla="*/ 187915 w 259274"/>
                  <a:gd name="connsiteY28" fmla="*/ 142494 h 174974"/>
                  <a:gd name="connsiteX29" fmla="*/ 190103 w 259274"/>
                  <a:gd name="connsiteY29" fmla="*/ 130969 h 174974"/>
                  <a:gd name="connsiteX30" fmla="*/ 192957 w 259274"/>
                  <a:gd name="connsiteY30" fmla="*/ 118967 h 174974"/>
                  <a:gd name="connsiteX31" fmla="*/ 227020 w 259274"/>
                  <a:gd name="connsiteY31" fmla="*/ 6572 h 174974"/>
                  <a:gd name="connsiteX32" fmla="*/ 230255 w 259274"/>
                  <a:gd name="connsiteY32" fmla="*/ 2000 h 174974"/>
                  <a:gd name="connsiteX33" fmla="*/ 235964 w 259274"/>
                  <a:gd name="connsiteY33" fmla="*/ 191 h 174974"/>
                  <a:gd name="connsiteX34" fmla="*/ 259084 w 259274"/>
                  <a:gd name="connsiteY34" fmla="*/ 191 h 1749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259274" h="174974">
                    <a:moveTo>
                      <a:pt x="259274" y="286"/>
                    </a:moveTo>
                    <a:lnTo>
                      <a:pt x="202757" y="174974"/>
                    </a:lnTo>
                    <a:lnTo>
                      <a:pt x="178495" y="174974"/>
                    </a:lnTo>
                    <a:cubicBezTo>
                      <a:pt x="175546" y="174974"/>
                      <a:pt x="173452" y="172974"/>
                      <a:pt x="172311" y="169069"/>
                    </a:cubicBezTo>
                    <a:lnTo>
                      <a:pt x="133776" y="50578"/>
                    </a:lnTo>
                    <a:cubicBezTo>
                      <a:pt x="132825" y="47911"/>
                      <a:pt x="132159" y="45244"/>
                      <a:pt x="131493" y="42577"/>
                    </a:cubicBezTo>
                    <a:cubicBezTo>
                      <a:pt x="130827" y="39910"/>
                      <a:pt x="130351" y="37243"/>
                      <a:pt x="129780" y="34576"/>
                    </a:cubicBezTo>
                    <a:cubicBezTo>
                      <a:pt x="129209" y="37243"/>
                      <a:pt x="128638" y="39910"/>
                      <a:pt x="128068" y="42577"/>
                    </a:cubicBezTo>
                    <a:cubicBezTo>
                      <a:pt x="127496" y="45244"/>
                      <a:pt x="126735" y="48006"/>
                      <a:pt x="125784" y="50768"/>
                    </a:cubicBezTo>
                    <a:lnTo>
                      <a:pt x="86488" y="169069"/>
                    </a:lnTo>
                    <a:cubicBezTo>
                      <a:pt x="85442" y="172974"/>
                      <a:pt x="83158" y="174974"/>
                      <a:pt x="79638" y="174974"/>
                    </a:cubicBezTo>
                    <a:lnTo>
                      <a:pt x="56517" y="174974"/>
                    </a:lnTo>
                    <a:lnTo>
                      <a:pt x="0" y="286"/>
                    </a:lnTo>
                    <a:lnTo>
                      <a:pt x="24072" y="286"/>
                    </a:lnTo>
                    <a:cubicBezTo>
                      <a:pt x="26451" y="286"/>
                      <a:pt x="28544" y="953"/>
                      <a:pt x="30162" y="2191"/>
                    </a:cubicBezTo>
                    <a:cubicBezTo>
                      <a:pt x="31779" y="3429"/>
                      <a:pt x="32921" y="4953"/>
                      <a:pt x="33492" y="6667"/>
                    </a:cubicBezTo>
                    <a:lnTo>
                      <a:pt x="66888" y="119062"/>
                    </a:lnTo>
                    <a:cubicBezTo>
                      <a:pt x="68791" y="127349"/>
                      <a:pt x="70408" y="135160"/>
                      <a:pt x="71550" y="142494"/>
                    </a:cubicBezTo>
                    <a:cubicBezTo>
                      <a:pt x="72597" y="138684"/>
                      <a:pt x="73644" y="134874"/>
                      <a:pt x="74690" y="130969"/>
                    </a:cubicBezTo>
                    <a:cubicBezTo>
                      <a:pt x="75737" y="127063"/>
                      <a:pt x="76974" y="123063"/>
                      <a:pt x="78211" y="119062"/>
                    </a:cubicBezTo>
                    <a:lnTo>
                      <a:pt x="115032" y="6001"/>
                    </a:lnTo>
                    <a:cubicBezTo>
                      <a:pt x="115603" y="4286"/>
                      <a:pt x="116650" y="2857"/>
                      <a:pt x="118077" y="1715"/>
                    </a:cubicBezTo>
                    <a:cubicBezTo>
                      <a:pt x="119504" y="571"/>
                      <a:pt x="121217" y="0"/>
                      <a:pt x="123310" y="0"/>
                    </a:cubicBezTo>
                    <a:lnTo>
                      <a:pt x="136726" y="0"/>
                    </a:lnTo>
                    <a:cubicBezTo>
                      <a:pt x="139009" y="0"/>
                      <a:pt x="140912" y="571"/>
                      <a:pt x="142434" y="1715"/>
                    </a:cubicBezTo>
                    <a:cubicBezTo>
                      <a:pt x="143957" y="2857"/>
                      <a:pt x="145004" y="4286"/>
                      <a:pt x="145574" y="6001"/>
                    </a:cubicBezTo>
                    <a:lnTo>
                      <a:pt x="181540" y="119062"/>
                    </a:lnTo>
                    <a:cubicBezTo>
                      <a:pt x="182777" y="123063"/>
                      <a:pt x="183919" y="127063"/>
                      <a:pt x="184965" y="130969"/>
                    </a:cubicBezTo>
                    <a:cubicBezTo>
                      <a:pt x="186012" y="134874"/>
                      <a:pt x="186963" y="138684"/>
                      <a:pt x="187915" y="142494"/>
                    </a:cubicBezTo>
                    <a:cubicBezTo>
                      <a:pt x="188485" y="138684"/>
                      <a:pt x="189247" y="134874"/>
                      <a:pt x="190103" y="130969"/>
                    </a:cubicBezTo>
                    <a:cubicBezTo>
                      <a:pt x="190959" y="127063"/>
                      <a:pt x="191911" y="123158"/>
                      <a:pt x="192957" y="118967"/>
                    </a:cubicBezTo>
                    <a:lnTo>
                      <a:pt x="227020" y="6572"/>
                    </a:lnTo>
                    <a:cubicBezTo>
                      <a:pt x="227591" y="4763"/>
                      <a:pt x="228637" y="3239"/>
                      <a:pt x="230255" y="2000"/>
                    </a:cubicBezTo>
                    <a:cubicBezTo>
                      <a:pt x="231872" y="857"/>
                      <a:pt x="233775" y="191"/>
                      <a:pt x="235964" y="191"/>
                    </a:cubicBezTo>
                    <a:lnTo>
                      <a:pt x="259084" y="191"/>
                    </a:lnTo>
                    <a:close/>
                  </a:path>
                </a:pathLst>
              </a:custGeom>
              <a:solidFill>
                <a:schemeClr val="bg1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F87146CF-8B07-1001-4B02-7A4944B0E1B0}"/>
                  </a:ext>
                </a:extLst>
              </p:cNvPr>
              <p:cNvSpPr/>
              <p:nvPr/>
            </p:nvSpPr>
            <p:spPr>
              <a:xfrm>
                <a:off x="9977450" y="6504844"/>
                <a:ext cx="166506" cy="179832"/>
              </a:xfrm>
              <a:custGeom>
                <a:avLst/>
                <a:gdLst>
                  <a:gd name="connsiteX0" fmla="*/ 83444 w 166506"/>
                  <a:gd name="connsiteY0" fmla="*/ 0 h 179832"/>
                  <a:gd name="connsiteX1" fmla="*/ 117887 w 166506"/>
                  <a:gd name="connsiteY1" fmla="*/ 6382 h 179832"/>
                  <a:gd name="connsiteX2" fmla="*/ 144052 w 166506"/>
                  <a:gd name="connsiteY2" fmla="*/ 24479 h 179832"/>
                  <a:gd name="connsiteX3" fmla="*/ 160703 w 166506"/>
                  <a:gd name="connsiteY3" fmla="*/ 52864 h 179832"/>
                  <a:gd name="connsiteX4" fmla="*/ 166507 w 166506"/>
                  <a:gd name="connsiteY4" fmla="*/ 90011 h 179832"/>
                  <a:gd name="connsiteX5" fmla="*/ 160703 w 166506"/>
                  <a:gd name="connsiteY5" fmla="*/ 127254 h 179832"/>
                  <a:gd name="connsiteX6" fmla="*/ 144052 w 166506"/>
                  <a:gd name="connsiteY6" fmla="*/ 155543 h 179832"/>
                  <a:gd name="connsiteX7" fmla="*/ 117887 w 166506"/>
                  <a:gd name="connsiteY7" fmla="*/ 173546 h 179832"/>
                  <a:gd name="connsiteX8" fmla="*/ 83444 w 166506"/>
                  <a:gd name="connsiteY8" fmla="*/ 179832 h 179832"/>
                  <a:gd name="connsiteX9" fmla="*/ 48715 w 166506"/>
                  <a:gd name="connsiteY9" fmla="*/ 173546 h 179832"/>
                  <a:gd name="connsiteX10" fmla="*/ 22455 w 166506"/>
                  <a:gd name="connsiteY10" fmla="*/ 155543 h 179832"/>
                  <a:gd name="connsiteX11" fmla="*/ 5804 w 166506"/>
                  <a:gd name="connsiteY11" fmla="*/ 127254 h 179832"/>
                  <a:gd name="connsiteX12" fmla="*/ 0 w 166506"/>
                  <a:gd name="connsiteY12" fmla="*/ 90011 h 179832"/>
                  <a:gd name="connsiteX13" fmla="*/ 5804 w 166506"/>
                  <a:gd name="connsiteY13" fmla="*/ 52864 h 179832"/>
                  <a:gd name="connsiteX14" fmla="*/ 22455 w 166506"/>
                  <a:gd name="connsiteY14" fmla="*/ 24479 h 179832"/>
                  <a:gd name="connsiteX15" fmla="*/ 48715 w 166506"/>
                  <a:gd name="connsiteY15" fmla="*/ 6382 h 179832"/>
                  <a:gd name="connsiteX16" fmla="*/ 83444 w 166506"/>
                  <a:gd name="connsiteY16" fmla="*/ 0 h 179832"/>
                  <a:gd name="connsiteX17" fmla="*/ 83444 w 166506"/>
                  <a:gd name="connsiteY17" fmla="*/ 155829 h 179832"/>
                  <a:gd name="connsiteX18" fmla="*/ 121978 w 166506"/>
                  <a:gd name="connsiteY18" fmla="*/ 138494 h 179832"/>
                  <a:gd name="connsiteX19" fmla="*/ 134728 w 166506"/>
                  <a:gd name="connsiteY19" fmla="*/ 90106 h 179832"/>
                  <a:gd name="connsiteX20" fmla="*/ 121978 w 166506"/>
                  <a:gd name="connsiteY20" fmla="*/ 41434 h 179832"/>
                  <a:gd name="connsiteX21" fmla="*/ 83444 w 166506"/>
                  <a:gd name="connsiteY21" fmla="*/ 24003 h 179832"/>
                  <a:gd name="connsiteX22" fmla="*/ 60608 w 166506"/>
                  <a:gd name="connsiteY22" fmla="*/ 28480 h 179832"/>
                  <a:gd name="connsiteX23" fmla="*/ 44434 w 166506"/>
                  <a:gd name="connsiteY23" fmla="*/ 41434 h 179832"/>
                  <a:gd name="connsiteX24" fmla="*/ 34824 w 166506"/>
                  <a:gd name="connsiteY24" fmla="*/ 62198 h 179832"/>
                  <a:gd name="connsiteX25" fmla="*/ 31684 w 166506"/>
                  <a:gd name="connsiteY25" fmla="*/ 90011 h 179832"/>
                  <a:gd name="connsiteX26" fmla="*/ 44529 w 166506"/>
                  <a:gd name="connsiteY26" fmla="*/ 138398 h 179832"/>
                  <a:gd name="connsiteX27" fmla="*/ 83539 w 166506"/>
                  <a:gd name="connsiteY27" fmla="*/ 155734 h 1798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166506" h="179832">
                    <a:moveTo>
                      <a:pt x="83444" y="0"/>
                    </a:moveTo>
                    <a:cubicBezTo>
                      <a:pt x="96193" y="0"/>
                      <a:pt x="107706" y="2095"/>
                      <a:pt x="117887" y="6382"/>
                    </a:cubicBezTo>
                    <a:cubicBezTo>
                      <a:pt x="128068" y="10668"/>
                      <a:pt x="136821" y="16669"/>
                      <a:pt x="144052" y="24479"/>
                    </a:cubicBezTo>
                    <a:cubicBezTo>
                      <a:pt x="151283" y="32290"/>
                      <a:pt x="156802" y="41719"/>
                      <a:pt x="160703" y="52864"/>
                    </a:cubicBezTo>
                    <a:cubicBezTo>
                      <a:pt x="164604" y="64008"/>
                      <a:pt x="166507" y="76295"/>
                      <a:pt x="166507" y="90011"/>
                    </a:cubicBezTo>
                    <a:cubicBezTo>
                      <a:pt x="166507" y="103727"/>
                      <a:pt x="164604" y="116205"/>
                      <a:pt x="160703" y="127254"/>
                    </a:cubicBezTo>
                    <a:cubicBezTo>
                      <a:pt x="156802" y="138303"/>
                      <a:pt x="151283" y="147733"/>
                      <a:pt x="144052" y="155543"/>
                    </a:cubicBezTo>
                    <a:cubicBezTo>
                      <a:pt x="136821" y="163354"/>
                      <a:pt x="128068" y="169354"/>
                      <a:pt x="117887" y="173546"/>
                    </a:cubicBezTo>
                    <a:cubicBezTo>
                      <a:pt x="107706" y="177737"/>
                      <a:pt x="96193" y="179832"/>
                      <a:pt x="83444" y="179832"/>
                    </a:cubicBezTo>
                    <a:cubicBezTo>
                      <a:pt x="70694" y="179832"/>
                      <a:pt x="58991" y="177737"/>
                      <a:pt x="48715" y="173546"/>
                    </a:cubicBezTo>
                    <a:cubicBezTo>
                      <a:pt x="38439" y="169354"/>
                      <a:pt x="29686" y="163354"/>
                      <a:pt x="22455" y="155543"/>
                    </a:cubicBezTo>
                    <a:cubicBezTo>
                      <a:pt x="15224" y="147733"/>
                      <a:pt x="9705" y="138303"/>
                      <a:pt x="5804" y="127254"/>
                    </a:cubicBezTo>
                    <a:cubicBezTo>
                      <a:pt x="1903" y="116205"/>
                      <a:pt x="0" y="103823"/>
                      <a:pt x="0" y="90011"/>
                    </a:cubicBezTo>
                    <a:cubicBezTo>
                      <a:pt x="0" y="76200"/>
                      <a:pt x="1903" y="63913"/>
                      <a:pt x="5804" y="52864"/>
                    </a:cubicBezTo>
                    <a:cubicBezTo>
                      <a:pt x="9705" y="41815"/>
                      <a:pt x="15224" y="32290"/>
                      <a:pt x="22455" y="24479"/>
                    </a:cubicBezTo>
                    <a:cubicBezTo>
                      <a:pt x="29686" y="16669"/>
                      <a:pt x="38439" y="10573"/>
                      <a:pt x="48715" y="6382"/>
                    </a:cubicBezTo>
                    <a:cubicBezTo>
                      <a:pt x="58991" y="2095"/>
                      <a:pt x="70599" y="0"/>
                      <a:pt x="83444" y="0"/>
                    </a:cubicBezTo>
                    <a:close/>
                    <a:moveTo>
                      <a:pt x="83444" y="155829"/>
                    </a:moveTo>
                    <a:cubicBezTo>
                      <a:pt x="100665" y="155829"/>
                      <a:pt x="113510" y="150019"/>
                      <a:pt x="121978" y="138494"/>
                    </a:cubicBezTo>
                    <a:cubicBezTo>
                      <a:pt x="130446" y="126968"/>
                      <a:pt x="134728" y="110871"/>
                      <a:pt x="134728" y="90106"/>
                    </a:cubicBezTo>
                    <a:cubicBezTo>
                      <a:pt x="134728" y="69342"/>
                      <a:pt x="130446" y="53054"/>
                      <a:pt x="121978" y="41434"/>
                    </a:cubicBezTo>
                    <a:cubicBezTo>
                      <a:pt x="113510" y="29813"/>
                      <a:pt x="100665" y="24003"/>
                      <a:pt x="83444" y="24003"/>
                    </a:cubicBezTo>
                    <a:cubicBezTo>
                      <a:pt x="74690" y="24003"/>
                      <a:pt x="67079" y="25527"/>
                      <a:pt x="60608" y="28480"/>
                    </a:cubicBezTo>
                    <a:cubicBezTo>
                      <a:pt x="54138" y="31432"/>
                      <a:pt x="48715" y="35814"/>
                      <a:pt x="44434" y="41434"/>
                    </a:cubicBezTo>
                    <a:cubicBezTo>
                      <a:pt x="40152" y="47053"/>
                      <a:pt x="36917" y="54007"/>
                      <a:pt x="34824" y="62198"/>
                    </a:cubicBezTo>
                    <a:cubicBezTo>
                      <a:pt x="32730" y="70390"/>
                      <a:pt x="31684" y="79724"/>
                      <a:pt x="31684" y="90011"/>
                    </a:cubicBezTo>
                    <a:cubicBezTo>
                      <a:pt x="31684" y="110680"/>
                      <a:pt x="35965" y="126778"/>
                      <a:pt x="44529" y="138398"/>
                    </a:cubicBezTo>
                    <a:cubicBezTo>
                      <a:pt x="53092" y="149924"/>
                      <a:pt x="66127" y="155734"/>
                      <a:pt x="83539" y="155734"/>
                    </a:cubicBezTo>
                    <a:close/>
                  </a:path>
                </a:pathLst>
              </a:custGeom>
              <a:solidFill>
                <a:schemeClr val="bg1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D4FAC66F-788B-D933-B1F8-135D96568657}"/>
                  </a:ext>
                </a:extLst>
              </p:cNvPr>
              <p:cNvSpPr/>
              <p:nvPr/>
            </p:nvSpPr>
            <p:spPr>
              <a:xfrm>
                <a:off x="10179161" y="6504558"/>
                <a:ext cx="98476" cy="177641"/>
              </a:xfrm>
              <a:custGeom>
                <a:avLst/>
                <a:gdLst>
                  <a:gd name="connsiteX0" fmla="*/ 29115 w 98476"/>
                  <a:gd name="connsiteY0" fmla="*/ 38100 h 177641"/>
                  <a:gd name="connsiteX1" fmla="*/ 49476 w 98476"/>
                  <a:gd name="connsiteY1" fmla="*/ 10097 h 177641"/>
                  <a:gd name="connsiteX2" fmla="*/ 78877 w 98476"/>
                  <a:gd name="connsiteY2" fmla="*/ 0 h 177641"/>
                  <a:gd name="connsiteX3" fmla="*/ 89438 w 98476"/>
                  <a:gd name="connsiteY3" fmla="*/ 1238 h 177641"/>
                  <a:gd name="connsiteX4" fmla="*/ 98477 w 98476"/>
                  <a:gd name="connsiteY4" fmla="*/ 5048 h 177641"/>
                  <a:gd name="connsiteX5" fmla="*/ 96193 w 98476"/>
                  <a:gd name="connsiteY5" fmla="*/ 28004 h 177641"/>
                  <a:gd name="connsiteX6" fmla="*/ 91055 w 98476"/>
                  <a:gd name="connsiteY6" fmla="*/ 32290 h 177641"/>
                  <a:gd name="connsiteX7" fmla="*/ 84014 w 98476"/>
                  <a:gd name="connsiteY7" fmla="*/ 31242 h 177641"/>
                  <a:gd name="connsiteX8" fmla="*/ 73548 w 98476"/>
                  <a:gd name="connsiteY8" fmla="*/ 30194 h 177641"/>
                  <a:gd name="connsiteX9" fmla="*/ 58801 w 98476"/>
                  <a:gd name="connsiteY9" fmla="*/ 32576 h 177641"/>
                  <a:gd name="connsiteX10" fmla="*/ 47288 w 98476"/>
                  <a:gd name="connsiteY10" fmla="*/ 39719 h 177641"/>
                  <a:gd name="connsiteX11" fmla="*/ 38154 w 98476"/>
                  <a:gd name="connsiteY11" fmla="*/ 51435 h 177641"/>
                  <a:gd name="connsiteX12" fmla="*/ 30827 w 98476"/>
                  <a:gd name="connsiteY12" fmla="*/ 67342 h 177641"/>
                  <a:gd name="connsiteX13" fmla="*/ 30827 w 98476"/>
                  <a:gd name="connsiteY13" fmla="*/ 177641 h 177641"/>
                  <a:gd name="connsiteX14" fmla="*/ 0 w 98476"/>
                  <a:gd name="connsiteY14" fmla="*/ 177641 h 177641"/>
                  <a:gd name="connsiteX15" fmla="*/ 0 w 98476"/>
                  <a:gd name="connsiteY15" fmla="*/ 2953 h 177641"/>
                  <a:gd name="connsiteX16" fmla="*/ 17602 w 98476"/>
                  <a:gd name="connsiteY16" fmla="*/ 2953 h 177641"/>
                  <a:gd name="connsiteX17" fmla="*/ 24453 w 98476"/>
                  <a:gd name="connsiteY17" fmla="*/ 4858 h 177641"/>
                  <a:gd name="connsiteX18" fmla="*/ 27022 w 98476"/>
                  <a:gd name="connsiteY18" fmla="*/ 11430 h 177641"/>
                  <a:gd name="connsiteX19" fmla="*/ 29115 w 98476"/>
                  <a:gd name="connsiteY19" fmla="*/ 38005 h 177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98476" h="177641">
                    <a:moveTo>
                      <a:pt x="29115" y="38100"/>
                    </a:moveTo>
                    <a:cubicBezTo>
                      <a:pt x="34633" y="26194"/>
                      <a:pt x="41389" y="16859"/>
                      <a:pt x="49476" y="10097"/>
                    </a:cubicBezTo>
                    <a:cubicBezTo>
                      <a:pt x="57469" y="3334"/>
                      <a:pt x="67364" y="0"/>
                      <a:pt x="78877" y="0"/>
                    </a:cubicBezTo>
                    <a:cubicBezTo>
                      <a:pt x="82587" y="0"/>
                      <a:pt x="86108" y="381"/>
                      <a:pt x="89438" y="1238"/>
                    </a:cubicBezTo>
                    <a:cubicBezTo>
                      <a:pt x="92863" y="2000"/>
                      <a:pt x="95813" y="3334"/>
                      <a:pt x="98477" y="5048"/>
                    </a:cubicBezTo>
                    <a:lnTo>
                      <a:pt x="96193" y="28004"/>
                    </a:lnTo>
                    <a:cubicBezTo>
                      <a:pt x="95527" y="30861"/>
                      <a:pt x="93814" y="32290"/>
                      <a:pt x="91055" y="32290"/>
                    </a:cubicBezTo>
                    <a:cubicBezTo>
                      <a:pt x="89438" y="32290"/>
                      <a:pt x="87059" y="31909"/>
                      <a:pt x="84014" y="31242"/>
                    </a:cubicBezTo>
                    <a:cubicBezTo>
                      <a:pt x="80875" y="30575"/>
                      <a:pt x="77449" y="30194"/>
                      <a:pt x="73548" y="30194"/>
                    </a:cubicBezTo>
                    <a:cubicBezTo>
                      <a:pt x="68030" y="30194"/>
                      <a:pt x="63082" y="30956"/>
                      <a:pt x="58801" y="32576"/>
                    </a:cubicBezTo>
                    <a:cubicBezTo>
                      <a:pt x="54519" y="34195"/>
                      <a:pt x="50618" y="36576"/>
                      <a:pt x="47288" y="39719"/>
                    </a:cubicBezTo>
                    <a:cubicBezTo>
                      <a:pt x="43862" y="42863"/>
                      <a:pt x="40818" y="46768"/>
                      <a:pt x="38154" y="51435"/>
                    </a:cubicBezTo>
                    <a:cubicBezTo>
                      <a:pt x="35490" y="56102"/>
                      <a:pt x="33016" y="61436"/>
                      <a:pt x="30827" y="67342"/>
                    </a:cubicBezTo>
                    <a:lnTo>
                      <a:pt x="30827" y="177641"/>
                    </a:lnTo>
                    <a:lnTo>
                      <a:pt x="0" y="177641"/>
                    </a:lnTo>
                    <a:lnTo>
                      <a:pt x="0" y="2953"/>
                    </a:lnTo>
                    <a:lnTo>
                      <a:pt x="17602" y="2953"/>
                    </a:lnTo>
                    <a:cubicBezTo>
                      <a:pt x="20932" y="2953"/>
                      <a:pt x="23216" y="3620"/>
                      <a:pt x="24453" y="4858"/>
                    </a:cubicBezTo>
                    <a:cubicBezTo>
                      <a:pt x="25689" y="6096"/>
                      <a:pt x="26546" y="8287"/>
                      <a:pt x="27022" y="11430"/>
                    </a:cubicBezTo>
                    <a:lnTo>
                      <a:pt x="29115" y="38005"/>
                    </a:lnTo>
                    <a:close/>
                  </a:path>
                </a:pathLst>
              </a:custGeom>
              <a:solidFill>
                <a:schemeClr val="bg1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1" name="Freeform 20">
                <a:extLst>
                  <a:ext uri="{FF2B5EF4-FFF2-40B4-BE49-F238E27FC236}">
                    <a16:creationId xmlns:a16="http://schemas.microsoft.com/office/drawing/2014/main" id="{14394E96-6A21-4F8C-A341-DE9254689F9A}"/>
                  </a:ext>
                </a:extLst>
              </p:cNvPr>
              <p:cNvSpPr/>
              <p:nvPr/>
            </p:nvSpPr>
            <p:spPr>
              <a:xfrm>
                <a:off x="10302185" y="6428358"/>
                <a:ext cx="30637" cy="253936"/>
              </a:xfrm>
              <a:custGeom>
                <a:avLst/>
                <a:gdLst>
                  <a:gd name="connsiteX0" fmla="*/ 30637 w 30637"/>
                  <a:gd name="connsiteY0" fmla="*/ 0 h 253936"/>
                  <a:gd name="connsiteX1" fmla="*/ 30637 w 30637"/>
                  <a:gd name="connsiteY1" fmla="*/ 253937 h 253936"/>
                  <a:gd name="connsiteX2" fmla="*/ 0 w 30637"/>
                  <a:gd name="connsiteY2" fmla="*/ 253937 h 253936"/>
                  <a:gd name="connsiteX3" fmla="*/ 0 w 30637"/>
                  <a:gd name="connsiteY3" fmla="*/ 0 h 253936"/>
                  <a:gd name="connsiteX4" fmla="*/ 30637 w 30637"/>
                  <a:gd name="connsiteY4" fmla="*/ 0 h 2539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0637" h="253936">
                    <a:moveTo>
                      <a:pt x="30637" y="0"/>
                    </a:moveTo>
                    <a:lnTo>
                      <a:pt x="30637" y="253937"/>
                    </a:lnTo>
                    <a:lnTo>
                      <a:pt x="0" y="253937"/>
                    </a:lnTo>
                    <a:lnTo>
                      <a:pt x="0" y="0"/>
                    </a:lnTo>
                    <a:lnTo>
                      <a:pt x="30637" y="0"/>
                    </a:lnTo>
                    <a:close/>
                  </a:path>
                </a:pathLst>
              </a:custGeom>
              <a:solidFill>
                <a:schemeClr val="bg1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2" name="Freeform 21">
                <a:extLst>
                  <a:ext uri="{FF2B5EF4-FFF2-40B4-BE49-F238E27FC236}">
                    <a16:creationId xmlns:a16="http://schemas.microsoft.com/office/drawing/2014/main" id="{AF8F7BE0-896B-06C3-BA41-DC4600B2FE75}"/>
                  </a:ext>
                </a:extLst>
              </p:cNvPr>
              <p:cNvSpPr/>
              <p:nvPr/>
            </p:nvSpPr>
            <p:spPr>
              <a:xfrm>
                <a:off x="10369454" y="6428358"/>
                <a:ext cx="153756" cy="256317"/>
              </a:xfrm>
              <a:custGeom>
                <a:avLst/>
                <a:gdLst>
                  <a:gd name="connsiteX0" fmla="*/ 153757 w 153756"/>
                  <a:gd name="connsiteY0" fmla="*/ 0 h 256317"/>
                  <a:gd name="connsiteX1" fmla="*/ 153757 w 153756"/>
                  <a:gd name="connsiteY1" fmla="*/ 253937 h 256317"/>
                  <a:gd name="connsiteX2" fmla="*/ 135489 w 153756"/>
                  <a:gd name="connsiteY2" fmla="*/ 253937 h 256317"/>
                  <a:gd name="connsiteX3" fmla="*/ 127211 w 153756"/>
                  <a:gd name="connsiteY3" fmla="*/ 247555 h 256317"/>
                  <a:gd name="connsiteX4" fmla="*/ 124452 w 153756"/>
                  <a:gd name="connsiteY4" fmla="*/ 226314 h 256317"/>
                  <a:gd name="connsiteX5" fmla="*/ 98952 w 153756"/>
                  <a:gd name="connsiteY5" fmla="*/ 248031 h 256317"/>
                  <a:gd name="connsiteX6" fmla="*/ 65937 w 153756"/>
                  <a:gd name="connsiteY6" fmla="*/ 256318 h 256317"/>
                  <a:gd name="connsiteX7" fmla="*/ 38725 w 153756"/>
                  <a:gd name="connsiteY7" fmla="*/ 250508 h 256317"/>
                  <a:gd name="connsiteX8" fmla="*/ 17888 w 153756"/>
                  <a:gd name="connsiteY8" fmla="*/ 233553 h 256317"/>
                  <a:gd name="connsiteX9" fmla="*/ 4662 w 153756"/>
                  <a:gd name="connsiteY9" fmla="*/ 205645 h 256317"/>
                  <a:gd name="connsiteX10" fmla="*/ 0 w 153756"/>
                  <a:gd name="connsiteY10" fmla="*/ 167164 h 256317"/>
                  <a:gd name="connsiteX11" fmla="*/ 5138 w 153756"/>
                  <a:gd name="connsiteY11" fmla="*/ 131255 h 256317"/>
                  <a:gd name="connsiteX12" fmla="*/ 19981 w 153756"/>
                  <a:gd name="connsiteY12" fmla="*/ 102394 h 256317"/>
                  <a:gd name="connsiteX13" fmla="*/ 43672 w 153756"/>
                  <a:gd name="connsiteY13" fmla="*/ 83153 h 256317"/>
                  <a:gd name="connsiteX14" fmla="*/ 75261 w 153756"/>
                  <a:gd name="connsiteY14" fmla="*/ 76200 h 256317"/>
                  <a:gd name="connsiteX15" fmla="*/ 102758 w 153756"/>
                  <a:gd name="connsiteY15" fmla="*/ 81629 h 256317"/>
                  <a:gd name="connsiteX16" fmla="*/ 123120 w 153756"/>
                  <a:gd name="connsiteY16" fmla="*/ 96679 h 256317"/>
                  <a:gd name="connsiteX17" fmla="*/ 123120 w 153756"/>
                  <a:gd name="connsiteY17" fmla="*/ 0 h 256317"/>
                  <a:gd name="connsiteX18" fmla="*/ 153757 w 153756"/>
                  <a:gd name="connsiteY18" fmla="*/ 0 h 256317"/>
                  <a:gd name="connsiteX19" fmla="*/ 123120 w 153756"/>
                  <a:gd name="connsiteY19" fmla="*/ 120872 h 256317"/>
                  <a:gd name="connsiteX20" fmla="*/ 104471 w 153756"/>
                  <a:gd name="connsiteY20" fmla="*/ 104775 h 256317"/>
                  <a:gd name="connsiteX21" fmla="*/ 82112 w 153756"/>
                  <a:gd name="connsiteY21" fmla="*/ 100203 h 256317"/>
                  <a:gd name="connsiteX22" fmla="*/ 44719 w 153756"/>
                  <a:gd name="connsiteY22" fmla="*/ 117634 h 256317"/>
                  <a:gd name="connsiteX23" fmla="*/ 31589 w 153756"/>
                  <a:gd name="connsiteY23" fmla="*/ 167259 h 256317"/>
                  <a:gd name="connsiteX24" fmla="*/ 34538 w 153756"/>
                  <a:gd name="connsiteY24" fmla="*/ 196501 h 256317"/>
                  <a:gd name="connsiteX25" fmla="*/ 43197 w 153756"/>
                  <a:gd name="connsiteY25" fmla="*/ 216503 h 256317"/>
                  <a:gd name="connsiteX26" fmla="*/ 57183 w 153756"/>
                  <a:gd name="connsiteY26" fmla="*/ 227933 h 256317"/>
                  <a:gd name="connsiteX27" fmla="*/ 75927 w 153756"/>
                  <a:gd name="connsiteY27" fmla="*/ 231553 h 256317"/>
                  <a:gd name="connsiteX28" fmla="*/ 102378 w 153756"/>
                  <a:gd name="connsiteY28" fmla="*/ 224695 h 256317"/>
                  <a:gd name="connsiteX29" fmla="*/ 123120 w 153756"/>
                  <a:gd name="connsiteY29" fmla="*/ 205264 h 256317"/>
                  <a:gd name="connsiteX30" fmla="*/ 123120 w 153756"/>
                  <a:gd name="connsiteY30" fmla="*/ 120967 h 2563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153756" h="256317">
                    <a:moveTo>
                      <a:pt x="153757" y="0"/>
                    </a:moveTo>
                    <a:lnTo>
                      <a:pt x="153757" y="253937"/>
                    </a:lnTo>
                    <a:lnTo>
                      <a:pt x="135489" y="253937"/>
                    </a:lnTo>
                    <a:cubicBezTo>
                      <a:pt x="131112" y="253937"/>
                      <a:pt x="128353" y="251841"/>
                      <a:pt x="127211" y="247555"/>
                    </a:cubicBezTo>
                    <a:lnTo>
                      <a:pt x="124452" y="226314"/>
                    </a:lnTo>
                    <a:cubicBezTo>
                      <a:pt x="117030" y="235267"/>
                      <a:pt x="108467" y="242507"/>
                      <a:pt x="98952" y="248031"/>
                    </a:cubicBezTo>
                    <a:cubicBezTo>
                      <a:pt x="89438" y="253556"/>
                      <a:pt x="78401" y="256318"/>
                      <a:pt x="65937" y="256318"/>
                    </a:cubicBezTo>
                    <a:cubicBezTo>
                      <a:pt x="55946" y="256318"/>
                      <a:pt x="46907" y="254413"/>
                      <a:pt x="38725" y="250508"/>
                    </a:cubicBezTo>
                    <a:cubicBezTo>
                      <a:pt x="30542" y="246602"/>
                      <a:pt x="23596" y="240983"/>
                      <a:pt x="17888" y="233553"/>
                    </a:cubicBezTo>
                    <a:cubicBezTo>
                      <a:pt x="12179" y="226124"/>
                      <a:pt x="7707" y="216789"/>
                      <a:pt x="4662" y="205645"/>
                    </a:cubicBezTo>
                    <a:cubicBezTo>
                      <a:pt x="1522" y="194501"/>
                      <a:pt x="0" y="181642"/>
                      <a:pt x="0" y="167164"/>
                    </a:cubicBezTo>
                    <a:cubicBezTo>
                      <a:pt x="0" y="154305"/>
                      <a:pt x="1713" y="142304"/>
                      <a:pt x="5138" y="131255"/>
                    </a:cubicBezTo>
                    <a:cubicBezTo>
                      <a:pt x="8563" y="120206"/>
                      <a:pt x="13511" y="110585"/>
                      <a:pt x="19981" y="102394"/>
                    </a:cubicBezTo>
                    <a:cubicBezTo>
                      <a:pt x="26451" y="94202"/>
                      <a:pt x="34253" y="87821"/>
                      <a:pt x="43672" y="83153"/>
                    </a:cubicBezTo>
                    <a:cubicBezTo>
                      <a:pt x="52997" y="78486"/>
                      <a:pt x="63558" y="76200"/>
                      <a:pt x="75261" y="76200"/>
                    </a:cubicBezTo>
                    <a:cubicBezTo>
                      <a:pt x="85917" y="76200"/>
                      <a:pt x="95051" y="78010"/>
                      <a:pt x="102758" y="81629"/>
                    </a:cubicBezTo>
                    <a:cubicBezTo>
                      <a:pt x="110370" y="85249"/>
                      <a:pt x="117221" y="90297"/>
                      <a:pt x="123120" y="96679"/>
                    </a:cubicBezTo>
                    <a:lnTo>
                      <a:pt x="123120" y="0"/>
                    </a:lnTo>
                    <a:lnTo>
                      <a:pt x="153757" y="0"/>
                    </a:lnTo>
                    <a:close/>
                    <a:moveTo>
                      <a:pt x="123120" y="120872"/>
                    </a:moveTo>
                    <a:cubicBezTo>
                      <a:pt x="117411" y="113157"/>
                      <a:pt x="111226" y="107823"/>
                      <a:pt x="104471" y="104775"/>
                    </a:cubicBezTo>
                    <a:cubicBezTo>
                      <a:pt x="97811" y="101727"/>
                      <a:pt x="90389" y="100203"/>
                      <a:pt x="82112" y="100203"/>
                    </a:cubicBezTo>
                    <a:cubicBezTo>
                      <a:pt x="65937" y="100203"/>
                      <a:pt x="53472" y="106013"/>
                      <a:pt x="44719" y="117634"/>
                    </a:cubicBezTo>
                    <a:cubicBezTo>
                      <a:pt x="35965" y="129254"/>
                      <a:pt x="31589" y="145828"/>
                      <a:pt x="31589" y="167259"/>
                    </a:cubicBezTo>
                    <a:cubicBezTo>
                      <a:pt x="31589" y="178689"/>
                      <a:pt x="32540" y="188405"/>
                      <a:pt x="34538" y="196501"/>
                    </a:cubicBezTo>
                    <a:cubicBezTo>
                      <a:pt x="36536" y="204597"/>
                      <a:pt x="39391" y="211265"/>
                      <a:pt x="43197" y="216503"/>
                    </a:cubicBezTo>
                    <a:cubicBezTo>
                      <a:pt x="47002" y="221742"/>
                      <a:pt x="51665" y="225552"/>
                      <a:pt x="57183" y="227933"/>
                    </a:cubicBezTo>
                    <a:cubicBezTo>
                      <a:pt x="62702" y="230315"/>
                      <a:pt x="68981" y="231553"/>
                      <a:pt x="75927" y="231553"/>
                    </a:cubicBezTo>
                    <a:cubicBezTo>
                      <a:pt x="86013" y="231553"/>
                      <a:pt x="94861" y="229267"/>
                      <a:pt x="102378" y="224695"/>
                    </a:cubicBezTo>
                    <a:cubicBezTo>
                      <a:pt x="109894" y="220123"/>
                      <a:pt x="116840" y="213646"/>
                      <a:pt x="123120" y="205264"/>
                    </a:cubicBezTo>
                    <a:lnTo>
                      <a:pt x="123120" y="120967"/>
                    </a:lnTo>
                    <a:close/>
                  </a:path>
                </a:pathLst>
              </a:custGeom>
              <a:solidFill>
                <a:schemeClr val="bg1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3" name="Freeform 22">
                <a:extLst>
                  <a:ext uri="{FF2B5EF4-FFF2-40B4-BE49-F238E27FC236}">
                    <a16:creationId xmlns:a16="http://schemas.microsoft.com/office/drawing/2014/main" id="{0C0D9107-54A5-3F6D-391B-FC05F5738E7B}"/>
                  </a:ext>
                </a:extLst>
              </p:cNvPr>
              <p:cNvSpPr/>
              <p:nvPr/>
            </p:nvSpPr>
            <p:spPr>
              <a:xfrm>
                <a:off x="10562022" y="6418643"/>
                <a:ext cx="38733" cy="99917"/>
              </a:xfrm>
              <a:custGeom>
                <a:avLst/>
                <a:gdLst>
                  <a:gd name="connsiteX0" fmla="*/ 27505 w 38733"/>
                  <a:gd name="connsiteY0" fmla="*/ 0 h 99917"/>
                  <a:gd name="connsiteX1" fmla="*/ 37305 w 38733"/>
                  <a:gd name="connsiteY1" fmla="*/ 25813 h 99917"/>
                  <a:gd name="connsiteX2" fmla="*/ 37781 w 38733"/>
                  <a:gd name="connsiteY2" fmla="*/ 52673 h 99917"/>
                  <a:gd name="connsiteX3" fmla="*/ 29123 w 38733"/>
                  <a:gd name="connsiteY3" fmla="*/ 78200 h 99917"/>
                  <a:gd name="connsiteX4" fmla="*/ 11711 w 38733"/>
                  <a:gd name="connsiteY4" fmla="*/ 99917 h 99917"/>
                  <a:gd name="connsiteX5" fmla="*/ 2387 w 38733"/>
                  <a:gd name="connsiteY5" fmla="*/ 93916 h 99917"/>
                  <a:gd name="connsiteX6" fmla="*/ 8 w 38733"/>
                  <a:gd name="connsiteY6" fmla="*/ 89821 h 99917"/>
                  <a:gd name="connsiteX7" fmla="*/ 1626 w 38733"/>
                  <a:gd name="connsiteY7" fmla="*/ 85725 h 99917"/>
                  <a:gd name="connsiteX8" fmla="*/ 9332 w 38733"/>
                  <a:gd name="connsiteY8" fmla="*/ 72390 h 99917"/>
                  <a:gd name="connsiteX9" fmla="*/ 13424 w 38733"/>
                  <a:gd name="connsiteY9" fmla="*/ 55531 h 99917"/>
                  <a:gd name="connsiteX10" fmla="*/ 12567 w 38733"/>
                  <a:gd name="connsiteY10" fmla="*/ 36862 h 99917"/>
                  <a:gd name="connsiteX11" fmla="*/ 5431 w 38733"/>
                  <a:gd name="connsiteY11" fmla="*/ 18288 h 99917"/>
                  <a:gd name="connsiteX12" fmla="*/ 4099 w 38733"/>
                  <a:gd name="connsiteY12" fmla="*/ 11811 h 99917"/>
                  <a:gd name="connsiteX13" fmla="*/ 8286 w 38733"/>
                  <a:gd name="connsiteY13" fmla="*/ 7620 h 99917"/>
                  <a:gd name="connsiteX14" fmla="*/ 27220 w 38733"/>
                  <a:gd name="connsiteY14" fmla="*/ 0 h 999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8733" h="99917">
                    <a:moveTo>
                      <a:pt x="27505" y="0"/>
                    </a:moveTo>
                    <a:cubicBezTo>
                      <a:pt x="32358" y="8191"/>
                      <a:pt x="35593" y="16764"/>
                      <a:pt x="37305" y="25813"/>
                    </a:cubicBezTo>
                    <a:cubicBezTo>
                      <a:pt x="39018" y="34862"/>
                      <a:pt x="39208" y="43815"/>
                      <a:pt x="37781" y="52673"/>
                    </a:cubicBezTo>
                    <a:cubicBezTo>
                      <a:pt x="36354" y="61531"/>
                      <a:pt x="33500" y="70009"/>
                      <a:pt x="29123" y="78200"/>
                    </a:cubicBezTo>
                    <a:cubicBezTo>
                      <a:pt x="24746" y="86392"/>
                      <a:pt x="18942" y="93631"/>
                      <a:pt x="11711" y="99917"/>
                    </a:cubicBezTo>
                    <a:lnTo>
                      <a:pt x="2387" y="93916"/>
                    </a:lnTo>
                    <a:cubicBezTo>
                      <a:pt x="674" y="92869"/>
                      <a:pt x="-87" y="91535"/>
                      <a:pt x="8" y="89821"/>
                    </a:cubicBezTo>
                    <a:cubicBezTo>
                      <a:pt x="198" y="88201"/>
                      <a:pt x="769" y="86773"/>
                      <a:pt x="1626" y="85725"/>
                    </a:cubicBezTo>
                    <a:cubicBezTo>
                      <a:pt x="4575" y="82105"/>
                      <a:pt x="7144" y="77629"/>
                      <a:pt x="9332" y="72390"/>
                    </a:cubicBezTo>
                    <a:cubicBezTo>
                      <a:pt x="11521" y="67151"/>
                      <a:pt x="12853" y="61531"/>
                      <a:pt x="13424" y="55531"/>
                    </a:cubicBezTo>
                    <a:cubicBezTo>
                      <a:pt x="13994" y="49530"/>
                      <a:pt x="13804" y="43243"/>
                      <a:pt x="12567" y="36862"/>
                    </a:cubicBezTo>
                    <a:cubicBezTo>
                      <a:pt x="11330" y="30385"/>
                      <a:pt x="8952" y="24193"/>
                      <a:pt x="5431" y="18288"/>
                    </a:cubicBezTo>
                    <a:cubicBezTo>
                      <a:pt x="3909" y="15907"/>
                      <a:pt x="3528" y="13716"/>
                      <a:pt x="4099" y="11811"/>
                    </a:cubicBezTo>
                    <a:cubicBezTo>
                      <a:pt x="4670" y="9906"/>
                      <a:pt x="6097" y="8477"/>
                      <a:pt x="8286" y="7620"/>
                    </a:cubicBezTo>
                    <a:lnTo>
                      <a:pt x="27220" y="0"/>
                    </a:lnTo>
                    <a:close/>
                  </a:path>
                </a:pathLst>
              </a:custGeom>
              <a:solidFill>
                <a:schemeClr val="bg1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4" name="Freeform 23">
                <a:extLst>
                  <a:ext uri="{FF2B5EF4-FFF2-40B4-BE49-F238E27FC236}">
                    <a16:creationId xmlns:a16="http://schemas.microsoft.com/office/drawing/2014/main" id="{46F04EA5-CF3E-4354-FCA6-EE7D7BC1BCEC}"/>
                  </a:ext>
                </a:extLst>
              </p:cNvPr>
              <p:cNvSpPr/>
              <p:nvPr/>
            </p:nvSpPr>
            <p:spPr>
              <a:xfrm>
                <a:off x="10618167" y="6504940"/>
                <a:ext cx="124071" cy="180117"/>
              </a:xfrm>
              <a:custGeom>
                <a:avLst/>
                <a:gdLst>
                  <a:gd name="connsiteX0" fmla="*/ 114176 w 124071"/>
                  <a:gd name="connsiteY0" fmla="*/ 31528 h 180117"/>
                  <a:gd name="connsiteX1" fmla="*/ 107801 w 124071"/>
                  <a:gd name="connsiteY1" fmla="*/ 35338 h 180117"/>
                  <a:gd name="connsiteX2" fmla="*/ 101902 w 124071"/>
                  <a:gd name="connsiteY2" fmla="*/ 33433 h 180117"/>
                  <a:gd name="connsiteX3" fmla="*/ 93910 w 124071"/>
                  <a:gd name="connsiteY3" fmla="*/ 29242 h 180117"/>
                  <a:gd name="connsiteX4" fmla="*/ 82587 w 124071"/>
                  <a:gd name="connsiteY4" fmla="*/ 24955 h 180117"/>
                  <a:gd name="connsiteX5" fmla="*/ 67079 w 124071"/>
                  <a:gd name="connsiteY5" fmla="*/ 22955 h 180117"/>
                  <a:gd name="connsiteX6" fmla="*/ 53092 w 124071"/>
                  <a:gd name="connsiteY6" fmla="*/ 24955 h 180117"/>
                  <a:gd name="connsiteX7" fmla="*/ 42531 w 124071"/>
                  <a:gd name="connsiteY7" fmla="*/ 30385 h 180117"/>
                  <a:gd name="connsiteX8" fmla="*/ 35775 w 124071"/>
                  <a:gd name="connsiteY8" fmla="*/ 38386 h 180117"/>
                  <a:gd name="connsiteX9" fmla="*/ 33492 w 124071"/>
                  <a:gd name="connsiteY9" fmla="*/ 48292 h 180117"/>
                  <a:gd name="connsiteX10" fmla="*/ 37393 w 124071"/>
                  <a:gd name="connsiteY10" fmla="*/ 59531 h 180117"/>
                  <a:gd name="connsiteX11" fmla="*/ 47669 w 124071"/>
                  <a:gd name="connsiteY11" fmla="*/ 67246 h 180117"/>
                  <a:gd name="connsiteX12" fmla="*/ 62131 w 124071"/>
                  <a:gd name="connsiteY12" fmla="*/ 73057 h 180117"/>
                  <a:gd name="connsiteX13" fmla="*/ 78781 w 124071"/>
                  <a:gd name="connsiteY13" fmla="*/ 78391 h 180117"/>
                  <a:gd name="connsiteX14" fmla="*/ 95432 w 124071"/>
                  <a:gd name="connsiteY14" fmla="*/ 84677 h 180117"/>
                  <a:gd name="connsiteX15" fmla="*/ 109894 w 124071"/>
                  <a:gd name="connsiteY15" fmla="*/ 93250 h 180117"/>
                  <a:gd name="connsiteX16" fmla="*/ 120170 w 124071"/>
                  <a:gd name="connsiteY16" fmla="*/ 105918 h 180117"/>
                  <a:gd name="connsiteX17" fmla="*/ 124071 w 124071"/>
                  <a:gd name="connsiteY17" fmla="*/ 123920 h 180117"/>
                  <a:gd name="connsiteX18" fmla="*/ 119790 w 124071"/>
                  <a:gd name="connsiteY18" fmla="*/ 146209 h 180117"/>
                  <a:gd name="connsiteX19" fmla="*/ 107040 w 124071"/>
                  <a:gd name="connsiteY19" fmla="*/ 164021 h 180117"/>
                  <a:gd name="connsiteX20" fmla="*/ 86393 w 124071"/>
                  <a:gd name="connsiteY20" fmla="*/ 175832 h 180117"/>
                  <a:gd name="connsiteX21" fmla="*/ 58135 w 124071"/>
                  <a:gd name="connsiteY21" fmla="*/ 180118 h 180117"/>
                  <a:gd name="connsiteX22" fmla="*/ 25119 w 124071"/>
                  <a:gd name="connsiteY22" fmla="*/ 174212 h 180117"/>
                  <a:gd name="connsiteX23" fmla="*/ 0 w 124071"/>
                  <a:gd name="connsiteY23" fmla="*/ 158972 h 180117"/>
                  <a:gd name="connsiteX24" fmla="*/ 7231 w 124071"/>
                  <a:gd name="connsiteY24" fmla="*/ 147257 h 180117"/>
                  <a:gd name="connsiteX25" fmla="*/ 10466 w 124071"/>
                  <a:gd name="connsiteY25" fmla="*/ 143828 h 180117"/>
                  <a:gd name="connsiteX26" fmla="*/ 15319 w 124071"/>
                  <a:gd name="connsiteY26" fmla="*/ 142589 h 180117"/>
                  <a:gd name="connsiteX27" fmla="*/ 21884 w 124071"/>
                  <a:gd name="connsiteY27" fmla="*/ 144971 h 180117"/>
                  <a:gd name="connsiteX28" fmla="*/ 30257 w 124071"/>
                  <a:gd name="connsiteY28" fmla="*/ 150305 h 180117"/>
                  <a:gd name="connsiteX29" fmla="*/ 42245 w 124071"/>
                  <a:gd name="connsiteY29" fmla="*/ 155638 h 180117"/>
                  <a:gd name="connsiteX30" fmla="*/ 59847 w 124071"/>
                  <a:gd name="connsiteY30" fmla="*/ 158020 h 180117"/>
                  <a:gd name="connsiteX31" fmla="*/ 75546 w 124071"/>
                  <a:gd name="connsiteY31" fmla="*/ 155734 h 180117"/>
                  <a:gd name="connsiteX32" fmla="*/ 86774 w 124071"/>
                  <a:gd name="connsiteY32" fmla="*/ 149447 h 180117"/>
                  <a:gd name="connsiteX33" fmla="*/ 93434 w 124071"/>
                  <a:gd name="connsiteY33" fmla="*/ 140303 h 180117"/>
                  <a:gd name="connsiteX34" fmla="*/ 95622 w 124071"/>
                  <a:gd name="connsiteY34" fmla="*/ 129254 h 180117"/>
                  <a:gd name="connsiteX35" fmla="*/ 91721 w 124071"/>
                  <a:gd name="connsiteY35" fmla="*/ 117253 h 180117"/>
                  <a:gd name="connsiteX36" fmla="*/ 81445 w 124071"/>
                  <a:gd name="connsiteY36" fmla="*/ 109157 h 180117"/>
                  <a:gd name="connsiteX37" fmla="*/ 66888 w 124071"/>
                  <a:gd name="connsiteY37" fmla="*/ 103251 h 180117"/>
                  <a:gd name="connsiteX38" fmla="*/ 50142 w 124071"/>
                  <a:gd name="connsiteY38" fmla="*/ 98012 h 180117"/>
                  <a:gd name="connsiteX39" fmla="*/ 33397 w 124071"/>
                  <a:gd name="connsiteY39" fmla="*/ 91726 h 180117"/>
                  <a:gd name="connsiteX40" fmla="*/ 18839 w 124071"/>
                  <a:gd name="connsiteY40" fmla="*/ 82867 h 180117"/>
                  <a:gd name="connsiteX41" fmla="*/ 8563 w 124071"/>
                  <a:gd name="connsiteY41" fmla="*/ 69723 h 180117"/>
                  <a:gd name="connsiteX42" fmla="*/ 4662 w 124071"/>
                  <a:gd name="connsiteY42" fmla="*/ 50673 h 180117"/>
                  <a:gd name="connsiteX43" fmla="*/ 8754 w 124071"/>
                  <a:gd name="connsiteY43" fmla="*/ 31432 h 180117"/>
                  <a:gd name="connsiteX44" fmla="*/ 20837 w 124071"/>
                  <a:gd name="connsiteY44" fmla="*/ 15240 h 180117"/>
                  <a:gd name="connsiteX45" fmla="*/ 40342 w 124071"/>
                  <a:gd name="connsiteY45" fmla="*/ 4096 h 180117"/>
                  <a:gd name="connsiteX46" fmla="*/ 66698 w 124071"/>
                  <a:gd name="connsiteY46" fmla="*/ 0 h 180117"/>
                  <a:gd name="connsiteX47" fmla="*/ 97620 w 124071"/>
                  <a:gd name="connsiteY47" fmla="*/ 5429 h 180117"/>
                  <a:gd name="connsiteX48" fmla="*/ 121312 w 124071"/>
                  <a:gd name="connsiteY48" fmla="*/ 20288 h 180117"/>
                  <a:gd name="connsiteX49" fmla="*/ 114461 w 124071"/>
                  <a:gd name="connsiteY49" fmla="*/ 31528 h 1801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</a:cxnLst>
                <a:rect l="l" t="t" r="r" b="b"/>
                <a:pathLst>
                  <a:path w="124071" h="180117">
                    <a:moveTo>
                      <a:pt x="114176" y="31528"/>
                    </a:moveTo>
                    <a:cubicBezTo>
                      <a:pt x="112749" y="34100"/>
                      <a:pt x="110656" y="35338"/>
                      <a:pt x="107801" y="35338"/>
                    </a:cubicBezTo>
                    <a:cubicBezTo>
                      <a:pt x="106089" y="35338"/>
                      <a:pt x="104090" y="34671"/>
                      <a:pt x="101902" y="33433"/>
                    </a:cubicBezTo>
                    <a:cubicBezTo>
                      <a:pt x="99714" y="32194"/>
                      <a:pt x="97050" y="30766"/>
                      <a:pt x="93910" y="29242"/>
                    </a:cubicBezTo>
                    <a:cubicBezTo>
                      <a:pt x="90770" y="27718"/>
                      <a:pt x="86964" y="26289"/>
                      <a:pt x="82587" y="24955"/>
                    </a:cubicBezTo>
                    <a:cubicBezTo>
                      <a:pt x="78211" y="23622"/>
                      <a:pt x="73073" y="22955"/>
                      <a:pt x="67079" y="22955"/>
                    </a:cubicBezTo>
                    <a:cubicBezTo>
                      <a:pt x="61941" y="22955"/>
                      <a:pt x="57278" y="23622"/>
                      <a:pt x="53092" y="24955"/>
                    </a:cubicBezTo>
                    <a:cubicBezTo>
                      <a:pt x="49001" y="26289"/>
                      <a:pt x="45480" y="28099"/>
                      <a:pt x="42531" y="30385"/>
                    </a:cubicBezTo>
                    <a:cubicBezTo>
                      <a:pt x="39581" y="32671"/>
                      <a:pt x="37393" y="35338"/>
                      <a:pt x="35775" y="38386"/>
                    </a:cubicBezTo>
                    <a:cubicBezTo>
                      <a:pt x="34158" y="41434"/>
                      <a:pt x="33492" y="44767"/>
                      <a:pt x="33492" y="48292"/>
                    </a:cubicBezTo>
                    <a:cubicBezTo>
                      <a:pt x="33492" y="52768"/>
                      <a:pt x="34824" y="56483"/>
                      <a:pt x="37393" y="59531"/>
                    </a:cubicBezTo>
                    <a:cubicBezTo>
                      <a:pt x="39962" y="62579"/>
                      <a:pt x="43387" y="65151"/>
                      <a:pt x="47669" y="67246"/>
                    </a:cubicBezTo>
                    <a:cubicBezTo>
                      <a:pt x="51950" y="69342"/>
                      <a:pt x="56708" y="71342"/>
                      <a:pt x="62131" y="73057"/>
                    </a:cubicBezTo>
                    <a:cubicBezTo>
                      <a:pt x="67554" y="74771"/>
                      <a:pt x="73073" y="76486"/>
                      <a:pt x="78781" y="78391"/>
                    </a:cubicBezTo>
                    <a:cubicBezTo>
                      <a:pt x="84490" y="80296"/>
                      <a:pt x="90009" y="82391"/>
                      <a:pt x="95432" y="84677"/>
                    </a:cubicBezTo>
                    <a:cubicBezTo>
                      <a:pt x="100855" y="86963"/>
                      <a:pt x="105613" y="89821"/>
                      <a:pt x="109894" y="93250"/>
                    </a:cubicBezTo>
                    <a:cubicBezTo>
                      <a:pt x="114176" y="96679"/>
                      <a:pt x="117601" y="100965"/>
                      <a:pt x="120170" y="105918"/>
                    </a:cubicBezTo>
                    <a:cubicBezTo>
                      <a:pt x="122739" y="110966"/>
                      <a:pt x="124071" y="116967"/>
                      <a:pt x="124071" y="123920"/>
                    </a:cubicBezTo>
                    <a:cubicBezTo>
                      <a:pt x="124071" y="131921"/>
                      <a:pt x="122644" y="139446"/>
                      <a:pt x="119790" y="146209"/>
                    </a:cubicBezTo>
                    <a:cubicBezTo>
                      <a:pt x="116935" y="153067"/>
                      <a:pt x="112654" y="158972"/>
                      <a:pt x="107040" y="164021"/>
                    </a:cubicBezTo>
                    <a:cubicBezTo>
                      <a:pt x="101426" y="168974"/>
                      <a:pt x="94481" y="172974"/>
                      <a:pt x="86393" y="175832"/>
                    </a:cubicBezTo>
                    <a:cubicBezTo>
                      <a:pt x="78211" y="178689"/>
                      <a:pt x="68791" y="180118"/>
                      <a:pt x="58135" y="180118"/>
                    </a:cubicBezTo>
                    <a:cubicBezTo>
                      <a:pt x="45956" y="180118"/>
                      <a:pt x="34919" y="178117"/>
                      <a:pt x="25119" y="174212"/>
                    </a:cubicBezTo>
                    <a:cubicBezTo>
                      <a:pt x="15224" y="170212"/>
                      <a:pt x="6851" y="165163"/>
                      <a:pt x="0" y="158972"/>
                    </a:cubicBezTo>
                    <a:lnTo>
                      <a:pt x="7231" y="147257"/>
                    </a:lnTo>
                    <a:cubicBezTo>
                      <a:pt x="8183" y="145733"/>
                      <a:pt x="9229" y="144589"/>
                      <a:pt x="10466" y="143828"/>
                    </a:cubicBezTo>
                    <a:cubicBezTo>
                      <a:pt x="11703" y="142970"/>
                      <a:pt x="13321" y="142589"/>
                      <a:pt x="15319" y="142589"/>
                    </a:cubicBezTo>
                    <a:cubicBezTo>
                      <a:pt x="17412" y="142589"/>
                      <a:pt x="19600" y="143351"/>
                      <a:pt x="21884" y="144971"/>
                    </a:cubicBezTo>
                    <a:cubicBezTo>
                      <a:pt x="24167" y="146590"/>
                      <a:pt x="26927" y="148400"/>
                      <a:pt x="30257" y="150305"/>
                    </a:cubicBezTo>
                    <a:cubicBezTo>
                      <a:pt x="33492" y="152305"/>
                      <a:pt x="37488" y="154019"/>
                      <a:pt x="42245" y="155638"/>
                    </a:cubicBezTo>
                    <a:cubicBezTo>
                      <a:pt x="46907" y="157258"/>
                      <a:pt x="52807" y="158020"/>
                      <a:pt x="59847" y="158020"/>
                    </a:cubicBezTo>
                    <a:cubicBezTo>
                      <a:pt x="65842" y="158020"/>
                      <a:pt x="71075" y="157258"/>
                      <a:pt x="75546" y="155734"/>
                    </a:cubicBezTo>
                    <a:cubicBezTo>
                      <a:pt x="80018" y="154210"/>
                      <a:pt x="83729" y="152114"/>
                      <a:pt x="86774" y="149447"/>
                    </a:cubicBezTo>
                    <a:cubicBezTo>
                      <a:pt x="89723" y="146780"/>
                      <a:pt x="92007" y="143732"/>
                      <a:pt x="93434" y="140303"/>
                    </a:cubicBezTo>
                    <a:cubicBezTo>
                      <a:pt x="94861" y="136874"/>
                      <a:pt x="95622" y="133160"/>
                      <a:pt x="95622" y="129254"/>
                    </a:cubicBezTo>
                    <a:cubicBezTo>
                      <a:pt x="95622" y="124396"/>
                      <a:pt x="94290" y="120396"/>
                      <a:pt x="91721" y="117253"/>
                    </a:cubicBezTo>
                    <a:cubicBezTo>
                      <a:pt x="89153" y="114110"/>
                      <a:pt x="85727" y="111347"/>
                      <a:pt x="81445" y="109157"/>
                    </a:cubicBezTo>
                    <a:cubicBezTo>
                      <a:pt x="77164" y="106870"/>
                      <a:pt x="72311" y="104965"/>
                      <a:pt x="66888" y="103251"/>
                    </a:cubicBezTo>
                    <a:cubicBezTo>
                      <a:pt x="61465" y="101632"/>
                      <a:pt x="55851" y="99822"/>
                      <a:pt x="50142" y="98012"/>
                    </a:cubicBezTo>
                    <a:cubicBezTo>
                      <a:pt x="44434" y="96203"/>
                      <a:pt x="38915" y="94107"/>
                      <a:pt x="33397" y="91726"/>
                    </a:cubicBezTo>
                    <a:cubicBezTo>
                      <a:pt x="27973" y="89344"/>
                      <a:pt x="23121" y="86392"/>
                      <a:pt x="18839" y="82867"/>
                    </a:cubicBezTo>
                    <a:cubicBezTo>
                      <a:pt x="14557" y="79343"/>
                      <a:pt x="11132" y="74962"/>
                      <a:pt x="8563" y="69723"/>
                    </a:cubicBezTo>
                    <a:cubicBezTo>
                      <a:pt x="5994" y="64484"/>
                      <a:pt x="4662" y="58198"/>
                      <a:pt x="4662" y="50673"/>
                    </a:cubicBezTo>
                    <a:cubicBezTo>
                      <a:pt x="4662" y="44006"/>
                      <a:pt x="6090" y="37624"/>
                      <a:pt x="8754" y="31432"/>
                    </a:cubicBezTo>
                    <a:cubicBezTo>
                      <a:pt x="11513" y="25336"/>
                      <a:pt x="15509" y="19907"/>
                      <a:pt x="20837" y="15240"/>
                    </a:cubicBezTo>
                    <a:cubicBezTo>
                      <a:pt x="26165" y="10573"/>
                      <a:pt x="32635" y="6858"/>
                      <a:pt x="40342" y="4096"/>
                    </a:cubicBezTo>
                    <a:cubicBezTo>
                      <a:pt x="48049" y="1333"/>
                      <a:pt x="56803" y="0"/>
                      <a:pt x="66698" y="0"/>
                    </a:cubicBezTo>
                    <a:cubicBezTo>
                      <a:pt x="78211" y="0"/>
                      <a:pt x="88486" y="1810"/>
                      <a:pt x="97620" y="5429"/>
                    </a:cubicBezTo>
                    <a:cubicBezTo>
                      <a:pt x="106754" y="9049"/>
                      <a:pt x="114652" y="14002"/>
                      <a:pt x="121312" y="20288"/>
                    </a:cubicBezTo>
                    <a:lnTo>
                      <a:pt x="114461" y="31528"/>
                    </a:lnTo>
                    <a:close/>
                  </a:path>
                </a:pathLst>
              </a:custGeom>
              <a:solidFill>
                <a:schemeClr val="bg1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5" name="Freeform 24">
                <a:extLst>
                  <a:ext uri="{FF2B5EF4-FFF2-40B4-BE49-F238E27FC236}">
                    <a16:creationId xmlns:a16="http://schemas.microsoft.com/office/drawing/2014/main" id="{ADD447FF-B877-7DAC-9833-C6EF8F9DA834}"/>
                  </a:ext>
                </a:extLst>
              </p:cNvPr>
              <p:cNvSpPr/>
              <p:nvPr/>
            </p:nvSpPr>
            <p:spPr>
              <a:xfrm>
                <a:off x="10848612" y="6504940"/>
                <a:ext cx="124071" cy="180117"/>
              </a:xfrm>
              <a:custGeom>
                <a:avLst/>
                <a:gdLst>
                  <a:gd name="connsiteX0" fmla="*/ 114176 w 124071"/>
                  <a:gd name="connsiteY0" fmla="*/ 31528 h 180117"/>
                  <a:gd name="connsiteX1" fmla="*/ 107801 w 124071"/>
                  <a:gd name="connsiteY1" fmla="*/ 35338 h 180117"/>
                  <a:gd name="connsiteX2" fmla="*/ 101902 w 124071"/>
                  <a:gd name="connsiteY2" fmla="*/ 33433 h 180117"/>
                  <a:gd name="connsiteX3" fmla="*/ 93910 w 124071"/>
                  <a:gd name="connsiteY3" fmla="*/ 29242 h 180117"/>
                  <a:gd name="connsiteX4" fmla="*/ 82587 w 124071"/>
                  <a:gd name="connsiteY4" fmla="*/ 24955 h 180117"/>
                  <a:gd name="connsiteX5" fmla="*/ 67079 w 124071"/>
                  <a:gd name="connsiteY5" fmla="*/ 22955 h 180117"/>
                  <a:gd name="connsiteX6" fmla="*/ 53092 w 124071"/>
                  <a:gd name="connsiteY6" fmla="*/ 24955 h 180117"/>
                  <a:gd name="connsiteX7" fmla="*/ 42531 w 124071"/>
                  <a:gd name="connsiteY7" fmla="*/ 30385 h 180117"/>
                  <a:gd name="connsiteX8" fmla="*/ 35775 w 124071"/>
                  <a:gd name="connsiteY8" fmla="*/ 38386 h 180117"/>
                  <a:gd name="connsiteX9" fmla="*/ 33492 w 124071"/>
                  <a:gd name="connsiteY9" fmla="*/ 48292 h 180117"/>
                  <a:gd name="connsiteX10" fmla="*/ 37393 w 124071"/>
                  <a:gd name="connsiteY10" fmla="*/ 59531 h 180117"/>
                  <a:gd name="connsiteX11" fmla="*/ 47669 w 124071"/>
                  <a:gd name="connsiteY11" fmla="*/ 67246 h 180117"/>
                  <a:gd name="connsiteX12" fmla="*/ 62131 w 124071"/>
                  <a:gd name="connsiteY12" fmla="*/ 73057 h 180117"/>
                  <a:gd name="connsiteX13" fmla="*/ 78781 w 124071"/>
                  <a:gd name="connsiteY13" fmla="*/ 78391 h 180117"/>
                  <a:gd name="connsiteX14" fmla="*/ 95432 w 124071"/>
                  <a:gd name="connsiteY14" fmla="*/ 84677 h 180117"/>
                  <a:gd name="connsiteX15" fmla="*/ 109894 w 124071"/>
                  <a:gd name="connsiteY15" fmla="*/ 93250 h 180117"/>
                  <a:gd name="connsiteX16" fmla="*/ 120170 w 124071"/>
                  <a:gd name="connsiteY16" fmla="*/ 105918 h 180117"/>
                  <a:gd name="connsiteX17" fmla="*/ 124071 w 124071"/>
                  <a:gd name="connsiteY17" fmla="*/ 123920 h 180117"/>
                  <a:gd name="connsiteX18" fmla="*/ 119790 w 124071"/>
                  <a:gd name="connsiteY18" fmla="*/ 146209 h 180117"/>
                  <a:gd name="connsiteX19" fmla="*/ 107040 w 124071"/>
                  <a:gd name="connsiteY19" fmla="*/ 164021 h 180117"/>
                  <a:gd name="connsiteX20" fmla="*/ 86393 w 124071"/>
                  <a:gd name="connsiteY20" fmla="*/ 175832 h 180117"/>
                  <a:gd name="connsiteX21" fmla="*/ 58135 w 124071"/>
                  <a:gd name="connsiteY21" fmla="*/ 180118 h 180117"/>
                  <a:gd name="connsiteX22" fmla="*/ 25119 w 124071"/>
                  <a:gd name="connsiteY22" fmla="*/ 174212 h 180117"/>
                  <a:gd name="connsiteX23" fmla="*/ 0 w 124071"/>
                  <a:gd name="connsiteY23" fmla="*/ 158972 h 180117"/>
                  <a:gd name="connsiteX24" fmla="*/ 7231 w 124071"/>
                  <a:gd name="connsiteY24" fmla="*/ 147257 h 180117"/>
                  <a:gd name="connsiteX25" fmla="*/ 10466 w 124071"/>
                  <a:gd name="connsiteY25" fmla="*/ 143828 h 180117"/>
                  <a:gd name="connsiteX26" fmla="*/ 15319 w 124071"/>
                  <a:gd name="connsiteY26" fmla="*/ 142589 h 180117"/>
                  <a:gd name="connsiteX27" fmla="*/ 21884 w 124071"/>
                  <a:gd name="connsiteY27" fmla="*/ 144971 h 180117"/>
                  <a:gd name="connsiteX28" fmla="*/ 30257 w 124071"/>
                  <a:gd name="connsiteY28" fmla="*/ 150305 h 180117"/>
                  <a:gd name="connsiteX29" fmla="*/ 42245 w 124071"/>
                  <a:gd name="connsiteY29" fmla="*/ 155638 h 180117"/>
                  <a:gd name="connsiteX30" fmla="*/ 59847 w 124071"/>
                  <a:gd name="connsiteY30" fmla="*/ 158020 h 180117"/>
                  <a:gd name="connsiteX31" fmla="*/ 75546 w 124071"/>
                  <a:gd name="connsiteY31" fmla="*/ 155734 h 180117"/>
                  <a:gd name="connsiteX32" fmla="*/ 86774 w 124071"/>
                  <a:gd name="connsiteY32" fmla="*/ 149447 h 180117"/>
                  <a:gd name="connsiteX33" fmla="*/ 93434 w 124071"/>
                  <a:gd name="connsiteY33" fmla="*/ 140303 h 180117"/>
                  <a:gd name="connsiteX34" fmla="*/ 95622 w 124071"/>
                  <a:gd name="connsiteY34" fmla="*/ 129254 h 180117"/>
                  <a:gd name="connsiteX35" fmla="*/ 91721 w 124071"/>
                  <a:gd name="connsiteY35" fmla="*/ 117253 h 180117"/>
                  <a:gd name="connsiteX36" fmla="*/ 81445 w 124071"/>
                  <a:gd name="connsiteY36" fmla="*/ 109157 h 180117"/>
                  <a:gd name="connsiteX37" fmla="*/ 66888 w 124071"/>
                  <a:gd name="connsiteY37" fmla="*/ 103251 h 180117"/>
                  <a:gd name="connsiteX38" fmla="*/ 50142 w 124071"/>
                  <a:gd name="connsiteY38" fmla="*/ 98012 h 180117"/>
                  <a:gd name="connsiteX39" fmla="*/ 33397 w 124071"/>
                  <a:gd name="connsiteY39" fmla="*/ 91726 h 180117"/>
                  <a:gd name="connsiteX40" fmla="*/ 18839 w 124071"/>
                  <a:gd name="connsiteY40" fmla="*/ 82867 h 180117"/>
                  <a:gd name="connsiteX41" fmla="*/ 8563 w 124071"/>
                  <a:gd name="connsiteY41" fmla="*/ 69723 h 180117"/>
                  <a:gd name="connsiteX42" fmla="*/ 4662 w 124071"/>
                  <a:gd name="connsiteY42" fmla="*/ 50673 h 180117"/>
                  <a:gd name="connsiteX43" fmla="*/ 8754 w 124071"/>
                  <a:gd name="connsiteY43" fmla="*/ 31432 h 180117"/>
                  <a:gd name="connsiteX44" fmla="*/ 20837 w 124071"/>
                  <a:gd name="connsiteY44" fmla="*/ 15240 h 180117"/>
                  <a:gd name="connsiteX45" fmla="*/ 40342 w 124071"/>
                  <a:gd name="connsiteY45" fmla="*/ 4096 h 180117"/>
                  <a:gd name="connsiteX46" fmla="*/ 66698 w 124071"/>
                  <a:gd name="connsiteY46" fmla="*/ 0 h 180117"/>
                  <a:gd name="connsiteX47" fmla="*/ 97620 w 124071"/>
                  <a:gd name="connsiteY47" fmla="*/ 5429 h 180117"/>
                  <a:gd name="connsiteX48" fmla="*/ 121312 w 124071"/>
                  <a:gd name="connsiteY48" fmla="*/ 20288 h 180117"/>
                  <a:gd name="connsiteX49" fmla="*/ 114461 w 124071"/>
                  <a:gd name="connsiteY49" fmla="*/ 31528 h 1801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</a:cxnLst>
                <a:rect l="l" t="t" r="r" b="b"/>
                <a:pathLst>
                  <a:path w="124071" h="180117">
                    <a:moveTo>
                      <a:pt x="114176" y="31528"/>
                    </a:moveTo>
                    <a:cubicBezTo>
                      <a:pt x="112749" y="34100"/>
                      <a:pt x="110656" y="35338"/>
                      <a:pt x="107801" y="35338"/>
                    </a:cubicBezTo>
                    <a:cubicBezTo>
                      <a:pt x="106089" y="35338"/>
                      <a:pt x="104090" y="34671"/>
                      <a:pt x="101902" y="33433"/>
                    </a:cubicBezTo>
                    <a:cubicBezTo>
                      <a:pt x="99714" y="32194"/>
                      <a:pt x="97050" y="30766"/>
                      <a:pt x="93910" y="29242"/>
                    </a:cubicBezTo>
                    <a:cubicBezTo>
                      <a:pt x="90770" y="27718"/>
                      <a:pt x="86964" y="26289"/>
                      <a:pt x="82587" y="24955"/>
                    </a:cubicBezTo>
                    <a:cubicBezTo>
                      <a:pt x="78211" y="23622"/>
                      <a:pt x="73073" y="22955"/>
                      <a:pt x="67079" y="22955"/>
                    </a:cubicBezTo>
                    <a:cubicBezTo>
                      <a:pt x="61941" y="22955"/>
                      <a:pt x="57278" y="23622"/>
                      <a:pt x="53092" y="24955"/>
                    </a:cubicBezTo>
                    <a:cubicBezTo>
                      <a:pt x="49001" y="26289"/>
                      <a:pt x="45480" y="28099"/>
                      <a:pt x="42531" y="30385"/>
                    </a:cubicBezTo>
                    <a:cubicBezTo>
                      <a:pt x="39581" y="32671"/>
                      <a:pt x="37393" y="35338"/>
                      <a:pt x="35775" y="38386"/>
                    </a:cubicBezTo>
                    <a:cubicBezTo>
                      <a:pt x="34158" y="41434"/>
                      <a:pt x="33492" y="44767"/>
                      <a:pt x="33492" y="48292"/>
                    </a:cubicBezTo>
                    <a:cubicBezTo>
                      <a:pt x="33492" y="52768"/>
                      <a:pt x="34824" y="56483"/>
                      <a:pt x="37393" y="59531"/>
                    </a:cubicBezTo>
                    <a:cubicBezTo>
                      <a:pt x="39962" y="62579"/>
                      <a:pt x="43387" y="65151"/>
                      <a:pt x="47669" y="67246"/>
                    </a:cubicBezTo>
                    <a:cubicBezTo>
                      <a:pt x="51950" y="69342"/>
                      <a:pt x="56708" y="71342"/>
                      <a:pt x="62131" y="73057"/>
                    </a:cubicBezTo>
                    <a:cubicBezTo>
                      <a:pt x="67554" y="74771"/>
                      <a:pt x="73073" y="76486"/>
                      <a:pt x="78781" y="78391"/>
                    </a:cubicBezTo>
                    <a:cubicBezTo>
                      <a:pt x="84490" y="80296"/>
                      <a:pt x="90009" y="82391"/>
                      <a:pt x="95432" y="84677"/>
                    </a:cubicBezTo>
                    <a:cubicBezTo>
                      <a:pt x="100855" y="86963"/>
                      <a:pt x="105613" y="89821"/>
                      <a:pt x="109894" y="93250"/>
                    </a:cubicBezTo>
                    <a:cubicBezTo>
                      <a:pt x="114176" y="96679"/>
                      <a:pt x="117601" y="100965"/>
                      <a:pt x="120170" y="105918"/>
                    </a:cubicBezTo>
                    <a:cubicBezTo>
                      <a:pt x="122739" y="110966"/>
                      <a:pt x="124071" y="116967"/>
                      <a:pt x="124071" y="123920"/>
                    </a:cubicBezTo>
                    <a:cubicBezTo>
                      <a:pt x="124071" y="131921"/>
                      <a:pt x="122644" y="139446"/>
                      <a:pt x="119790" y="146209"/>
                    </a:cubicBezTo>
                    <a:cubicBezTo>
                      <a:pt x="116935" y="153067"/>
                      <a:pt x="112654" y="158972"/>
                      <a:pt x="107040" y="164021"/>
                    </a:cubicBezTo>
                    <a:cubicBezTo>
                      <a:pt x="101426" y="168974"/>
                      <a:pt x="94481" y="172974"/>
                      <a:pt x="86393" y="175832"/>
                    </a:cubicBezTo>
                    <a:cubicBezTo>
                      <a:pt x="78211" y="178689"/>
                      <a:pt x="68791" y="180118"/>
                      <a:pt x="58135" y="180118"/>
                    </a:cubicBezTo>
                    <a:cubicBezTo>
                      <a:pt x="45956" y="180118"/>
                      <a:pt x="34919" y="178117"/>
                      <a:pt x="25119" y="174212"/>
                    </a:cubicBezTo>
                    <a:cubicBezTo>
                      <a:pt x="15224" y="170212"/>
                      <a:pt x="6851" y="165163"/>
                      <a:pt x="0" y="158972"/>
                    </a:cubicBezTo>
                    <a:lnTo>
                      <a:pt x="7231" y="147257"/>
                    </a:lnTo>
                    <a:cubicBezTo>
                      <a:pt x="8183" y="145733"/>
                      <a:pt x="9229" y="144589"/>
                      <a:pt x="10466" y="143828"/>
                    </a:cubicBezTo>
                    <a:cubicBezTo>
                      <a:pt x="11703" y="142970"/>
                      <a:pt x="13321" y="142589"/>
                      <a:pt x="15319" y="142589"/>
                    </a:cubicBezTo>
                    <a:cubicBezTo>
                      <a:pt x="17412" y="142589"/>
                      <a:pt x="19600" y="143351"/>
                      <a:pt x="21884" y="144971"/>
                    </a:cubicBezTo>
                    <a:cubicBezTo>
                      <a:pt x="24167" y="146590"/>
                      <a:pt x="26927" y="148400"/>
                      <a:pt x="30257" y="150305"/>
                    </a:cubicBezTo>
                    <a:cubicBezTo>
                      <a:pt x="33492" y="152305"/>
                      <a:pt x="37488" y="154019"/>
                      <a:pt x="42245" y="155638"/>
                    </a:cubicBezTo>
                    <a:cubicBezTo>
                      <a:pt x="46907" y="157258"/>
                      <a:pt x="52807" y="158020"/>
                      <a:pt x="59847" y="158020"/>
                    </a:cubicBezTo>
                    <a:cubicBezTo>
                      <a:pt x="65842" y="158020"/>
                      <a:pt x="71075" y="157258"/>
                      <a:pt x="75546" y="155734"/>
                    </a:cubicBezTo>
                    <a:cubicBezTo>
                      <a:pt x="80018" y="154210"/>
                      <a:pt x="83729" y="152114"/>
                      <a:pt x="86774" y="149447"/>
                    </a:cubicBezTo>
                    <a:cubicBezTo>
                      <a:pt x="89723" y="146780"/>
                      <a:pt x="92007" y="143732"/>
                      <a:pt x="93434" y="140303"/>
                    </a:cubicBezTo>
                    <a:cubicBezTo>
                      <a:pt x="94861" y="136874"/>
                      <a:pt x="95622" y="133160"/>
                      <a:pt x="95622" y="129254"/>
                    </a:cubicBezTo>
                    <a:cubicBezTo>
                      <a:pt x="95622" y="124396"/>
                      <a:pt x="94290" y="120396"/>
                      <a:pt x="91721" y="117253"/>
                    </a:cubicBezTo>
                    <a:cubicBezTo>
                      <a:pt x="89153" y="114110"/>
                      <a:pt x="85727" y="111347"/>
                      <a:pt x="81445" y="109157"/>
                    </a:cubicBezTo>
                    <a:cubicBezTo>
                      <a:pt x="77164" y="106870"/>
                      <a:pt x="72311" y="104965"/>
                      <a:pt x="66888" y="103251"/>
                    </a:cubicBezTo>
                    <a:cubicBezTo>
                      <a:pt x="61465" y="101632"/>
                      <a:pt x="55851" y="99822"/>
                      <a:pt x="50142" y="98012"/>
                    </a:cubicBezTo>
                    <a:cubicBezTo>
                      <a:pt x="44434" y="96203"/>
                      <a:pt x="38915" y="94107"/>
                      <a:pt x="33397" y="91726"/>
                    </a:cubicBezTo>
                    <a:cubicBezTo>
                      <a:pt x="27973" y="89344"/>
                      <a:pt x="23121" y="86392"/>
                      <a:pt x="18839" y="82867"/>
                    </a:cubicBezTo>
                    <a:cubicBezTo>
                      <a:pt x="14557" y="79343"/>
                      <a:pt x="11132" y="74962"/>
                      <a:pt x="8563" y="69723"/>
                    </a:cubicBezTo>
                    <a:cubicBezTo>
                      <a:pt x="5994" y="64484"/>
                      <a:pt x="4662" y="58198"/>
                      <a:pt x="4662" y="50673"/>
                    </a:cubicBezTo>
                    <a:cubicBezTo>
                      <a:pt x="4662" y="44006"/>
                      <a:pt x="6090" y="37624"/>
                      <a:pt x="8754" y="31432"/>
                    </a:cubicBezTo>
                    <a:cubicBezTo>
                      <a:pt x="11513" y="25336"/>
                      <a:pt x="15509" y="19907"/>
                      <a:pt x="20837" y="15240"/>
                    </a:cubicBezTo>
                    <a:cubicBezTo>
                      <a:pt x="26165" y="10573"/>
                      <a:pt x="32635" y="6858"/>
                      <a:pt x="40342" y="4096"/>
                    </a:cubicBezTo>
                    <a:cubicBezTo>
                      <a:pt x="48049" y="1333"/>
                      <a:pt x="56803" y="0"/>
                      <a:pt x="66698" y="0"/>
                    </a:cubicBezTo>
                    <a:cubicBezTo>
                      <a:pt x="78211" y="0"/>
                      <a:pt x="88486" y="1810"/>
                      <a:pt x="97620" y="5429"/>
                    </a:cubicBezTo>
                    <a:cubicBezTo>
                      <a:pt x="106754" y="9049"/>
                      <a:pt x="114652" y="14002"/>
                      <a:pt x="121312" y="20288"/>
                    </a:cubicBezTo>
                    <a:lnTo>
                      <a:pt x="114461" y="31528"/>
                    </a:lnTo>
                    <a:close/>
                  </a:path>
                </a:pathLst>
              </a:custGeom>
              <a:solidFill>
                <a:schemeClr val="bg1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6" name="Freeform 25">
                <a:extLst>
                  <a:ext uri="{FF2B5EF4-FFF2-40B4-BE49-F238E27FC236}">
                    <a16:creationId xmlns:a16="http://schemas.microsoft.com/office/drawing/2014/main" id="{3A499BC3-C358-536C-EE8E-6EC42C0AF852}"/>
                  </a:ext>
                </a:extLst>
              </p:cNvPr>
              <p:cNvSpPr/>
              <p:nvPr/>
            </p:nvSpPr>
            <p:spPr>
              <a:xfrm>
                <a:off x="11005128" y="6507606"/>
                <a:ext cx="145193" cy="177450"/>
              </a:xfrm>
              <a:custGeom>
                <a:avLst/>
                <a:gdLst>
                  <a:gd name="connsiteX0" fmla="*/ 145194 w 145193"/>
                  <a:gd name="connsiteY0" fmla="*/ 0 h 177450"/>
                  <a:gd name="connsiteX1" fmla="*/ 145194 w 145193"/>
                  <a:gd name="connsiteY1" fmla="*/ 174689 h 177450"/>
                  <a:gd name="connsiteX2" fmla="*/ 126926 w 145193"/>
                  <a:gd name="connsiteY2" fmla="*/ 174689 h 177450"/>
                  <a:gd name="connsiteX3" fmla="*/ 118648 w 145193"/>
                  <a:gd name="connsiteY3" fmla="*/ 168307 h 177450"/>
                  <a:gd name="connsiteX4" fmla="*/ 116269 w 145193"/>
                  <a:gd name="connsiteY4" fmla="*/ 149543 h 177450"/>
                  <a:gd name="connsiteX5" fmla="*/ 90770 w 145193"/>
                  <a:gd name="connsiteY5" fmla="*/ 169831 h 177450"/>
                  <a:gd name="connsiteX6" fmla="*/ 58420 w 145193"/>
                  <a:gd name="connsiteY6" fmla="*/ 177451 h 177450"/>
                  <a:gd name="connsiteX7" fmla="*/ 33206 w 145193"/>
                  <a:gd name="connsiteY7" fmla="*/ 172688 h 177450"/>
                  <a:gd name="connsiteX8" fmla="*/ 14843 w 145193"/>
                  <a:gd name="connsiteY8" fmla="*/ 159353 h 177450"/>
                  <a:gd name="connsiteX9" fmla="*/ 3711 w 145193"/>
                  <a:gd name="connsiteY9" fmla="*/ 138493 h 177450"/>
                  <a:gd name="connsiteX10" fmla="*/ 0 w 145193"/>
                  <a:gd name="connsiteY10" fmla="*/ 111443 h 177450"/>
                  <a:gd name="connsiteX11" fmla="*/ 0 w 145193"/>
                  <a:gd name="connsiteY11" fmla="*/ 95 h 177450"/>
                  <a:gd name="connsiteX12" fmla="*/ 30637 w 145193"/>
                  <a:gd name="connsiteY12" fmla="*/ 95 h 177450"/>
                  <a:gd name="connsiteX13" fmla="*/ 30637 w 145193"/>
                  <a:gd name="connsiteY13" fmla="*/ 111443 h 177450"/>
                  <a:gd name="connsiteX14" fmla="*/ 39676 w 145193"/>
                  <a:gd name="connsiteY14" fmla="*/ 142113 h 177450"/>
                  <a:gd name="connsiteX15" fmla="*/ 67364 w 145193"/>
                  <a:gd name="connsiteY15" fmla="*/ 152972 h 177450"/>
                  <a:gd name="connsiteX16" fmla="*/ 92768 w 145193"/>
                  <a:gd name="connsiteY16" fmla="*/ 146494 h 177450"/>
                  <a:gd name="connsiteX17" fmla="*/ 114557 w 145193"/>
                  <a:gd name="connsiteY17" fmla="*/ 128588 h 177450"/>
                  <a:gd name="connsiteX18" fmla="*/ 114557 w 145193"/>
                  <a:gd name="connsiteY18" fmla="*/ 0 h 177450"/>
                  <a:gd name="connsiteX19" fmla="*/ 145194 w 145193"/>
                  <a:gd name="connsiteY19" fmla="*/ 0 h 177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145193" h="177450">
                    <a:moveTo>
                      <a:pt x="145194" y="0"/>
                    </a:moveTo>
                    <a:lnTo>
                      <a:pt x="145194" y="174689"/>
                    </a:lnTo>
                    <a:lnTo>
                      <a:pt x="126926" y="174689"/>
                    </a:lnTo>
                    <a:cubicBezTo>
                      <a:pt x="122549" y="174689"/>
                      <a:pt x="119790" y="172593"/>
                      <a:pt x="118648" y="168307"/>
                    </a:cubicBezTo>
                    <a:lnTo>
                      <a:pt x="116269" y="149543"/>
                    </a:lnTo>
                    <a:cubicBezTo>
                      <a:pt x="108658" y="157925"/>
                      <a:pt x="100189" y="164687"/>
                      <a:pt x="90770" y="169831"/>
                    </a:cubicBezTo>
                    <a:cubicBezTo>
                      <a:pt x="81350" y="174974"/>
                      <a:pt x="70599" y="177451"/>
                      <a:pt x="58420" y="177451"/>
                    </a:cubicBezTo>
                    <a:cubicBezTo>
                      <a:pt x="48905" y="177451"/>
                      <a:pt x="40437" y="175832"/>
                      <a:pt x="33206" y="172688"/>
                    </a:cubicBezTo>
                    <a:cubicBezTo>
                      <a:pt x="25880" y="169545"/>
                      <a:pt x="19790" y="165068"/>
                      <a:pt x="14843" y="159353"/>
                    </a:cubicBezTo>
                    <a:cubicBezTo>
                      <a:pt x="9895" y="153638"/>
                      <a:pt x="6184" y="146685"/>
                      <a:pt x="3711" y="138493"/>
                    </a:cubicBezTo>
                    <a:cubicBezTo>
                      <a:pt x="1237" y="130302"/>
                      <a:pt x="0" y="121349"/>
                      <a:pt x="0" y="111443"/>
                    </a:cubicBezTo>
                    <a:lnTo>
                      <a:pt x="0" y="95"/>
                    </a:lnTo>
                    <a:lnTo>
                      <a:pt x="30637" y="95"/>
                    </a:lnTo>
                    <a:lnTo>
                      <a:pt x="30637" y="111443"/>
                    </a:lnTo>
                    <a:cubicBezTo>
                      <a:pt x="30637" y="124682"/>
                      <a:pt x="33682" y="134874"/>
                      <a:pt x="39676" y="142113"/>
                    </a:cubicBezTo>
                    <a:cubicBezTo>
                      <a:pt x="45670" y="149352"/>
                      <a:pt x="54899" y="152972"/>
                      <a:pt x="67364" y="152972"/>
                    </a:cubicBezTo>
                    <a:cubicBezTo>
                      <a:pt x="76403" y="152972"/>
                      <a:pt x="84871" y="150781"/>
                      <a:pt x="92768" y="146494"/>
                    </a:cubicBezTo>
                    <a:cubicBezTo>
                      <a:pt x="100665" y="142208"/>
                      <a:pt x="107896" y="136208"/>
                      <a:pt x="114557" y="128588"/>
                    </a:cubicBezTo>
                    <a:lnTo>
                      <a:pt x="114557" y="0"/>
                    </a:lnTo>
                    <a:lnTo>
                      <a:pt x="145194" y="0"/>
                    </a:lnTo>
                    <a:close/>
                  </a:path>
                </a:pathLst>
              </a:custGeom>
              <a:solidFill>
                <a:schemeClr val="bg1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7" name="Freeform 26">
                <a:extLst>
                  <a:ext uri="{FF2B5EF4-FFF2-40B4-BE49-F238E27FC236}">
                    <a16:creationId xmlns:a16="http://schemas.microsoft.com/office/drawing/2014/main" id="{16E65932-A6B5-8069-E602-F3C79FD68CE4}"/>
                  </a:ext>
                </a:extLst>
              </p:cNvPr>
              <p:cNvSpPr/>
              <p:nvPr/>
            </p:nvSpPr>
            <p:spPr>
              <a:xfrm>
                <a:off x="11195326" y="6504558"/>
                <a:ext cx="154042" cy="236886"/>
              </a:xfrm>
              <a:custGeom>
                <a:avLst/>
                <a:gdLst>
                  <a:gd name="connsiteX0" fmla="*/ 29305 w 154042"/>
                  <a:gd name="connsiteY0" fmla="*/ 30194 h 236886"/>
                  <a:gd name="connsiteX1" fmla="*/ 54805 w 154042"/>
                  <a:gd name="connsiteY1" fmla="*/ 8287 h 236886"/>
                  <a:gd name="connsiteX2" fmla="*/ 87916 w 154042"/>
                  <a:gd name="connsiteY2" fmla="*/ 0 h 236886"/>
                  <a:gd name="connsiteX3" fmla="*/ 115318 w 154042"/>
                  <a:gd name="connsiteY3" fmla="*/ 5810 h 236886"/>
                  <a:gd name="connsiteX4" fmla="*/ 136155 w 154042"/>
                  <a:gd name="connsiteY4" fmla="*/ 22860 h 236886"/>
                  <a:gd name="connsiteX5" fmla="*/ 149380 w 154042"/>
                  <a:gd name="connsiteY5" fmla="*/ 50864 h 236886"/>
                  <a:gd name="connsiteX6" fmla="*/ 154042 w 154042"/>
                  <a:gd name="connsiteY6" fmla="*/ 89344 h 236886"/>
                  <a:gd name="connsiteX7" fmla="*/ 148904 w 154042"/>
                  <a:gd name="connsiteY7" fmla="*/ 125254 h 236886"/>
                  <a:gd name="connsiteX8" fmla="*/ 133967 w 154042"/>
                  <a:gd name="connsiteY8" fmla="*/ 154019 h 236886"/>
                  <a:gd name="connsiteX9" fmla="*/ 110180 w 154042"/>
                  <a:gd name="connsiteY9" fmla="*/ 173165 h 236886"/>
                  <a:gd name="connsiteX10" fmla="*/ 78591 w 154042"/>
                  <a:gd name="connsiteY10" fmla="*/ 180118 h 236886"/>
                  <a:gd name="connsiteX11" fmla="*/ 51094 w 154042"/>
                  <a:gd name="connsiteY11" fmla="*/ 174689 h 236886"/>
                  <a:gd name="connsiteX12" fmla="*/ 30828 w 154042"/>
                  <a:gd name="connsiteY12" fmla="*/ 159639 h 236886"/>
                  <a:gd name="connsiteX13" fmla="*/ 30828 w 154042"/>
                  <a:gd name="connsiteY13" fmla="*/ 236887 h 236886"/>
                  <a:gd name="connsiteX14" fmla="*/ 0 w 154042"/>
                  <a:gd name="connsiteY14" fmla="*/ 236887 h 236886"/>
                  <a:gd name="connsiteX15" fmla="*/ 0 w 154042"/>
                  <a:gd name="connsiteY15" fmla="*/ 3143 h 236886"/>
                  <a:gd name="connsiteX16" fmla="*/ 18458 w 154042"/>
                  <a:gd name="connsiteY16" fmla="*/ 3143 h 236886"/>
                  <a:gd name="connsiteX17" fmla="*/ 26546 w 154042"/>
                  <a:gd name="connsiteY17" fmla="*/ 9525 h 236886"/>
                  <a:gd name="connsiteX18" fmla="*/ 29305 w 154042"/>
                  <a:gd name="connsiteY18" fmla="*/ 30194 h 236886"/>
                  <a:gd name="connsiteX19" fmla="*/ 30828 w 154042"/>
                  <a:gd name="connsiteY19" fmla="*/ 135731 h 236886"/>
                  <a:gd name="connsiteX20" fmla="*/ 49286 w 154042"/>
                  <a:gd name="connsiteY20" fmla="*/ 151733 h 236886"/>
                  <a:gd name="connsiteX21" fmla="*/ 71645 w 154042"/>
                  <a:gd name="connsiteY21" fmla="*/ 156401 h 236886"/>
                  <a:gd name="connsiteX22" fmla="*/ 109228 w 154042"/>
                  <a:gd name="connsiteY22" fmla="*/ 138970 h 236886"/>
                  <a:gd name="connsiteX23" fmla="*/ 122359 w 154042"/>
                  <a:gd name="connsiteY23" fmla="*/ 89344 h 236886"/>
                  <a:gd name="connsiteX24" fmla="*/ 119314 w 154042"/>
                  <a:gd name="connsiteY24" fmla="*/ 60008 h 236886"/>
                  <a:gd name="connsiteX25" fmla="*/ 110656 w 154042"/>
                  <a:gd name="connsiteY25" fmla="*/ 39910 h 236886"/>
                  <a:gd name="connsiteX26" fmla="*/ 96669 w 154042"/>
                  <a:gd name="connsiteY26" fmla="*/ 28385 h 236886"/>
                  <a:gd name="connsiteX27" fmla="*/ 77925 w 154042"/>
                  <a:gd name="connsiteY27" fmla="*/ 24765 h 236886"/>
                  <a:gd name="connsiteX28" fmla="*/ 51665 w 154042"/>
                  <a:gd name="connsiteY28" fmla="*/ 31623 h 236886"/>
                  <a:gd name="connsiteX29" fmla="*/ 30923 w 154042"/>
                  <a:gd name="connsiteY29" fmla="*/ 51149 h 236886"/>
                  <a:gd name="connsiteX30" fmla="*/ 30923 w 154042"/>
                  <a:gd name="connsiteY30" fmla="*/ 135636 h 2368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154042" h="236886">
                    <a:moveTo>
                      <a:pt x="29305" y="30194"/>
                    </a:moveTo>
                    <a:cubicBezTo>
                      <a:pt x="36631" y="21146"/>
                      <a:pt x="45195" y="13811"/>
                      <a:pt x="54805" y="8287"/>
                    </a:cubicBezTo>
                    <a:cubicBezTo>
                      <a:pt x="64414" y="2762"/>
                      <a:pt x="75451" y="0"/>
                      <a:pt x="87916" y="0"/>
                    </a:cubicBezTo>
                    <a:cubicBezTo>
                      <a:pt x="98001" y="0"/>
                      <a:pt x="107135" y="1905"/>
                      <a:pt x="115318" y="5810"/>
                    </a:cubicBezTo>
                    <a:cubicBezTo>
                      <a:pt x="123500" y="9620"/>
                      <a:pt x="130446" y="15335"/>
                      <a:pt x="136155" y="22860"/>
                    </a:cubicBezTo>
                    <a:cubicBezTo>
                      <a:pt x="141864" y="30385"/>
                      <a:pt x="146335" y="39719"/>
                      <a:pt x="149380" y="50864"/>
                    </a:cubicBezTo>
                    <a:cubicBezTo>
                      <a:pt x="152520" y="62008"/>
                      <a:pt x="154042" y="74866"/>
                      <a:pt x="154042" y="89344"/>
                    </a:cubicBezTo>
                    <a:cubicBezTo>
                      <a:pt x="154042" y="102203"/>
                      <a:pt x="152330" y="114205"/>
                      <a:pt x="148904" y="125254"/>
                    </a:cubicBezTo>
                    <a:cubicBezTo>
                      <a:pt x="145479" y="136303"/>
                      <a:pt x="140532" y="145923"/>
                      <a:pt x="133967" y="154019"/>
                    </a:cubicBezTo>
                    <a:cubicBezTo>
                      <a:pt x="127496" y="162116"/>
                      <a:pt x="119599" y="168497"/>
                      <a:pt x="110180" y="173165"/>
                    </a:cubicBezTo>
                    <a:cubicBezTo>
                      <a:pt x="100760" y="177832"/>
                      <a:pt x="90294" y="180118"/>
                      <a:pt x="78591" y="180118"/>
                    </a:cubicBezTo>
                    <a:cubicBezTo>
                      <a:pt x="67935" y="180118"/>
                      <a:pt x="58801" y="178308"/>
                      <a:pt x="51094" y="174689"/>
                    </a:cubicBezTo>
                    <a:cubicBezTo>
                      <a:pt x="43482" y="171069"/>
                      <a:pt x="36727" y="166021"/>
                      <a:pt x="30828" y="159639"/>
                    </a:cubicBezTo>
                    <a:lnTo>
                      <a:pt x="30828" y="236887"/>
                    </a:lnTo>
                    <a:lnTo>
                      <a:pt x="0" y="236887"/>
                    </a:lnTo>
                    <a:lnTo>
                      <a:pt x="0" y="3143"/>
                    </a:lnTo>
                    <a:lnTo>
                      <a:pt x="18458" y="3143"/>
                    </a:lnTo>
                    <a:cubicBezTo>
                      <a:pt x="22835" y="3143"/>
                      <a:pt x="25500" y="5239"/>
                      <a:pt x="26546" y="9525"/>
                    </a:cubicBezTo>
                    <a:lnTo>
                      <a:pt x="29305" y="30194"/>
                    </a:lnTo>
                    <a:close/>
                    <a:moveTo>
                      <a:pt x="30828" y="135731"/>
                    </a:moveTo>
                    <a:cubicBezTo>
                      <a:pt x="36441" y="143256"/>
                      <a:pt x="42626" y="148685"/>
                      <a:pt x="49286" y="151733"/>
                    </a:cubicBezTo>
                    <a:cubicBezTo>
                      <a:pt x="55946" y="154877"/>
                      <a:pt x="63368" y="156401"/>
                      <a:pt x="71645" y="156401"/>
                    </a:cubicBezTo>
                    <a:cubicBezTo>
                      <a:pt x="87916" y="156401"/>
                      <a:pt x="100475" y="150590"/>
                      <a:pt x="109228" y="138970"/>
                    </a:cubicBezTo>
                    <a:cubicBezTo>
                      <a:pt x="117982" y="127349"/>
                      <a:pt x="122359" y="110776"/>
                      <a:pt x="122359" y="89344"/>
                    </a:cubicBezTo>
                    <a:cubicBezTo>
                      <a:pt x="122359" y="77915"/>
                      <a:pt x="121312" y="68199"/>
                      <a:pt x="119314" y="60008"/>
                    </a:cubicBezTo>
                    <a:cubicBezTo>
                      <a:pt x="117316" y="51816"/>
                      <a:pt x="114366" y="45148"/>
                      <a:pt x="110656" y="39910"/>
                    </a:cubicBezTo>
                    <a:cubicBezTo>
                      <a:pt x="106850" y="34671"/>
                      <a:pt x="102188" y="30861"/>
                      <a:pt x="96669" y="28385"/>
                    </a:cubicBezTo>
                    <a:cubicBezTo>
                      <a:pt x="91151" y="26003"/>
                      <a:pt x="84871" y="24765"/>
                      <a:pt x="77925" y="24765"/>
                    </a:cubicBezTo>
                    <a:cubicBezTo>
                      <a:pt x="67935" y="24765"/>
                      <a:pt x="59181" y="27051"/>
                      <a:pt x="51665" y="31623"/>
                    </a:cubicBezTo>
                    <a:cubicBezTo>
                      <a:pt x="44148" y="36195"/>
                      <a:pt x="37202" y="42767"/>
                      <a:pt x="30923" y="51149"/>
                    </a:cubicBezTo>
                    <a:lnTo>
                      <a:pt x="30923" y="135636"/>
                    </a:lnTo>
                    <a:close/>
                  </a:path>
                </a:pathLst>
              </a:custGeom>
              <a:solidFill>
                <a:schemeClr val="bg1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8" name="Freeform 27">
                <a:extLst>
                  <a:ext uri="{FF2B5EF4-FFF2-40B4-BE49-F238E27FC236}">
                    <a16:creationId xmlns:a16="http://schemas.microsoft.com/office/drawing/2014/main" id="{B5ECC96D-82DE-AAC3-621F-C0D75EC57C68}"/>
                  </a:ext>
                </a:extLst>
              </p:cNvPr>
              <p:cNvSpPr/>
              <p:nvPr/>
            </p:nvSpPr>
            <p:spPr>
              <a:xfrm>
                <a:off x="11384953" y="6504558"/>
                <a:ext cx="154042" cy="236886"/>
              </a:xfrm>
              <a:custGeom>
                <a:avLst/>
                <a:gdLst>
                  <a:gd name="connsiteX0" fmla="*/ 29305 w 154042"/>
                  <a:gd name="connsiteY0" fmla="*/ 30194 h 236886"/>
                  <a:gd name="connsiteX1" fmla="*/ 54804 w 154042"/>
                  <a:gd name="connsiteY1" fmla="*/ 8287 h 236886"/>
                  <a:gd name="connsiteX2" fmla="*/ 87915 w 154042"/>
                  <a:gd name="connsiteY2" fmla="*/ 0 h 236886"/>
                  <a:gd name="connsiteX3" fmla="*/ 115318 w 154042"/>
                  <a:gd name="connsiteY3" fmla="*/ 5810 h 236886"/>
                  <a:gd name="connsiteX4" fmla="*/ 136155 w 154042"/>
                  <a:gd name="connsiteY4" fmla="*/ 22860 h 236886"/>
                  <a:gd name="connsiteX5" fmla="*/ 149380 w 154042"/>
                  <a:gd name="connsiteY5" fmla="*/ 50864 h 236886"/>
                  <a:gd name="connsiteX6" fmla="*/ 154042 w 154042"/>
                  <a:gd name="connsiteY6" fmla="*/ 89344 h 236886"/>
                  <a:gd name="connsiteX7" fmla="*/ 148904 w 154042"/>
                  <a:gd name="connsiteY7" fmla="*/ 125254 h 236886"/>
                  <a:gd name="connsiteX8" fmla="*/ 133966 w 154042"/>
                  <a:gd name="connsiteY8" fmla="*/ 154019 h 236886"/>
                  <a:gd name="connsiteX9" fmla="*/ 110180 w 154042"/>
                  <a:gd name="connsiteY9" fmla="*/ 173165 h 236886"/>
                  <a:gd name="connsiteX10" fmla="*/ 78591 w 154042"/>
                  <a:gd name="connsiteY10" fmla="*/ 180118 h 236886"/>
                  <a:gd name="connsiteX11" fmla="*/ 51094 w 154042"/>
                  <a:gd name="connsiteY11" fmla="*/ 174689 h 236886"/>
                  <a:gd name="connsiteX12" fmla="*/ 30827 w 154042"/>
                  <a:gd name="connsiteY12" fmla="*/ 159639 h 236886"/>
                  <a:gd name="connsiteX13" fmla="*/ 30827 w 154042"/>
                  <a:gd name="connsiteY13" fmla="*/ 236887 h 236886"/>
                  <a:gd name="connsiteX14" fmla="*/ 0 w 154042"/>
                  <a:gd name="connsiteY14" fmla="*/ 236887 h 236886"/>
                  <a:gd name="connsiteX15" fmla="*/ 0 w 154042"/>
                  <a:gd name="connsiteY15" fmla="*/ 3143 h 236886"/>
                  <a:gd name="connsiteX16" fmla="*/ 18458 w 154042"/>
                  <a:gd name="connsiteY16" fmla="*/ 3143 h 236886"/>
                  <a:gd name="connsiteX17" fmla="*/ 26546 w 154042"/>
                  <a:gd name="connsiteY17" fmla="*/ 9525 h 236886"/>
                  <a:gd name="connsiteX18" fmla="*/ 29305 w 154042"/>
                  <a:gd name="connsiteY18" fmla="*/ 30194 h 236886"/>
                  <a:gd name="connsiteX19" fmla="*/ 30827 w 154042"/>
                  <a:gd name="connsiteY19" fmla="*/ 135731 h 236886"/>
                  <a:gd name="connsiteX20" fmla="*/ 49286 w 154042"/>
                  <a:gd name="connsiteY20" fmla="*/ 151733 h 236886"/>
                  <a:gd name="connsiteX21" fmla="*/ 71645 w 154042"/>
                  <a:gd name="connsiteY21" fmla="*/ 156401 h 236886"/>
                  <a:gd name="connsiteX22" fmla="*/ 109228 w 154042"/>
                  <a:gd name="connsiteY22" fmla="*/ 138970 h 236886"/>
                  <a:gd name="connsiteX23" fmla="*/ 122358 w 154042"/>
                  <a:gd name="connsiteY23" fmla="*/ 89344 h 236886"/>
                  <a:gd name="connsiteX24" fmla="*/ 119314 w 154042"/>
                  <a:gd name="connsiteY24" fmla="*/ 60008 h 236886"/>
                  <a:gd name="connsiteX25" fmla="*/ 110655 w 154042"/>
                  <a:gd name="connsiteY25" fmla="*/ 39910 h 236886"/>
                  <a:gd name="connsiteX26" fmla="*/ 96669 w 154042"/>
                  <a:gd name="connsiteY26" fmla="*/ 28385 h 236886"/>
                  <a:gd name="connsiteX27" fmla="*/ 77925 w 154042"/>
                  <a:gd name="connsiteY27" fmla="*/ 24765 h 236886"/>
                  <a:gd name="connsiteX28" fmla="*/ 51665 w 154042"/>
                  <a:gd name="connsiteY28" fmla="*/ 31623 h 236886"/>
                  <a:gd name="connsiteX29" fmla="*/ 30923 w 154042"/>
                  <a:gd name="connsiteY29" fmla="*/ 51149 h 236886"/>
                  <a:gd name="connsiteX30" fmla="*/ 30923 w 154042"/>
                  <a:gd name="connsiteY30" fmla="*/ 135636 h 2368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154042" h="236886">
                    <a:moveTo>
                      <a:pt x="29305" y="30194"/>
                    </a:moveTo>
                    <a:cubicBezTo>
                      <a:pt x="36631" y="21146"/>
                      <a:pt x="45195" y="13811"/>
                      <a:pt x="54804" y="8287"/>
                    </a:cubicBezTo>
                    <a:cubicBezTo>
                      <a:pt x="64414" y="2762"/>
                      <a:pt x="75451" y="0"/>
                      <a:pt x="87915" y="0"/>
                    </a:cubicBezTo>
                    <a:cubicBezTo>
                      <a:pt x="98001" y="0"/>
                      <a:pt x="107135" y="1905"/>
                      <a:pt x="115318" y="5810"/>
                    </a:cubicBezTo>
                    <a:cubicBezTo>
                      <a:pt x="123500" y="9620"/>
                      <a:pt x="130446" y="15335"/>
                      <a:pt x="136155" y="22860"/>
                    </a:cubicBezTo>
                    <a:cubicBezTo>
                      <a:pt x="141863" y="30385"/>
                      <a:pt x="146335" y="39719"/>
                      <a:pt x="149380" y="50864"/>
                    </a:cubicBezTo>
                    <a:cubicBezTo>
                      <a:pt x="152520" y="62008"/>
                      <a:pt x="154042" y="74866"/>
                      <a:pt x="154042" y="89344"/>
                    </a:cubicBezTo>
                    <a:cubicBezTo>
                      <a:pt x="154042" y="102203"/>
                      <a:pt x="152329" y="114205"/>
                      <a:pt x="148904" y="125254"/>
                    </a:cubicBezTo>
                    <a:cubicBezTo>
                      <a:pt x="145479" y="136303"/>
                      <a:pt x="140531" y="145923"/>
                      <a:pt x="133966" y="154019"/>
                    </a:cubicBezTo>
                    <a:cubicBezTo>
                      <a:pt x="127496" y="162116"/>
                      <a:pt x="119599" y="168497"/>
                      <a:pt x="110180" y="173165"/>
                    </a:cubicBezTo>
                    <a:cubicBezTo>
                      <a:pt x="100760" y="177832"/>
                      <a:pt x="90294" y="180118"/>
                      <a:pt x="78591" y="180118"/>
                    </a:cubicBezTo>
                    <a:cubicBezTo>
                      <a:pt x="67935" y="180118"/>
                      <a:pt x="58801" y="178308"/>
                      <a:pt x="51094" y="174689"/>
                    </a:cubicBezTo>
                    <a:cubicBezTo>
                      <a:pt x="43482" y="171069"/>
                      <a:pt x="36726" y="166021"/>
                      <a:pt x="30827" y="159639"/>
                    </a:cubicBezTo>
                    <a:lnTo>
                      <a:pt x="30827" y="236887"/>
                    </a:lnTo>
                    <a:lnTo>
                      <a:pt x="0" y="236887"/>
                    </a:lnTo>
                    <a:lnTo>
                      <a:pt x="0" y="3143"/>
                    </a:lnTo>
                    <a:lnTo>
                      <a:pt x="18458" y="3143"/>
                    </a:lnTo>
                    <a:cubicBezTo>
                      <a:pt x="22835" y="3143"/>
                      <a:pt x="25499" y="5239"/>
                      <a:pt x="26546" y="9525"/>
                    </a:cubicBezTo>
                    <a:lnTo>
                      <a:pt x="29305" y="30194"/>
                    </a:lnTo>
                    <a:close/>
                    <a:moveTo>
                      <a:pt x="30827" y="135731"/>
                    </a:moveTo>
                    <a:cubicBezTo>
                      <a:pt x="36441" y="143256"/>
                      <a:pt x="42625" y="148685"/>
                      <a:pt x="49286" y="151733"/>
                    </a:cubicBezTo>
                    <a:cubicBezTo>
                      <a:pt x="55946" y="154877"/>
                      <a:pt x="63367" y="156401"/>
                      <a:pt x="71645" y="156401"/>
                    </a:cubicBezTo>
                    <a:cubicBezTo>
                      <a:pt x="87915" y="156401"/>
                      <a:pt x="100475" y="150590"/>
                      <a:pt x="109228" y="138970"/>
                    </a:cubicBezTo>
                    <a:cubicBezTo>
                      <a:pt x="117982" y="127349"/>
                      <a:pt x="122358" y="110776"/>
                      <a:pt x="122358" y="89344"/>
                    </a:cubicBezTo>
                    <a:cubicBezTo>
                      <a:pt x="122358" y="77915"/>
                      <a:pt x="121312" y="68199"/>
                      <a:pt x="119314" y="60008"/>
                    </a:cubicBezTo>
                    <a:cubicBezTo>
                      <a:pt x="117316" y="51816"/>
                      <a:pt x="114366" y="45148"/>
                      <a:pt x="110655" y="39910"/>
                    </a:cubicBezTo>
                    <a:cubicBezTo>
                      <a:pt x="106849" y="34671"/>
                      <a:pt x="102187" y="30861"/>
                      <a:pt x="96669" y="28385"/>
                    </a:cubicBezTo>
                    <a:cubicBezTo>
                      <a:pt x="91150" y="26003"/>
                      <a:pt x="84871" y="24765"/>
                      <a:pt x="77925" y="24765"/>
                    </a:cubicBezTo>
                    <a:cubicBezTo>
                      <a:pt x="67935" y="24765"/>
                      <a:pt x="59181" y="27051"/>
                      <a:pt x="51665" y="31623"/>
                    </a:cubicBezTo>
                    <a:cubicBezTo>
                      <a:pt x="44148" y="36195"/>
                      <a:pt x="37202" y="42767"/>
                      <a:pt x="30923" y="51149"/>
                    </a:cubicBezTo>
                    <a:lnTo>
                      <a:pt x="30923" y="135636"/>
                    </a:lnTo>
                    <a:close/>
                  </a:path>
                </a:pathLst>
              </a:custGeom>
              <a:solidFill>
                <a:schemeClr val="bg1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9" name="Freeform 28">
                <a:extLst>
                  <a:ext uri="{FF2B5EF4-FFF2-40B4-BE49-F238E27FC236}">
                    <a16:creationId xmlns:a16="http://schemas.microsoft.com/office/drawing/2014/main" id="{13188961-E02C-A654-E967-CD8D56FFD2AA}"/>
                  </a:ext>
                </a:extLst>
              </p:cNvPr>
              <p:cNvSpPr/>
              <p:nvPr/>
            </p:nvSpPr>
            <p:spPr>
              <a:xfrm>
                <a:off x="11575627" y="6428358"/>
                <a:ext cx="30637" cy="253936"/>
              </a:xfrm>
              <a:custGeom>
                <a:avLst/>
                <a:gdLst>
                  <a:gd name="connsiteX0" fmla="*/ 30637 w 30637"/>
                  <a:gd name="connsiteY0" fmla="*/ 0 h 253936"/>
                  <a:gd name="connsiteX1" fmla="*/ 30637 w 30637"/>
                  <a:gd name="connsiteY1" fmla="*/ 253937 h 253936"/>
                  <a:gd name="connsiteX2" fmla="*/ 0 w 30637"/>
                  <a:gd name="connsiteY2" fmla="*/ 253937 h 253936"/>
                  <a:gd name="connsiteX3" fmla="*/ 0 w 30637"/>
                  <a:gd name="connsiteY3" fmla="*/ 0 h 253936"/>
                  <a:gd name="connsiteX4" fmla="*/ 30637 w 30637"/>
                  <a:gd name="connsiteY4" fmla="*/ 0 h 2539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0637" h="253936">
                    <a:moveTo>
                      <a:pt x="30637" y="0"/>
                    </a:moveTo>
                    <a:lnTo>
                      <a:pt x="30637" y="253937"/>
                    </a:lnTo>
                    <a:lnTo>
                      <a:pt x="0" y="253937"/>
                    </a:lnTo>
                    <a:lnTo>
                      <a:pt x="0" y="0"/>
                    </a:lnTo>
                    <a:lnTo>
                      <a:pt x="30637" y="0"/>
                    </a:lnTo>
                    <a:close/>
                  </a:path>
                </a:pathLst>
              </a:custGeom>
              <a:solidFill>
                <a:schemeClr val="bg1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0" name="Freeform 29">
                <a:extLst>
                  <a:ext uri="{FF2B5EF4-FFF2-40B4-BE49-F238E27FC236}">
                    <a16:creationId xmlns:a16="http://schemas.microsoft.com/office/drawing/2014/main" id="{3667606D-BB17-15F5-D525-15A7916A3714}"/>
                  </a:ext>
                </a:extLst>
              </p:cNvPr>
              <p:cNvSpPr/>
              <p:nvPr/>
            </p:nvSpPr>
            <p:spPr>
              <a:xfrm>
                <a:off x="11631668" y="6507606"/>
                <a:ext cx="171263" cy="233838"/>
              </a:xfrm>
              <a:custGeom>
                <a:avLst/>
                <a:gdLst>
                  <a:gd name="connsiteX0" fmla="*/ 171264 w 171263"/>
                  <a:gd name="connsiteY0" fmla="*/ 0 h 233838"/>
                  <a:gd name="connsiteX1" fmla="*/ 73929 w 171263"/>
                  <a:gd name="connsiteY1" fmla="*/ 226219 h 233838"/>
                  <a:gd name="connsiteX2" fmla="*/ 70028 w 171263"/>
                  <a:gd name="connsiteY2" fmla="*/ 231743 h 233838"/>
                  <a:gd name="connsiteX3" fmla="*/ 62892 w 171263"/>
                  <a:gd name="connsiteY3" fmla="*/ 233839 h 233838"/>
                  <a:gd name="connsiteX4" fmla="*/ 40152 w 171263"/>
                  <a:gd name="connsiteY4" fmla="*/ 233839 h 233838"/>
                  <a:gd name="connsiteX5" fmla="*/ 72026 w 171263"/>
                  <a:gd name="connsiteY5" fmla="*/ 164497 h 233838"/>
                  <a:gd name="connsiteX6" fmla="*/ 0 w 171263"/>
                  <a:gd name="connsiteY6" fmla="*/ 0 h 233838"/>
                  <a:gd name="connsiteX7" fmla="*/ 26546 w 171263"/>
                  <a:gd name="connsiteY7" fmla="*/ 0 h 233838"/>
                  <a:gd name="connsiteX8" fmla="*/ 32825 w 171263"/>
                  <a:gd name="connsiteY8" fmla="*/ 2000 h 233838"/>
                  <a:gd name="connsiteX9" fmla="*/ 35965 w 171263"/>
                  <a:gd name="connsiteY9" fmla="*/ 6382 h 233838"/>
                  <a:gd name="connsiteX10" fmla="*/ 82682 w 171263"/>
                  <a:gd name="connsiteY10" fmla="*/ 116395 h 233838"/>
                  <a:gd name="connsiteX11" fmla="*/ 87344 w 171263"/>
                  <a:gd name="connsiteY11" fmla="*/ 131540 h 233838"/>
                  <a:gd name="connsiteX12" fmla="*/ 92482 w 171263"/>
                  <a:gd name="connsiteY12" fmla="*/ 116205 h 233838"/>
                  <a:gd name="connsiteX13" fmla="*/ 137772 w 171263"/>
                  <a:gd name="connsiteY13" fmla="*/ 6382 h 233838"/>
                  <a:gd name="connsiteX14" fmla="*/ 141293 w 171263"/>
                  <a:gd name="connsiteY14" fmla="*/ 1810 h 233838"/>
                  <a:gd name="connsiteX15" fmla="*/ 146906 w 171263"/>
                  <a:gd name="connsiteY15" fmla="*/ 0 h 233838"/>
                  <a:gd name="connsiteX16" fmla="*/ 171169 w 171263"/>
                  <a:gd name="connsiteY16" fmla="*/ 0 h 2338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71263" h="233838">
                    <a:moveTo>
                      <a:pt x="171264" y="0"/>
                    </a:moveTo>
                    <a:lnTo>
                      <a:pt x="73929" y="226219"/>
                    </a:lnTo>
                    <a:cubicBezTo>
                      <a:pt x="72882" y="228505"/>
                      <a:pt x="71645" y="230315"/>
                      <a:pt x="70028" y="231743"/>
                    </a:cubicBezTo>
                    <a:cubicBezTo>
                      <a:pt x="68505" y="233077"/>
                      <a:pt x="66127" y="233839"/>
                      <a:pt x="62892" y="233839"/>
                    </a:cubicBezTo>
                    <a:lnTo>
                      <a:pt x="40152" y="233839"/>
                    </a:lnTo>
                    <a:lnTo>
                      <a:pt x="72026" y="164497"/>
                    </a:lnTo>
                    <a:lnTo>
                      <a:pt x="0" y="0"/>
                    </a:lnTo>
                    <a:lnTo>
                      <a:pt x="26546" y="0"/>
                    </a:lnTo>
                    <a:cubicBezTo>
                      <a:pt x="29210" y="0"/>
                      <a:pt x="31303" y="667"/>
                      <a:pt x="32825" y="2000"/>
                    </a:cubicBezTo>
                    <a:cubicBezTo>
                      <a:pt x="34348" y="3334"/>
                      <a:pt x="35395" y="4763"/>
                      <a:pt x="35965" y="6382"/>
                    </a:cubicBezTo>
                    <a:lnTo>
                      <a:pt x="82682" y="116395"/>
                    </a:lnTo>
                    <a:cubicBezTo>
                      <a:pt x="84490" y="121253"/>
                      <a:pt x="86108" y="126302"/>
                      <a:pt x="87344" y="131540"/>
                    </a:cubicBezTo>
                    <a:cubicBezTo>
                      <a:pt x="88962" y="126111"/>
                      <a:pt x="90675" y="121063"/>
                      <a:pt x="92482" y="116205"/>
                    </a:cubicBezTo>
                    <a:lnTo>
                      <a:pt x="137772" y="6382"/>
                    </a:lnTo>
                    <a:cubicBezTo>
                      <a:pt x="138438" y="4572"/>
                      <a:pt x="139675" y="3048"/>
                      <a:pt x="141293" y="1810"/>
                    </a:cubicBezTo>
                    <a:cubicBezTo>
                      <a:pt x="142910" y="667"/>
                      <a:pt x="144813" y="0"/>
                      <a:pt x="146906" y="0"/>
                    </a:cubicBezTo>
                    <a:lnTo>
                      <a:pt x="171169" y="0"/>
                    </a:lnTo>
                    <a:close/>
                  </a:path>
                </a:pathLst>
              </a:custGeom>
              <a:solidFill>
                <a:schemeClr val="bg1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1" name="Freeform 30">
                <a:extLst>
                  <a:ext uri="{FF2B5EF4-FFF2-40B4-BE49-F238E27FC236}">
                    <a16:creationId xmlns:a16="http://schemas.microsoft.com/office/drawing/2014/main" id="{75B60453-8FBB-657C-ED8B-E924D82E096D}"/>
                  </a:ext>
                </a:extLst>
              </p:cNvPr>
              <p:cNvSpPr/>
              <p:nvPr/>
            </p:nvSpPr>
            <p:spPr>
              <a:xfrm>
                <a:off x="11892941" y="6505035"/>
                <a:ext cx="141482" cy="179736"/>
              </a:xfrm>
              <a:custGeom>
                <a:avLst/>
                <a:gdLst>
                  <a:gd name="connsiteX0" fmla="*/ 131302 w 141482"/>
                  <a:gd name="connsiteY0" fmla="*/ 33623 h 179736"/>
                  <a:gd name="connsiteX1" fmla="*/ 128543 w 141482"/>
                  <a:gd name="connsiteY1" fmla="*/ 36576 h 179736"/>
                  <a:gd name="connsiteX2" fmla="*/ 124737 w 141482"/>
                  <a:gd name="connsiteY2" fmla="*/ 37624 h 179736"/>
                  <a:gd name="connsiteX3" fmla="*/ 119028 w 141482"/>
                  <a:gd name="connsiteY3" fmla="*/ 35433 h 179736"/>
                  <a:gd name="connsiteX4" fmla="*/ 111321 w 141482"/>
                  <a:gd name="connsiteY4" fmla="*/ 30670 h 179736"/>
                  <a:gd name="connsiteX5" fmla="*/ 100094 w 141482"/>
                  <a:gd name="connsiteY5" fmla="*/ 25908 h 179736"/>
                  <a:gd name="connsiteX6" fmla="*/ 83824 w 141482"/>
                  <a:gd name="connsiteY6" fmla="*/ 23717 h 179736"/>
                  <a:gd name="connsiteX7" fmla="*/ 61084 w 141482"/>
                  <a:gd name="connsiteY7" fmla="*/ 28289 h 179736"/>
                  <a:gd name="connsiteX8" fmla="*/ 44623 w 141482"/>
                  <a:gd name="connsiteY8" fmla="*/ 41434 h 179736"/>
                  <a:gd name="connsiteX9" fmla="*/ 34633 w 141482"/>
                  <a:gd name="connsiteY9" fmla="*/ 62294 h 179736"/>
                  <a:gd name="connsiteX10" fmla="*/ 31303 w 141482"/>
                  <a:gd name="connsiteY10" fmla="*/ 89725 h 179736"/>
                  <a:gd name="connsiteX11" fmla="*/ 34919 w 141482"/>
                  <a:gd name="connsiteY11" fmla="*/ 117920 h 179736"/>
                  <a:gd name="connsiteX12" fmla="*/ 45195 w 141482"/>
                  <a:gd name="connsiteY12" fmla="*/ 138589 h 179736"/>
                  <a:gd name="connsiteX13" fmla="*/ 61179 w 141482"/>
                  <a:gd name="connsiteY13" fmla="*/ 151352 h 179736"/>
                  <a:gd name="connsiteX14" fmla="*/ 82301 w 141482"/>
                  <a:gd name="connsiteY14" fmla="*/ 155734 h 179736"/>
                  <a:gd name="connsiteX15" fmla="*/ 100760 w 141482"/>
                  <a:gd name="connsiteY15" fmla="*/ 153067 h 179736"/>
                  <a:gd name="connsiteX16" fmla="*/ 112748 w 141482"/>
                  <a:gd name="connsiteY16" fmla="*/ 147161 h 179736"/>
                  <a:gd name="connsiteX17" fmla="*/ 120646 w 141482"/>
                  <a:gd name="connsiteY17" fmla="*/ 141256 h 179736"/>
                  <a:gd name="connsiteX18" fmla="*/ 126925 w 141482"/>
                  <a:gd name="connsiteY18" fmla="*/ 138589 h 179736"/>
                  <a:gd name="connsiteX19" fmla="*/ 132824 w 141482"/>
                  <a:gd name="connsiteY19" fmla="*/ 141542 h 179736"/>
                  <a:gd name="connsiteX20" fmla="*/ 141483 w 141482"/>
                  <a:gd name="connsiteY20" fmla="*/ 152781 h 179736"/>
                  <a:gd name="connsiteX21" fmla="*/ 128543 w 141482"/>
                  <a:gd name="connsiteY21" fmla="*/ 164878 h 179736"/>
                  <a:gd name="connsiteX22" fmla="*/ 112939 w 141482"/>
                  <a:gd name="connsiteY22" fmla="*/ 173260 h 179736"/>
                  <a:gd name="connsiteX23" fmla="*/ 95432 w 141482"/>
                  <a:gd name="connsiteY23" fmla="*/ 178213 h 179736"/>
                  <a:gd name="connsiteX24" fmla="*/ 76783 w 141482"/>
                  <a:gd name="connsiteY24" fmla="*/ 179737 h 179736"/>
                  <a:gd name="connsiteX25" fmla="*/ 46431 w 141482"/>
                  <a:gd name="connsiteY25" fmla="*/ 173736 h 179736"/>
                  <a:gd name="connsiteX26" fmla="*/ 22073 w 141482"/>
                  <a:gd name="connsiteY26" fmla="*/ 156210 h 179736"/>
                  <a:gd name="connsiteX27" fmla="*/ 5899 w 141482"/>
                  <a:gd name="connsiteY27" fmla="*/ 128016 h 179736"/>
                  <a:gd name="connsiteX28" fmla="*/ 0 w 141482"/>
                  <a:gd name="connsiteY28" fmla="*/ 89916 h 179736"/>
                  <a:gd name="connsiteX29" fmla="*/ 5423 w 141482"/>
                  <a:gd name="connsiteY29" fmla="*/ 53912 h 179736"/>
                  <a:gd name="connsiteX30" fmla="*/ 21313 w 141482"/>
                  <a:gd name="connsiteY30" fmla="*/ 25432 h 179736"/>
                  <a:gd name="connsiteX31" fmla="*/ 47002 w 141482"/>
                  <a:gd name="connsiteY31" fmla="*/ 6763 h 179736"/>
                  <a:gd name="connsiteX32" fmla="*/ 82016 w 141482"/>
                  <a:gd name="connsiteY32" fmla="*/ 0 h 179736"/>
                  <a:gd name="connsiteX33" fmla="*/ 114461 w 141482"/>
                  <a:gd name="connsiteY33" fmla="*/ 5905 h 179736"/>
                  <a:gd name="connsiteX34" fmla="*/ 139389 w 141482"/>
                  <a:gd name="connsiteY34" fmla="*/ 22669 h 179736"/>
                  <a:gd name="connsiteX35" fmla="*/ 131302 w 141482"/>
                  <a:gd name="connsiteY35" fmla="*/ 33718 h 1797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</a:cxnLst>
                <a:rect l="l" t="t" r="r" b="b"/>
                <a:pathLst>
                  <a:path w="141482" h="179736">
                    <a:moveTo>
                      <a:pt x="131302" y="33623"/>
                    </a:moveTo>
                    <a:cubicBezTo>
                      <a:pt x="130350" y="34862"/>
                      <a:pt x="129494" y="35909"/>
                      <a:pt x="128543" y="36576"/>
                    </a:cubicBezTo>
                    <a:cubicBezTo>
                      <a:pt x="127591" y="37243"/>
                      <a:pt x="126354" y="37624"/>
                      <a:pt x="124737" y="37624"/>
                    </a:cubicBezTo>
                    <a:cubicBezTo>
                      <a:pt x="123024" y="37624"/>
                      <a:pt x="121121" y="36957"/>
                      <a:pt x="119028" y="35433"/>
                    </a:cubicBezTo>
                    <a:cubicBezTo>
                      <a:pt x="116935" y="34004"/>
                      <a:pt x="114366" y="32385"/>
                      <a:pt x="111321" y="30670"/>
                    </a:cubicBezTo>
                    <a:cubicBezTo>
                      <a:pt x="108276" y="28956"/>
                      <a:pt x="104566" y="27337"/>
                      <a:pt x="100094" y="25908"/>
                    </a:cubicBezTo>
                    <a:cubicBezTo>
                      <a:pt x="95717" y="24479"/>
                      <a:pt x="90199" y="23717"/>
                      <a:pt x="83824" y="23717"/>
                    </a:cubicBezTo>
                    <a:cubicBezTo>
                      <a:pt x="75165" y="23717"/>
                      <a:pt x="67649" y="25241"/>
                      <a:pt x="61084" y="28289"/>
                    </a:cubicBezTo>
                    <a:cubicBezTo>
                      <a:pt x="54519" y="31337"/>
                      <a:pt x="49095" y="35719"/>
                      <a:pt x="44623" y="41434"/>
                    </a:cubicBezTo>
                    <a:cubicBezTo>
                      <a:pt x="40247" y="47149"/>
                      <a:pt x="36916" y="54102"/>
                      <a:pt x="34633" y="62294"/>
                    </a:cubicBezTo>
                    <a:cubicBezTo>
                      <a:pt x="32349" y="70485"/>
                      <a:pt x="31303" y="79629"/>
                      <a:pt x="31303" y="89725"/>
                    </a:cubicBezTo>
                    <a:cubicBezTo>
                      <a:pt x="31303" y="99822"/>
                      <a:pt x="32540" y="109728"/>
                      <a:pt x="34919" y="117920"/>
                    </a:cubicBezTo>
                    <a:cubicBezTo>
                      <a:pt x="37297" y="126111"/>
                      <a:pt x="40722" y="133064"/>
                      <a:pt x="45195" y="138589"/>
                    </a:cubicBezTo>
                    <a:cubicBezTo>
                      <a:pt x="49571" y="144113"/>
                      <a:pt x="54994" y="148399"/>
                      <a:pt x="61179" y="151352"/>
                    </a:cubicBezTo>
                    <a:cubicBezTo>
                      <a:pt x="67459" y="154305"/>
                      <a:pt x="74499" y="155734"/>
                      <a:pt x="82301" y="155734"/>
                    </a:cubicBezTo>
                    <a:cubicBezTo>
                      <a:pt x="90104" y="155734"/>
                      <a:pt x="95907" y="154876"/>
                      <a:pt x="100760" y="153067"/>
                    </a:cubicBezTo>
                    <a:cubicBezTo>
                      <a:pt x="105612" y="151257"/>
                      <a:pt x="109608" y="149352"/>
                      <a:pt x="112748" y="147161"/>
                    </a:cubicBezTo>
                    <a:cubicBezTo>
                      <a:pt x="115888" y="144971"/>
                      <a:pt x="118552" y="142970"/>
                      <a:pt x="120646" y="141256"/>
                    </a:cubicBezTo>
                    <a:cubicBezTo>
                      <a:pt x="122739" y="139446"/>
                      <a:pt x="124832" y="138589"/>
                      <a:pt x="126925" y="138589"/>
                    </a:cubicBezTo>
                    <a:cubicBezTo>
                      <a:pt x="129399" y="138589"/>
                      <a:pt x="131397" y="139541"/>
                      <a:pt x="132824" y="141542"/>
                    </a:cubicBezTo>
                    <a:lnTo>
                      <a:pt x="141483" y="152781"/>
                    </a:lnTo>
                    <a:cubicBezTo>
                      <a:pt x="137677" y="157448"/>
                      <a:pt x="133395" y="161544"/>
                      <a:pt x="128543" y="164878"/>
                    </a:cubicBezTo>
                    <a:cubicBezTo>
                      <a:pt x="123691" y="168212"/>
                      <a:pt x="118552" y="170974"/>
                      <a:pt x="112939" y="173260"/>
                    </a:cubicBezTo>
                    <a:cubicBezTo>
                      <a:pt x="107420" y="175450"/>
                      <a:pt x="101521" y="177165"/>
                      <a:pt x="95432" y="178213"/>
                    </a:cubicBezTo>
                    <a:cubicBezTo>
                      <a:pt x="89342" y="179261"/>
                      <a:pt x="83158" y="179737"/>
                      <a:pt x="76783" y="179737"/>
                    </a:cubicBezTo>
                    <a:cubicBezTo>
                      <a:pt x="65841" y="179737"/>
                      <a:pt x="55756" y="177737"/>
                      <a:pt x="46431" y="173736"/>
                    </a:cubicBezTo>
                    <a:cubicBezTo>
                      <a:pt x="37107" y="169736"/>
                      <a:pt x="28924" y="163830"/>
                      <a:pt x="22073" y="156210"/>
                    </a:cubicBezTo>
                    <a:cubicBezTo>
                      <a:pt x="15223" y="148590"/>
                      <a:pt x="9800" y="139160"/>
                      <a:pt x="5899" y="128016"/>
                    </a:cubicBezTo>
                    <a:cubicBezTo>
                      <a:pt x="1998" y="116872"/>
                      <a:pt x="0" y="104203"/>
                      <a:pt x="0" y="89916"/>
                    </a:cubicBezTo>
                    <a:cubicBezTo>
                      <a:pt x="0" y="76962"/>
                      <a:pt x="1807" y="64960"/>
                      <a:pt x="5423" y="53912"/>
                    </a:cubicBezTo>
                    <a:cubicBezTo>
                      <a:pt x="9038" y="42863"/>
                      <a:pt x="14272" y="33338"/>
                      <a:pt x="21313" y="25432"/>
                    </a:cubicBezTo>
                    <a:cubicBezTo>
                      <a:pt x="28258" y="17431"/>
                      <a:pt x="36822" y="11240"/>
                      <a:pt x="47002" y="6763"/>
                    </a:cubicBezTo>
                    <a:cubicBezTo>
                      <a:pt x="57183" y="2286"/>
                      <a:pt x="68791" y="0"/>
                      <a:pt x="82016" y="0"/>
                    </a:cubicBezTo>
                    <a:cubicBezTo>
                      <a:pt x="94290" y="0"/>
                      <a:pt x="105137" y="2000"/>
                      <a:pt x="114461" y="5905"/>
                    </a:cubicBezTo>
                    <a:cubicBezTo>
                      <a:pt x="123785" y="9906"/>
                      <a:pt x="132158" y="15430"/>
                      <a:pt x="139389" y="22669"/>
                    </a:cubicBezTo>
                    <a:lnTo>
                      <a:pt x="131302" y="33718"/>
                    </a:lnTo>
                    <a:close/>
                  </a:path>
                </a:pathLst>
              </a:custGeom>
              <a:solidFill>
                <a:schemeClr val="bg1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2" name="Freeform 31">
                <a:extLst>
                  <a:ext uri="{FF2B5EF4-FFF2-40B4-BE49-F238E27FC236}">
                    <a16:creationId xmlns:a16="http://schemas.microsoft.com/office/drawing/2014/main" id="{EB20CB33-9293-4AC8-F278-68AB4599FBBB}"/>
                  </a:ext>
                </a:extLst>
              </p:cNvPr>
              <p:cNvSpPr/>
              <p:nvPr/>
            </p:nvSpPr>
            <p:spPr>
              <a:xfrm>
                <a:off x="12063824" y="6428358"/>
                <a:ext cx="145384" cy="254031"/>
              </a:xfrm>
              <a:custGeom>
                <a:avLst/>
                <a:gdLst>
                  <a:gd name="connsiteX0" fmla="*/ 30827 w 145384"/>
                  <a:gd name="connsiteY0" fmla="*/ 102584 h 254031"/>
                  <a:gd name="connsiteX1" fmla="*/ 55661 w 145384"/>
                  <a:gd name="connsiteY1" fmla="*/ 83630 h 254031"/>
                  <a:gd name="connsiteX2" fmla="*/ 86964 w 145384"/>
                  <a:gd name="connsiteY2" fmla="*/ 76581 h 254031"/>
                  <a:gd name="connsiteX3" fmla="*/ 112178 w 145384"/>
                  <a:gd name="connsiteY3" fmla="*/ 81344 h 254031"/>
                  <a:gd name="connsiteX4" fmla="*/ 130446 w 145384"/>
                  <a:gd name="connsiteY4" fmla="*/ 94774 h 254031"/>
                  <a:gd name="connsiteX5" fmla="*/ 141578 w 145384"/>
                  <a:gd name="connsiteY5" fmla="*/ 115729 h 254031"/>
                  <a:gd name="connsiteX6" fmla="*/ 145384 w 145384"/>
                  <a:gd name="connsiteY6" fmla="*/ 142780 h 254031"/>
                  <a:gd name="connsiteX7" fmla="*/ 145384 w 145384"/>
                  <a:gd name="connsiteY7" fmla="*/ 254032 h 254031"/>
                  <a:gd name="connsiteX8" fmla="*/ 114557 w 145384"/>
                  <a:gd name="connsiteY8" fmla="*/ 254032 h 254031"/>
                  <a:gd name="connsiteX9" fmla="*/ 114557 w 145384"/>
                  <a:gd name="connsiteY9" fmla="*/ 142780 h 254031"/>
                  <a:gd name="connsiteX10" fmla="*/ 105518 w 145384"/>
                  <a:gd name="connsiteY10" fmla="*/ 112014 h 254031"/>
                  <a:gd name="connsiteX11" fmla="*/ 78020 w 145384"/>
                  <a:gd name="connsiteY11" fmla="*/ 101060 h 254031"/>
                  <a:gd name="connsiteX12" fmla="*/ 52616 w 145384"/>
                  <a:gd name="connsiteY12" fmla="*/ 107633 h 254031"/>
                  <a:gd name="connsiteX13" fmla="*/ 30827 w 145384"/>
                  <a:gd name="connsiteY13" fmla="*/ 125349 h 254031"/>
                  <a:gd name="connsiteX14" fmla="*/ 30827 w 145384"/>
                  <a:gd name="connsiteY14" fmla="*/ 253937 h 254031"/>
                  <a:gd name="connsiteX15" fmla="*/ 0 w 145384"/>
                  <a:gd name="connsiteY15" fmla="*/ 253937 h 254031"/>
                  <a:gd name="connsiteX16" fmla="*/ 0 w 145384"/>
                  <a:gd name="connsiteY16" fmla="*/ 0 h 254031"/>
                  <a:gd name="connsiteX17" fmla="*/ 30827 w 145384"/>
                  <a:gd name="connsiteY17" fmla="*/ 0 h 254031"/>
                  <a:gd name="connsiteX18" fmla="*/ 30827 w 145384"/>
                  <a:gd name="connsiteY18" fmla="*/ 102584 h 2540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45384" h="254031">
                    <a:moveTo>
                      <a:pt x="30827" y="102584"/>
                    </a:moveTo>
                    <a:cubicBezTo>
                      <a:pt x="38249" y="94679"/>
                      <a:pt x="46527" y="88297"/>
                      <a:pt x="55661" y="83630"/>
                    </a:cubicBezTo>
                    <a:cubicBezTo>
                      <a:pt x="64795" y="78962"/>
                      <a:pt x="75166" y="76581"/>
                      <a:pt x="86964" y="76581"/>
                    </a:cubicBezTo>
                    <a:cubicBezTo>
                      <a:pt x="96479" y="76581"/>
                      <a:pt x="104947" y="78200"/>
                      <a:pt x="112178" y="81344"/>
                    </a:cubicBezTo>
                    <a:cubicBezTo>
                      <a:pt x="119504" y="84487"/>
                      <a:pt x="125594" y="88964"/>
                      <a:pt x="130446" y="94774"/>
                    </a:cubicBezTo>
                    <a:cubicBezTo>
                      <a:pt x="135299" y="100584"/>
                      <a:pt x="139009" y="107537"/>
                      <a:pt x="141578" y="115729"/>
                    </a:cubicBezTo>
                    <a:cubicBezTo>
                      <a:pt x="144052" y="123920"/>
                      <a:pt x="145384" y="132874"/>
                      <a:pt x="145384" y="142780"/>
                    </a:cubicBezTo>
                    <a:lnTo>
                      <a:pt x="145384" y="254032"/>
                    </a:lnTo>
                    <a:lnTo>
                      <a:pt x="114557" y="254032"/>
                    </a:lnTo>
                    <a:lnTo>
                      <a:pt x="114557" y="142780"/>
                    </a:lnTo>
                    <a:cubicBezTo>
                      <a:pt x="114557" y="129540"/>
                      <a:pt x="111512" y="119348"/>
                      <a:pt x="105518" y="112014"/>
                    </a:cubicBezTo>
                    <a:cubicBezTo>
                      <a:pt x="99524" y="104680"/>
                      <a:pt x="90294" y="101060"/>
                      <a:pt x="78020" y="101060"/>
                    </a:cubicBezTo>
                    <a:cubicBezTo>
                      <a:pt x="68981" y="101060"/>
                      <a:pt x="60513" y="103251"/>
                      <a:pt x="52616" y="107633"/>
                    </a:cubicBezTo>
                    <a:cubicBezTo>
                      <a:pt x="44719" y="112014"/>
                      <a:pt x="37488" y="117920"/>
                      <a:pt x="30827" y="125349"/>
                    </a:cubicBezTo>
                    <a:lnTo>
                      <a:pt x="30827" y="253937"/>
                    </a:lnTo>
                    <a:lnTo>
                      <a:pt x="0" y="253937"/>
                    </a:lnTo>
                    <a:lnTo>
                      <a:pt x="0" y="0"/>
                    </a:lnTo>
                    <a:lnTo>
                      <a:pt x="30827" y="0"/>
                    </a:lnTo>
                    <a:lnTo>
                      <a:pt x="30827" y="102584"/>
                    </a:lnTo>
                    <a:close/>
                  </a:path>
                </a:pathLst>
              </a:custGeom>
              <a:solidFill>
                <a:schemeClr val="bg1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3" name="Freeform 32">
                <a:extLst>
                  <a:ext uri="{FF2B5EF4-FFF2-40B4-BE49-F238E27FC236}">
                    <a16:creationId xmlns:a16="http://schemas.microsoft.com/office/drawing/2014/main" id="{FA16700F-9491-972A-F176-8847F8EB8AC7}"/>
                  </a:ext>
                </a:extLst>
              </p:cNvPr>
              <p:cNvSpPr/>
              <p:nvPr/>
            </p:nvSpPr>
            <p:spPr>
              <a:xfrm>
                <a:off x="12239560" y="6504558"/>
                <a:ext cx="137581" cy="180498"/>
              </a:xfrm>
              <a:custGeom>
                <a:avLst/>
                <a:gdLst>
                  <a:gd name="connsiteX0" fmla="*/ 8563 w 137581"/>
                  <a:gd name="connsiteY0" fmla="*/ 27718 h 180498"/>
                  <a:gd name="connsiteX1" fmla="*/ 39771 w 137581"/>
                  <a:gd name="connsiteY1" fmla="*/ 6858 h 180498"/>
                  <a:gd name="connsiteX2" fmla="*/ 76783 w 137581"/>
                  <a:gd name="connsiteY2" fmla="*/ 0 h 180498"/>
                  <a:gd name="connsiteX3" fmla="*/ 102758 w 137581"/>
                  <a:gd name="connsiteY3" fmla="*/ 4858 h 180498"/>
                  <a:gd name="connsiteX4" fmla="*/ 121883 w 137581"/>
                  <a:gd name="connsiteY4" fmla="*/ 18288 h 180498"/>
                  <a:gd name="connsiteX5" fmla="*/ 133586 w 137581"/>
                  <a:gd name="connsiteY5" fmla="*/ 39148 h 180498"/>
                  <a:gd name="connsiteX6" fmla="*/ 137582 w 137581"/>
                  <a:gd name="connsiteY6" fmla="*/ 66008 h 180498"/>
                  <a:gd name="connsiteX7" fmla="*/ 137582 w 137581"/>
                  <a:gd name="connsiteY7" fmla="*/ 177737 h 180498"/>
                  <a:gd name="connsiteX8" fmla="*/ 123976 w 137581"/>
                  <a:gd name="connsiteY8" fmla="*/ 177737 h 180498"/>
                  <a:gd name="connsiteX9" fmla="*/ 117125 w 137581"/>
                  <a:gd name="connsiteY9" fmla="*/ 176308 h 180498"/>
                  <a:gd name="connsiteX10" fmla="*/ 113319 w 137581"/>
                  <a:gd name="connsiteY10" fmla="*/ 170498 h 180498"/>
                  <a:gd name="connsiteX11" fmla="*/ 109894 w 137581"/>
                  <a:gd name="connsiteY11" fmla="*/ 153924 h 180498"/>
                  <a:gd name="connsiteX12" fmla="*/ 96478 w 137581"/>
                  <a:gd name="connsiteY12" fmla="*/ 165259 h 180498"/>
                  <a:gd name="connsiteX13" fmla="*/ 82682 w 137581"/>
                  <a:gd name="connsiteY13" fmla="*/ 173546 h 180498"/>
                  <a:gd name="connsiteX14" fmla="*/ 67269 w 137581"/>
                  <a:gd name="connsiteY14" fmla="*/ 178689 h 180498"/>
                  <a:gd name="connsiteX15" fmla="*/ 49095 w 137581"/>
                  <a:gd name="connsiteY15" fmla="*/ 180499 h 180498"/>
                  <a:gd name="connsiteX16" fmla="*/ 29971 w 137581"/>
                  <a:gd name="connsiteY16" fmla="*/ 177641 h 180498"/>
                  <a:gd name="connsiteX17" fmla="*/ 14367 w 137581"/>
                  <a:gd name="connsiteY17" fmla="*/ 169069 h 180498"/>
                  <a:gd name="connsiteX18" fmla="*/ 3901 w 137581"/>
                  <a:gd name="connsiteY18" fmla="*/ 154686 h 180498"/>
                  <a:gd name="connsiteX19" fmla="*/ 0 w 137581"/>
                  <a:gd name="connsiteY19" fmla="*/ 134112 h 180498"/>
                  <a:gd name="connsiteX20" fmla="*/ 5709 w 137581"/>
                  <a:gd name="connsiteY20" fmla="*/ 114205 h 180498"/>
                  <a:gd name="connsiteX21" fmla="*/ 24167 w 137581"/>
                  <a:gd name="connsiteY21" fmla="*/ 97250 h 180498"/>
                  <a:gd name="connsiteX22" fmla="*/ 57373 w 137581"/>
                  <a:gd name="connsiteY22" fmla="*/ 85058 h 180498"/>
                  <a:gd name="connsiteX23" fmla="*/ 107706 w 137581"/>
                  <a:gd name="connsiteY23" fmla="*/ 79629 h 180498"/>
                  <a:gd name="connsiteX24" fmla="*/ 107706 w 137581"/>
                  <a:gd name="connsiteY24" fmla="*/ 66008 h 180498"/>
                  <a:gd name="connsiteX25" fmla="*/ 98952 w 137581"/>
                  <a:gd name="connsiteY25" fmla="*/ 35243 h 180498"/>
                  <a:gd name="connsiteX26" fmla="*/ 73262 w 137581"/>
                  <a:gd name="connsiteY26" fmla="*/ 24860 h 180498"/>
                  <a:gd name="connsiteX27" fmla="*/ 54233 w 137581"/>
                  <a:gd name="connsiteY27" fmla="*/ 27718 h 180498"/>
                  <a:gd name="connsiteX28" fmla="*/ 41008 w 137581"/>
                  <a:gd name="connsiteY28" fmla="*/ 34100 h 180498"/>
                  <a:gd name="connsiteX29" fmla="*/ 31398 w 137581"/>
                  <a:gd name="connsiteY29" fmla="*/ 40481 h 180498"/>
                  <a:gd name="connsiteX30" fmla="*/ 23406 w 137581"/>
                  <a:gd name="connsiteY30" fmla="*/ 43339 h 180498"/>
                  <a:gd name="connsiteX31" fmla="*/ 18078 w 137581"/>
                  <a:gd name="connsiteY31" fmla="*/ 41720 h 180498"/>
                  <a:gd name="connsiteX32" fmla="*/ 14272 w 137581"/>
                  <a:gd name="connsiteY32" fmla="*/ 37719 h 180498"/>
                  <a:gd name="connsiteX33" fmla="*/ 8753 w 137581"/>
                  <a:gd name="connsiteY33" fmla="*/ 27908 h 180498"/>
                  <a:gd name="connsiteX34" fmla="*/ 107611 w 137581"/>
                  <a:gd name="connsiteY34" fmla="*/ 99060 h 180498"/>
                  <a:gd name="connsiteX35" fmla="*/ 71550 w 137581"/>
                  <a:gd name="connsiteY35" fmla="*/ 102394 h 180498"/>
                  <a:gd name="connsiteX36" fmla="*/ 47288 w 137581"/>
                  <a:gd name="connsiteY36" fmla="*/ 109347 h 180498"/>
                  <a:gd name="connsiteX37" fmla="*/ 33682 w 137581"/>
                  <a:gd name="connsiteY37" fmla="*/ 119539 h 180498"/>
                  <a:gd name="connsiteX38" fmla="*/ 29495 w 137581"/>
                  <a:gd name="connsiteY38" fmla="*/ 132683 h 180498"/>
                  <a:gd name="connsiteX39" fmla="*/ 31779 w 137581"/>
                  <a:gd name="connsiteY39" fmla="*/ 144590 h 180498"/>
                  <a:gd name="connsiteX40" fmla="*/ 37868 w 137581"/>
                  <a:gd name="connsiteY40" fmla="*/ 152781 h 180498"/>
                  <a:gd name="connsiteX41" fmla="*/ 47002 w 137581"/>
                  <a:gd name="connsiteY41" fmla="*/ 157448 h 180498"/>
                  <a:gd name="connsiteX42" fmla="*/ 58325 w 137581"/>
                  <a:gd name="connsiteY42" fmla="*/ 158877 h 180498"/>
                  <a:gd name="connsiteX43" fmla="*/ 73168 w 137581"/>
                  <a:gd name="connsiteY43" fmla="*/ 157258 h 180498"/>
                  <a:gd name="connsiteX44" fmla="*/ 85822 w 137581"/>
                  <a:gd name="connsiteY44" fmla="*/ 152495 h 180498"/>
                  <a:gd name="connsiteX45" fmla="*/ 97144 w 137581"/>
                  <a:gd name="connsiteY45" fmla="*/ 145066 h 180498"/>
                  <a:gd name="connsiteX46" fmla="*/ 107706 w 137581"/>
                  <a:gd name="connsiteY46" fmla="*/ 135255 h 180498"/>
                  <a:gd name="connsiteX47" fmla="*/ 107706 w 137581"/>
                  <a:gd name="connsiteY47" fmla="*/ 99060 h 180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137581" h="180498">
                    <a:moveTo>
                      <a:pt x="8563" y="27718"/>
                    </a:moveTo>
                    <a:cubicBezTo>
                      <a:pt x="18173" y="18383"/>
                      <a:pt x="28639" y="11430"/>
                      <a:pt x="39771" y="6858"/>
                    </a:cubicBezTo>
                    <a:cubicBezTo>
                      <a:pt x="50903" y="2286"/>
                      <a:pt x="63272" y="0"/>
                      <a:pt x="76783" y="0"/>
                    </a:cubicBezTo>
                    <a:cubicBezTo>
                      <a:pt x="86583" y="0"/>
                      <a:pt x="95241" y="1619"/>
                      <a:pt x="102758" y="4858"/>
                    </a:cubicBezTo>
                    <a:cubicBezTo>
                      <a:pt x="110370" y="8096"/>
                      <a:pt x="116744" y="12573"/>
                      <a:pt x="121883" y="18288"/>
                    </a:cubicBezTo>
                    <a:cubicBezTo>
                      <a:pt x="127020" y="24003"/>
                      <a:pt x="130921" y="30956"/>
                      <a:pt x="133586" y="39148"/>
                    </a:cubicBezTo>
                    <a:cubicBezTo>
                      <a:pt x="136250" y="47339"/>
                      <a:pt x="137582" y="56293"/>
                      <a:pt x="137582" y="66008"/>
                    </a:cubicBezTo>
                    <a:lnTo>
                      <a:pt x="137582" y="177737"/>
                    </a:lnTo>
                    <a:lnTo>
                      <a:pt x="123976" y="177737"/>
                    </a:lnTo>
                    <a:cubicBezTo>
                      <a:pt x="121026" y="177737"/>
                      <a:pt x="118648" y="177260"/>
                      <a:pt x="117125" y="176308"/>
                    </a:cubicBezTo>
                    <a:cubicBezTo>
                      <a:pt x="115508" y="175355"/>
                      <a:pt x="114271" y="173450"/>
                      <a:pt x="113319" y="170498"/>
                    </a:cubicBezTo>
                    <a:lnTo>
                      <a:pt x="109894" y="153924"/>
                    </a:lnTo>
                    <a:cubicBezTo>
                      <a:pt x="105327" y="158210"/>
                      <a:pt x="100855" y="161925"/>
                      <a:pt x="96478" y="165259"/>
                    </a:cubicBezTo>
                    <a:cubicBezTo>
                      <a:pt x="92102" y="168497"/>
                      <a:pt x="87534" y="171260"/>
                      <a:pt x="82682" y="173546"/>
                    </a:cubicBezTo>
                    <a:cubicBezTo>
                      <a:pt x="77830" y="175736"/>
                      <a:pt x="72692" y="177546"/>
                      <a:pt x="67269" y="178689"/>
                    </a:cubicBezTo>
                    <a:cubicBezTo>
                      <a:pt x="61845" y="179832"/>
                      <a:pt x="55756" y="180499"/>
                      <a:pt x="49095" y="180499"/>
                    </a:cubicBezTo>
                    <a:cubicBezTo>
                      <a:pt x="42435" y="180499"/>
                      <a:pt x="35965" y="179546"/>
                      <a:pt x="29971" y="177641"/>
                    </a:cubicBezTo>
                    <a:cubicBezTo>
                      <a:pt x="23977" y="175736"/>
                      <a:pt x="18839" y="172879"/>
                      <a:pt x="14367" y="169069"/>
                    </a:cubicBezTo>
                    <a:cubicBezTo>
                      <a:pt x="9990" y="165259"/>
                      <a:pt x="6470" y="160496"/>
                      <a:pt x="3901" y="154686"/>
                    </a:cubicBezTo>
                    <a:cubicBezTo>
                      <a:pt x="1332" y="148876"/>
                      <a:pt x="0" y="142018"/>
                      <a:pt x="0" y="134112"/>
                    </a:cubicBezTo>
                    <a:cubicBezTo>
                      <a:pt x="0" y="127254"/>
                      <a:pt x="1902" y="120587"/>
                      <a:pt x="5709" y="114205"/>
                    </a:cubicBezTo>
                    <a:cubicBezTo>
                      <a:pt x="9515" y="107823"/>
                      <a:pt x="15604" y="102203"/>
                      <a:pt x="24167" y="97250"/>
                    </a:cubicBezTo>
                    <a:cubicBezTo>
                      <a:pt x="32635" y="92297"/>
                      <a:pt x="43767" y="88297"/>
                      <a:pt x="57373" y="85058"/>
                    </a:cubicBezTo>
                    <a:cubicBezTo>
                      <a:pt x="71074" y="81915"/>
                      <a:pt x="87820" y="80105"/>
                      <a:pt x="107706" y="79629"/>
                    </a:cubicBezTo>
                    <a:lnTo>
                      <a:pt x="107706" y="66008"/>
                    </a:lnTo>
                    <a:cubicBezTo>
                      <a:pt x="107706" y="52483"/>
                      <a:pt x="104756" y="42196"/>
                      <a:pt x="98952" y="35243"/>
                    </a:cubicBezTo>
                    <a:cubicBezTo>
                      <a:pt x="93053" y="28289"/>
                      <a:pt x="84585" y="24860"/>
                      <a:pt x="73262" y="24860"/>
                    </a:cubicBezTo>
                    <a:cubicBezTo>
                      <a:pt x="65651" y="24860"/>
                      <a:pt x="59371" y="25813"/>
                      <a:pt x="54233" y="27718"/>
                    </a:cubicBezTo>
                    <a:cubicBezTo>
                      <a:pt x="49095" y="29623"/>
                      <a:pt x="44718" y="31718"/>
                      <a:pt x="41008" y="34100"/>
                    </a:cubicBezTo>
                    <a:cubicBezTo>
                      <a:pt x="37297" y="36481"/>
                      <a:pt x="34062" y="38576"/>
                      <a:pt x="31398" y="40481"/>
                    </a:cubicBezTo>
                    <a:cubicBezTo>
                      <a:pt x="28734" y="42386"/>
                      <a:pt x="26070" y="43339"/>
                      <a:pt x="23406" y="43339"/>
                    </a:cubicBezTo>
                    <a:cubicBezTo>
                      <a:pt x="21313" y="43339"/>
                      <a:pt x="19600" y="42767"/>
                      <a:pt x="18078" y="41720"/>
                    </a:cubicBezTo>
                    <a:cubicBezTo>
                      <a:pt x="16555" y="40672"/>
                      <a:pt x="15318" y="39243"/>
                      <a:pt x="14272" y="37719"/>
                    </a:cubicBezTo>
                    <a:lnTo>
                      <a:pt x="8753" y="27908"/>
                    </a:lnTo>
                    <a:close/>
                    <a:moveTo>
                      <a:pt x="107611" y="99060"/>
                    </a:moveTo>
                    <a:cubicBezTo>
                      <a:pt x="93529" y="99536"/>
                      <a:pt x="81445" y="100679"/>
                      <a:pt x="71550" y="102394"/>
                    </a:cubicBezTo>
                    <a:cubicBezTo>
                      <a:pt x="61655" y="104204"/>
                      <a:pt x="53568" y="106490"/>
                      <a:pt x="47288" y="109347"/>
                    </a:cubicBezTo>
                    <a:cubicBezTo>
                      <a:pt x="41008" y="112205"/>
                      <a:pt x="36536" y="115634"/>
                      <a:pt x="33682" y="119539"/>
                    </a:cubicBezTo>
                    <a:cubicBezTo>
                      <a:pt x="30827" y="123444"/>
                      <a:pt x="29495" y="127826"/>
                      <a:pt x="29495" y="132683"/>
                    </a:cubicBezTo>
                    <a:cubicBezTo>
                      <a:pt x="29495" y="137541"/>
                      <a:pt x="30257" y="141256"/>
                      <a:pt x="31779" y="144590"/>
                    </a:cubicBezTo>
                    <a:cubicBezTo>
                      <a:pt x="33301" y="147923"/>
                      <a:pt x="35299" y="150686"/>
                      <a:pt x="37868" y="152781"/>
                    </a:cubicBezTo>
                    <a:cubicBezTo>
                      <a:pt x="40437" y="154877"/>
                      <a:pt x="43482" y="156401"/>
                      <a:pt x="47002" y="157448"/>
                    </a:cubicBezTo>
                    <a:cubicBezTo>
                      <a:pt x="50523" y="158401"/>
                      <a:pt x="54233" y="158877"/>
                      <a:pt x="58325" y="158877"/>
                    </a:cubicBezTo>
                    <a:cubicBezTo>
                      <a:pt x="63748" y="158877"/>
                      <a:pt x="68696" y="158306"/>
                      <a:pt x="73168" y="157258"/>
                    </a:cubicBezTo>
                    <a:cubicBezTo>
                      <a:pt x="77639" y="156115"/>
                      <a:pt x="81826" y="154591"/>
                      <a:pt x="85822" y="152495"/>
                    </a:cubicBezTo>
                    <a:cubicBezTo>
                      <a:pt x="89818" y="150400"/>
                      <a:pt x="93529" y="147923"/>
                      <a:pt x="97144" y="145066"/>
                    </a:cubicBezTo>
                    <a:cubicBezTo>
                      <a:pt x="100760" y="142208"/>
                      <a:pt x="104280" y="138970"/>
                      <a:pt x="107706" y="135255"/>
                    </a:cubicBezTo>
                    <a:lnTo>
                      <a:pt x="107706" y="99060"/>
                    </a:lnTo>
                    <a:close/>
                  </a:path>
                </a:pathLst>
              </a:custGeom>
              <a:solidFill>
                <a:schemeClr val="bg1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4" name="Freeform 33">
                <a:extLst>
                  <a:ext uri="{FF2B5EF4-FFF2-40B4-BE49-F238E27FC236}">
                    <a16:creationId xmlns:a16="http://schemas.microsoft.com/office/drawing/2014/main" id="{6A9C2236-6DD7-5886-F5A3-8CAF989D741D}"/>
                  </a:ext>
                </a:extLst>
              </p:cNvPr>
              <p:cNvSpPr/>
              <p:nvPr/>
            </p:nvSpPr>
            <p:spPr>
              <a:xfrm>
                <a:off x="12415486" y="6430740"/>
                <a:ext cx="43767" cy="251650"/>
              </a:xfrm>
              <a:custGeom>
                <a:avLst/>
                <a:gdLst>
                  <a:gd name="connsiteX0" fmla="*/ 43767 w 43767"/>
                  <a:gd name="connsiteY0" fmla="*/ 22098 h 251650"/>
                  <a:gd name="connsiteX1" fmla="*/ 41959 w 43767"/>
                  <a:gd name="connsiteY1" fmla="*/ 30480 h 251650"/>
                  <a:gd name="connsiteX2" fmla="*/ 37107 w 43767"/>
                  <a:gd name="connsiteY2" fmla="*/ 37338 h 251650"/>
                  <a:gd name="connsiteX3" fmla="*/ 30066 w 43767"/>
                  <a:gd name="connsiteY3" fmla="*/ 42101 h 251650"/>
                  <a:gd name="connsiteX4" fmla="*/ 21503 w 43767"/>
                  <a:gd name="connsiteY4" fmla="*/ 43815 h 251650"/>
                  <a:gd name="connsiteX5" fmla="*/ 13130 w 43767"/>
                  <a:gd name="connsiteY5" fmla="*/ 42101 h 251650"/>
                  <a:gd name="connsiteX6" fmla="*/ 6375 w 43767"/>
                  <a:gd name="connsiteY6" fmla="*/ 37338 h 251650"/>
                  <a:gd name="connsiteX7" fmla="*/ 1713 w 43767"/>
                  <a:gd name="connsiteY7" fmla="*/ 30480 h 251650"/>
                  <a:gd name="connsiteX8" fmla="*/ 0 w 43767"/>
                  <a:gd name="connsiteY8" fmla="*/ 22098 h 251650"/>
                  <a:gd name="connsiteX9" fmla="*/ 1713 w 43767"/>
                  <a:gd name="connsiteY9" fmla="*/ 13526 h 251650"/>
                  <a:gd name="connsiteX10" fmla="*/ 6375 w 43767"/>
                  <a:gd name="connsiteY10" fmla="*/ 6477 h 251650"/>
                  <a:gd name="connsiteX11" fmla="*/ 13130 w 43767"/>
                  <a:gd name="connsiteY11" fmla="*/ 1715 h 251650"/>
                  <a:gd name="connsiteX12" fmla="*/ 21503 w 43767"/>
                  <a:gd name="connsiteY12" fmla="*/ 0 h 251650"/>
                  <a:gd name="connsiteX13" fmla="*/ 30066 w 43767"/>
                  <a:gd name="connsiteY13" fmla="*/ 1715 h 251650"/>
                  <a:gd name="connsiteX14" fmla="*/ 37107 w 43767"/>
                  <a:gd name="connsiteY14" fmla="*/ 6477 h 251650"/>
                  <a:gd name="connsiteX15" fmla="*/ 41959 w 43767"/>
                  <a:gd name="connsiteY15" fmla="*/ 13526 h 251650"/>
                  <a:gd name="connsiteX16" fmla="*/ 43767 w 43767"/>
                  <a:gd name="connsiteY16" fmla="*/ 22098 h 251650"/>
                  <a:gd name="connsiteX17" fmla="*/ 37202 w 43767"/>
                  <a:gd name="connsiteY17" fmla="*/ 76962 h 251650"/>
                  <a:gd name="connsiteX18" fmla="*/ 37202 w 43767"/>
                  <a:gd name="connsiteY18" fmla="*/ 251651 h 251650"/>
                  <a:gd name="connsiteX19" fmla="*/ 6565 w 43767"/>
                  <a:gd name="connsiteY19" fmla="*/ 251651 h 251650"/>
                  <a:gd name="connsiteX20" fmla="*/ 6565 w 43767"/>
                  <a:gd name="connsiteY20" fmla="*/ 76962 h 251650"/>
                  <a:gd name="connsiteX21" fmla="*/ 37202 w 43767"/>
                  <a:gd name="connsiteY21" fmla="*/ 76962 h 251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43767" h="251650">
                    <a:moveTo>
                      <a:pt x="43767" y="22098"/>
                    </a:moveTo>
                    <a:cubicBezTo>
                      <a:pt x="43767" y="25051"/>
                      <a:pt x="43196" y="27908"/>
                      <a:pt x="41959" y="30480"/>
                    </a:cubicBezTo>
                    <a:cubicBezTo>
                      <a:pt x="40722" y="33052"/>
                      <a:pt x="39105" y="35338"/>
                      <a:pt x="37107" y="37338"/>
                    </a:cubicBezTo>
                    <a:cubicBezTo>
                      <a:pt x="35109" y="39338"/>
                      <a:pt x="32730" y="40958"/>
                      <a:pt x="30066" y="42101"/>
                    </a:cubicBezTo>
                    <a:cubicBezTo>
                      <a:pt x="27402" y="43244"/>
                      <a:pt x="24548" y="43815"/>
                      <a:pt x="21503" y="43815"/>
                    </a:cubicBezTo>
                    <a:cubicBezTo>
                      <a:pt x="18458" y="43815"/>
                      <a:pt x="15699" y="43244"/>
                      <a:pt x="13130" y="42101"/>
                    </a:cubicBezTo>
                    <a:cubicBezTo>
                      <a:pt x="10561" y="40958"/>
                      <a:pt x="8278" y="39338"/>
                      <a:pt x="6375" y="37338"/>
                    </a:cubicBezTo>
                    <a:cubicBezTo>
                      <a:pt x="4472" y="35338"/>
                      <a:pt x="2854" y="33052"/>
                      <a:pt x="1713" y="30480"/>
                    </a:cubicBezTo>
                    <a:cubicBezTo>
                      <a:pt x="571" y="27908"/>
                      <a:pt x="0" y="25146"/>
                      <a:pt x="0" y="22098"/>
                    </a:cubicBezTo>
                    <a:cubicBezTo>
                      <a:pt x="0" y="19050"/>
                      <a:pt x="571" y="16288"/>
                      <a:pt x="1713" y="13526"/>
                    </a:cubicBezTo>
                    <a:cubicBezTo>
                      <a:pt x="2854" y="10859"/>
                      <a:pt x="4376" y="8477"/>
                      <a:pt x="6375" y="6477"/>
                    </a:cubicBezTo>
                    <a:cubicBezTo>
                      <a:pt x="8373" y="4477"/>
                      <a:pt x="10561" y="2858"/>
                      <a:pt x="13130" y="1715"/>
                    </a:cubicBezTo>
                    <a:cubicBezTo>
                      <a:pt x="15699" y="572"/>
                      <a:pt x="18458" y="0"/>
                      <a:pt x="21503" y="0"/>
                    </a:cubicBezTo>
                    <a:cubicBezTo>
                      <a:pt x="24548" y="0"/>
                      <a:pt x="27307" y="572"/>
                      <a:pt x="30066" y="1715"/>
                    </a:cubicBezTo>
                    <a:cubicBezTo>
                      <a:pt x="32730" y="2858"/>
                      <a:pt x="35109" y="4477"/>
                      <a:pt x="37107" y="6477"/>
                    </a:cubicBezTo>
                    <a:cubicBezTo>
                      <a:pt x="39105" y="8477"/>
                      <a:pt x="40722" y="10859"/>
                      <a:pt x="41959" y="13526"/>
                    </a:cubicBezTo>
                    <a:cubicBezTo>
                      <a:pt x="43196" y="16288"/>
                      <a:pt x="43767" y="19050"/>
                      <a:pt x="43767" y="22098"/>
                    </a:cubicBezTo>
                    <a:close/>
                    <a:moveTo>
                      <a:pt x="37202" y="76962"/>
                    </a:moveTo>
                    <a:lnTo>
                      <a:pt x="37202" y="251651"/>
                    </a:lnTo>
                    <a:lnTo>
                      <a:pt x="6565" y="251651"/>
                    </a:lnTo>
                    <a:lnTo>
                      <a:pt x="6565" y="76962"/>
                    </a:lnTo>
                    <a:lnTo>
                      <a:pt x="37202" y="76962"/>
                    </a:lnTo>
                    <a:close/>
                  </a:path>
                </a:pathLst>
              </a:custGeom>
              <a:solidFill>
                <a:schemeClr val="bg1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5" name="Freeform 34">
                <a:extLst>
                  <a:ext uri="{FF2B5EF4-FFF2-40B4-BE49-F238E27FC236}">
                    <a16:creationId xmlns:a16="http://schemas.microsoft.com/office/drawing/2014/main" id="{CA451817-A2E4-3391-0914-029C1DE8FC0E}"/>
                  </a:ext>
                </a:extLst>
              </p:cNvPr>
              <p:cNvSpPr/>
              <p:nvPr/>
            </p:nvSpPr>
            <p:spPr>
              <a:xfrm>
                <a:off x="12499595" y="6504844"/>
                <a:ext cx="145384" cy="177450"/>
              </a:xfrm>
              <a:custGeom>
                <a:avLst/>
                <a:gdLst>
                  <a:gd name="connsiteX0" fmla="*/ 28925 w 145384"/>
                  <a:gd name="connsiteY0" fmla="*/ 28099 h 177450"/>
                  <a:gd name="connsiteX1" fmla="*/ 41008 w 145384"/>
                  <a:gd name="connsiteY1" fmla="*/ 16573 h 177450"/>
                  <a:gd name="connsiteX2" fmla="*/ 54519 w 145384"/>
                  <a:gd name="connsiteY2" fmla="*/ 7715 h 177450"/>
                  <a:gd name="connsiteX3" fmla="*/ 69647 w 145384"/>
                  <a:gd name="connsiteY3" fmla="*/ 2000 h 177450"/>
                  <a:gd name="connsiteX4" fmla="*/ 86964 w 145384"/>
                  <a:gd name="connsiteY4" fmla="*/ 0 h 177450"/>
                  <a:gd name="connsiteX5" fmla="*/ 112178 w 145384"/>
                  <a:gd name="connsiteY5" fmla="*/ 4763 h 177450"/>
                  <a:gd name="connsiteX6" fmla="*/ 130446 w 145384"/>
                  <a:gd name="connsiteY6" fmla="*/ 18193 h 177450"/>
                  <a:gd name="connsiteX7" fmla="*/ 141578 w 145384"/>
                  <a:gd name="connsiteY7" fmla="*/ 39148 h 177450"/>
                  <a:gd name="connsiteX8" fmla="*/ 145384 w 145384"/>
                  <a:gd name="connsiteY8" fmla="*/ 66199 h 177450"/>
                  <a:gd name="connsiteX9" fmla="*/ 145384 w 145384"/>
                  <a:gd name="connsiteY9" fmla="*/ 177451 h 177450"/>
                  <a:gd name="connsiteX10" fmla="*/ 114557 w 145384"/>
                  <a:gd name="connsiteY10" fmla="*/ 177451 h 177450"/>
                  <a:gd name="connsiteX11" fmla="*/ 114557 w 145384"/>
                  <a:gd name="connsiteY11" fmla="*/ 66199 h 177450"/>
                  <a:gd name="connsiteX12" fmla="*/ 105518 w 145384"/>
                  <a:gd name="connsiteY12" fmla="*/ 35433 h 177450"/>
                  <a:gd name="connsiteX13" fmla="*/ 78020 w 145384"/>
                  <a:gd name="connsiteY13" fmla="*/ 24479 h 177450"/>
                  <a:gd name="connsiteX14" fmla="*/ 52616 w 145384"/>
                  <a:gd name="connsiteY14" fmla="*/ 31052 h 177450"/>
                  <a:gd name="connsiteX15" fmla="*/ 30828 w 145384"/>
                  <a:gd name="connsiteY15" fmla="*/ 48768 h 177450"/>
                  <a:gd name="connsiteX16" fmla="*/ 30828 w 145384"/>
                  <a:gd name="connsiteY16" fmla="*/ 177355 h 177450"/>
                  <a:gd name="connsiteX17" fmla="*/ 0 w 145384"/>
                  <a:gd name="connsiteY17" fmla="*/ 177355 h 177450"/>
                  <a:gd name="connsiteX18" fmla="*/ 0 w 145384"/>
                  <a:gd name="connsiteY18" fmla="*/ 2667 h 177450"/>
                  <a:gd name="connsiteX19" fmla="*/ 18458 w 145384"/>
                  <a:gd name="connsiteY19" fmla="*/ 2667 h 177450"/>
                  <a:gd name="connsiteX20" fmla="*/ 26546 w 145384"/>
                  <a:gd name="connsiteY20" fmla="*/ 9049 h 177450"/>
                  <a:gd name="connsiteX21" fmla="*/ 28925 w 145384"/>
                  <a:gd name="connsiteY21" fmla="*/ 28004 h 177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45384" h="177450">
                    <a:moveTo>
                      <a:pt x="28925" y="28099"/>
                    </a:moveTo>
                    <a:cubicBezTo>
                      <a:pt x="32730" y="23813"/>
                      <a:pt x="36727" y="20003"/>
                      <a:pt x="41008" y="16573"/>
                    </a:cubicBezTo>
                    <a:cubicBezTo>
                      <a:pt x="45290" y="13144"/>
                      <a:pt x="49762" y="10192"/>
                      <a:pt x="54519" y="7715"/>
                    </a:cubicBezTo>
                    <a:cubicBezTo>
                      <a:pt x="59277" y="5239"/>
                      <a:pt x="64319" y="3334"/>
                      <a:pt x="69647" y="2000"/>
                    </a:cubicBezTo>
                    <a:cubicBezTo>
                      <a:pt x="74976" y="667"/>
                      <a:pt x="80780" y="0"/>
                      <a:pt x="86964" y="0"/>
                    </a:cubicBezTo>
                    <a:cubicBezTo>
                      <a:pt x="96479" y="0"/>
                      <a:pt x="104947" y="1619"/>
                      <a:pt x="112178" y="4763"/>
                    </a:cubicBezTo>
                    <a:cubicBezTo>
                      <a:pt x="119504" y="7906"/>
                      <a:pt x="125594" y="12382"/>
                      <a:pt x="130446" y="18193"/>
                    </a:cubicBezTo>
                    <a:cubicBezTo>
                      <a:pt x="135299" y="24003"/>
                      <a:pt x="139010" y="30956"/>
                      <a:pt x="141578" y="39148"/>
                    </a:cubicBezTo>
                    <a:cubicBezTo>
                      <a:pt x="144052" y="47339"/>
                      <a:pt x="145384" y="56293"/>
                      <a:pt x="145384" y="66199"/>
                    </a:cubicBezTo>
                    <a:lnTo>
                      <a:pt x="145384" y="177451"/>
                    </a:lnTo>
                    <a:lnTo>
                      <a:pt x="114557" y="177451"/>
                    </a:lnTo>
                    <a:lnTo>
                      <a:pt x="114557" y="66199"/>
                    </a:lnTo>
                    <a:cubicBezTo>
                      <a:pt x="114557" y="52959"/>
                      <a:pt x="111512" y="42767"/>
                      <a:pt x="105518" y="35433"/>
                    </a:cubicBezTo>
                    <a:cubicBezTo>
                      <a:pt x="99524" y="28099"/>
                      <a:pt x="90295" y="24479"/>
                      <a:pt x="78020" y="24479"/>
                    </a:cubicBezTo>
                    <a:cubicBezTo>
                      <a:pt x="68981" y="24479"/>
                      <a:pt x="60514" y="26670"/>
                      <a:pt x="52616" y="31052"/>
                    </a:cubicBezTo>
                    <a:cubicBezTo>
                      <a:pt x="44719" y="35433"/>
                      <a:pt x="37488" y="41339"/>
                      <a:pt x="30828" y="48768"/>
                    </a:cubicBezTo>
                    <a:lnTo>
                      <a:pt x="30828" y="177355"/>
                    </a:lnTo>
                    <a:lnTo>
                      <a:pt x="0" y="177355"/>
                    </a:lnTo>
                    <a:lnTo>
                      <a:pt x="0" y="2667"/>
                    </a:lnTo>
                    <a:lnTo>
                      <a:pt x="18458" y="2667"/>
                    </a:lnTo>
                    <a:cubicBezTo>
                      <a:pt x="22835" y="2667"/>
                      <a:pt x="25499" y="4763"/>
                      <a:pt x="26546" y="9049"/>
                    </a:cubicBezTo>
                    <a:lnTo>
                      <a:pt x="28925" y="28004"/>
                    </a:lnTo>
                    <a:close/>
                  </a:path>
                </a:pathLst>
              </a:custGeom>
              <a:solidFill>
                <a:schemeClr val="bg1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6" name="Freeform 35">
                <a:extLst>
                  <a:ext uri="{FF2B5EF4-FFF2-40B4-BE49-F238E27FC236}">
                    <a16:creationId xmlns:a16="http://schemas.microsoft.com/office/drawing/2014/main" id="{60560C5D-EB63-10F7-6814-61A3402516E7}"/>
                  </a:ext>
                </a:extLst>
              </p:cNvPr>
              <p:cNvSpPr/>
              <p:nvPr/>
            </p:nvSpPr>
            <p:spPr>
              <a:xfrm>
                <a:off x="12675712" y="6504940"/>
                <a:ext cx="124071" cy="180117"/>
              </a:xfrm>
              <a:custGeom>
                <a:avLst/>
                <a:gdLst>
                  <a:gd name="connsiteX0" fmla="*/ 114176 w 124071"/>
                  <a:gd name="connsiteY0" fmla="*/ 31528 h 180117"/>
                  <a:gd name="connsiteX1" fmla="*/ 107801 w 124071"/>
                  <a:gd name="connsiteY1" fmla="*/ 35338 h 180117"/>
                  <a:gd name="connsiteX2" fmla="*/ 101902 w 124071"/>
                  <a:gd name="connsiteY2" fmla="*/ 33433 h 180117"/>
                  <a:gd name="connsiteX3" fmla="*/ 93910 w 124071"/>
                  <a:gd name="connsiteY3" fmla="*/ 29242 h 180117"/>
                  <a:gd name="connsiteX4" fmla="*/ 82587 w 124071"/>
                  <a:gd name="connsiteY4" fmla="*/ 24955 h 180117"/>
                  <a:gd name="connsiteX5" fmla="*/ 67078 w 124071"/>
                  <a:gd name="connsiteY5" fmla="*/ 22955 h 180117"/>
                  <a:gd name="connsiteX6" fmla="*/ 53092 w 124071"/>
                  <a:gd name="connsiteY6" fmla="*/ 24955 h 180117"/>
                  <a:gd name="connsiteX7" fmla="*/ 42531 w 124071"/>
                  <a:gd name="connsiteY7" fmla="*/ 30385 h 180117"/>
                  <a:gd name="connsiteX8" fmla="*/ 35775 w 124071"/>
                  <a:gd name="connsiteY8" fmla="*/ 38386 h 180117"/>
                  <a:gd name="connsiteX9" fmla="*/ 33492 w 124071"/>
                  <a:gd name="connsiteY9" fmla="*/ 48292 h 180117"/>
                  <a:gd name="connsiteX10" fmla="*/ 37393 w 124071"/>
                  <a:gd name="connsiteY10" fmla="*/ 59531 h 180117"/>
                  <a:gd name="connsiteX11" fmla="*/ 47669 w 124071"/>
                  <a:gd name="connsiteY11" fmla="*/ 67246 h 180117"/>
                  <a:gd name="connsiteX12" fmla="*/ 62131 w 124071"/>
                  <a:gd name="connsiteY12" fmla="*/ 73057 h 180117"/>
                  <a:gd name="connsiteX13" fmla="*/ 78782 w 124071"/>
                  <a:gd name="connsiteY13" fmla="*/ 78391 h 180117"/>
                  <a:gd name="connsiteX14" fmla="*/ 95432 w 124071"/>
                  <a:gd name="connsiteY14" fmla="*/ 84677 h 180117"/>
                  <a:gd name="connsiteX15" fmla="*/ 109894 w 124071"/>
                  <a:gd name="connsiteY15" fmla="*/ 93250 h 180117"/>
                  <a:gd name="connsiteX16" fmla="*/ 120170 w 124071"/>
                  <a:gd name="connsiteY16" fmla="*/ 105918 h 180117"/>
                  <a:gd name="connsiteX17" fmla="*/ 124072 w 124071"/>
                  <a:gd name="connsiteY17" fmla="*/ 123920 h 180117"/>
                  <a:gd name="connsiteX18" fmla="*/ 119790 w 124071"/>
                  <a:gd name="connsiteY18" fmla="*/ 146209 h 180117"/>
                  <a:gd name="connsiteX19" fmla="*/ 107040 w 124071"/>
                  <a:gd name="connsiteY19" fmla="*/ 164021 h 180117"/>
                  <a:gd name="connsiteX20" fmla="*/ 86393 w 124071"/>
                  <a:gd name="connsiteY20" fmla="*/ 175832 h 180117"/>
                  <a:gd name="connsiteX21" fmla="*/ 58134 w 124071"/>
                  <a:gd name="connsiteY21" fmla="*/ 180118 h 180117"/>
                  <a:gd name="connsiteX22" fmla="*/ 25119 w 124071"/>
                  <a:gd name="connsiteY22" fmla="*/ 174212 h 180117"/>
                  <a:gd name="connsiteX23" fmla="*/ 0 w 124071"/>
                  <a:gd name="connsiteY23" fmla="*/ 158972 h 180117"/>
                  <a:gd name="connsiteX24" fmla="*/ 7231 w 124071"/>
                  <a:gd name="connsiteY24" fmla="*/ 147257 h 180117"/>
                  <a:gd name="connsiteX25" fmla="*/ 10466 w 124071"/>
                  <a:gd name="connsiteY25" fmla="*/ 143828 h 180117"/>
                  <a:gd name="connsiteX26" fmla="*/ 15318 w 124071"/>
                  <a:gd name="connsiteY26" fmla="*/ 142589 h 180117"/>
                  <a:gd name="connsiteX27" fmla="*/ 21884 w 124071"/>
                  <a:gd name="connsiteY27" fmla="*/ 144971 h 180117"/>
                  <a:gd name="connsiteX28" fmla="*/ 30257 w 124071"/>
                  <a:gd name="connsiteY28" fmla="*/ 150305 h 180117"/>
                  <a:gd name="connsiteX29" fmla="*/ 42245 w 124071"/>
                  <a:gd name="connsiteY29" fmla="*/ 155638 h 180117"/>
                  <a:gd name="connsiteX30" fmla="*/ 59848 w 124071"/>
                  <a:gd name="connsiteY30" fmla="*/ 158020 h 180117"/>
                  <a:gd name="connsiteX31" fmla="*/ 75546 w 124071"/>
                  <a:gd name="connsiteY31" fmla="*/ 155734 h 180117"/>
                  <a:gd name="connsiteX32" fmla="*/ 86774 w 124071"/>
                  <a:gd name="connsiteY32" fmla="*/ 149447 h 180117"/>
                  <a:gd name="connsiteX33" fmla="*/ 93434 w 124071"/>
                  <a:gd name="connsiteY33" fmla="*/ 140303 h 180117"/>
                  <a:gd name="connsiteX34" fmla="*/ 95622 w 124071"/>
                  <a:gd name="connsiteY34" fmla="*/ 129254 h 180117"/>
                  <a:gd name="connsiteX35" fmla="*/ 91721 w 124071"/>
                  <a:gd name="connsiteY35" fmla="*/ 117253 h 180117"/>
                  <a:gd name="connsiteX36" fmla="*/ 81445 w 124071"/>
                  <a:gd name="connsiteY36" fmla="*/ 109157 h 180117"/>
                  <a:gd name="connsiteX37" fmla="*/ 66888 w 124071"/>
                  <a:gd name="connsiteY37" fmla="*/ 103251 h 180117"/>
                  <a:gd name="connsiteX38" fmla="*/ 50142 w 124071"/>
                  <a:gd name="connsiteY38" fmla="*/ 98012 h 180117"/>
                  <a:gd name="connsiteX39" fmla="*/ 33397 w 124071"/>
                  <a:gd name="connsiteY39" fmla="*/ 91726 h 180117"/>
                  <a:gd name="connsiteX40" fmla="*/ 18839 w 124071"/>
                  <a:gd name="connsiteY40" fmla="*/ 82867 h 180117"/>
                  <a:gd name="connsiteX41" fmla="*/ 8563 w 124071"/>
                  <a:gd name="connsiteY41" fmla="*/ 69723 h 180117"/>
                  <a:gd name="connsiteX42" fmla="*/ 4662 w 124071"/>
                  <a:gd name="connsiteY42" fmla="*/ 50673 h 180117"/>
                  <a:gd name="connsiteX43" fmla="*/ 8753 w 124071"/>
                  <a:gd name="connsiteY43" fmla="*/ 31432 h 180117"/>
                  <a:gd name="connsiteX44" fmla="*/ 20837 w 124071"/>
                  <a:gd name="connsiteY44" fmla="*/ 15240 h 180117"/>
                  <a:gd name="connsiteX45" fmla="*/ 40342 w 124071"/>
                  <a:gd name="connsiteY45" fmla="*/ 4096 h 180117"/>
                  <a:gd name="connsiteX46" fmla="*/ 66698 w 124071"/>
                  <a:gd name="connsiteY46" fmla="*/ 0 h 180117"/>
                  <a:gd name="connsiteX47" fmla="*/ 97620 w 124071"/>
                  <a:gd name="connsiteY47" fmla="*/ 5429 h 180117"/>
                  <a:gd name="connsiteX48" fmla="*/ 121312 w 124071"/>
                  <a:gd name="connsiteY48" fmla="*/ 20288 h 180117"/>
                  <a:gd name="connsiteX49" fmla="*/ 114462 w 124071"/>
                  <a:gd name="connsiteY49" fmla="*/ 31528 h 1801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</a:cxnLst>
                <a:rect l="l" t="t" r="r" b="b"/>
                <a:pathLst>
                  <a:path w="124071" h="180117">
                    <a:moveTo>
                      <a:pt x="114176" y="31528"/>
                    </a:moveTo>
                    <a:cubicBezTo>
                      <a:pt x="112749" y="34100"/>
                      <a:pt x="110656" y="35338"/>
                      <a:pt x="107801" y="35338"/>
                    </a:cubicBezTo>
                    <a:cubicBezTo>
                      <a:pt x="106089" y="35338"/>
                      <a:pt x="104090" y="34671"/>
                      <a:pt x="101902" y="33433"/>
                    </a:cubicBezTo>
                    <a:cubicBezTo>
                      <a:pt x="99714" y="32194"/>
                      <a:pt x="97050" y="30766"/>
                      <a:pt x="93910" y="29242"/>
                    </a:cubicBezTo>
                    <a:cubicBezTo>
                      <a:pt x="90770" y="27718"/>
                      <a:pt x="86964" y="26289"/>
                      <a:pt x="82587" y="24955"/>
                    </a:cubicBezTo>
                    <a:cubicBezTo>
                      <a:pt x="78211" y="23622"/>
                      <a:pt x="73073" y="22955"/>
                      <a:pt x="67078" y="22955"/>
                    </a:cubicBezTo>
                    <a:cubicBezTo>
                      <a:pt x="61941" y="22955"/>
                      <a:pt x="57278" y="23622"/>
                      <a:pt x="53092" y="24955"/>
                    </a:cubicBezTo>
                    <a:cubicBezTo>
                      <a:pt x="49001" y="26289"/>
                      <a:pt x="45480" y="28099"/>
                      <a:pt x="42531" y="30385"/>
                    </a:cubicBezTo>
                    <a:cubicBezTo>
                      <a:pt x="39581" y="32671"/>
                      <a:pt x="37393" y="35338"/>
                      <a:pt x="35775" y="38386"/>
                    </a:cubicBezTo>
                    <a:cubicBezTo>
                      <a:pt x="34158" y="41434"/>
                      <a:pt x="33492" y="44767"/>
                      <a:pt x="33492" y="48292"/>
                    </a:cubicBezTo>
                    <a:cubicBezTo>
                      <a:pt x="33492" y="52768"/>
                      <a:pt x="34824" y="56483"/>
                      <a:pt x="37393" y="59531"/>
                    </a:cubicBezTo>
                    <a:cubicBezTo>
                      <a:pt x="39962" y="62579"/>
                      <a:pt x="43387" y="65151"/>
                      <a:pt x="47669" y="67246"/>
                    </a:cubicBezTo>
                    <a:cubicBezTo>
                      <a:pt x="51950" y="69342"/>
                      <a:pt x="56708" y="71342"/>
                      <a:pt x="62131" y="73057"/>
                    </a:cubicBezTo>
                    <a:cubicBezTo>
                      <a:pt x="67554" y="74771"/>
                      <a:pt x="73073" y="76486"/>
                      <a:pt x="78782" y="78391"/>
                    </a:cubicBezTo>
                    <a:cubicBezTo>
                      <a:pt x="84490" y="80296"/>
                      <a:pt x="90009" y="82391"/>
                      <a:pt x="95432" y="84677"/>
                    </a:cubicBezTo>
                    <a:cubicBezTo>
                      <a:pt x="100856" y="86963"/>
                      <a:pt x="105613" y="89821"/>
                      <a:pt x="109894" y="93250"/>
                    </a:cubicBezTo>
                    <a:cubicBezTo>
                      <a:pt x="114176" y="96679"/>
                      <a:pt x="117601" y="100965"/>
                      <a:pt x="120170" y="105918"/>
                    </a:cubicBezTo>
                    <a:cubicBezTo>
                      <a:pt x="122739" y="110966"/>
                      <a:pt x="124072" y="116967"/>
                      <a:pt x="124072" y="123920"/>
                    </a:cubicBezTo>
                    <a:cubicBezTo>
                      <a:pt x="124072" y="131921"/>
                      <a:pt x="122644" y="139446"/>
                      <a:pt x="119790" y="146209"/>
                    </a:cubicBezTo>
                    <a:cubicBezTo>
                      <a:pt x="116936" y="153067"/>
                      <a:pt x="112654" y="158972"/>
                      <a:pt x="107040" y="164021"/>
                    </a:cubicBezTo>
                    <a:cubicBezTo>
                      <a:pt x="101427" y="168974"/>
                      <a:pt x="94480" y="172974"/>
                      <a:pt x="86393" y="175832"/>
                    </a:cubicBezTo>
                    <a:cubicBezTo>
                      <a:pt x="78211" y="178689"/>
                      <a:pt x="68791" y="180118"/>
                      <a:pt x="58134" y="180118"/>
                    </a:cubicBezTo>
                    <a:cubicBezTo>
                      <a:pt x="45956" y="180118"/>
                      <a:pt x="34919" y="178117"/>
                      <a:pt x="25119" y="174212"/>
                    </a:cubicBezTo>
                    <a:cubicBezTo>
                      <a:pt x="15224" y="170212"/>
                      <a:pt x="6851" y="165163"/>
                      <a:pt x="0" y="158972"/>
                    </a:cubicBezTo>
                    <a:lnTo>
                      <a:pt x="7231" y="147257"/>
                    </a:lnTo>
                    <a:cubicBezTo>
                      <a:pt x="8182" y="145733"/>
                      <a:pt x="9230" y="144589"/>
                      <a:pt x="10466" y="143828"/>
                    </a:cubicBezTo>
                    <a:cubicBezTo>
                      <a:pt x="11703" y="142970"/>
                      <a:pt x="13321" y="142589"/>
                      <a:pt x="15318" y="142589"/>
                    </a:cubicBezTo>
                    <a:cubicBezTo>
                      <a:pt x="17412" y="142589"/>
                      <a:pt x="19600" y="143351"/>
                      <a:pt x="21884" y="144971"/>
                    </a:cubicBezTo>
                    <a:cubicBezTo>
                      <a:pt x="24168" y="146590"/>
                      <a:pt x="26927" y="148400"/>
                      <a:pt x="30257" y="150305"/>
                    </a:cubicBezTo>
                    <a:cubicBezTo>
                      <a:pt x="33492" y="152305"/>
                      <a:pt x="37488" y="154019"/>
                      <a:pt x="42245" y="155638"/>
                    </a:cubicBezTo>
                    <a:cubicBezTo>
                      <a:pt x="46907" y="157258"/>
                      <a:pt x="52806" y="158020"/>
                      <a:pt x="59848" y="158020"/>
                    </a:cubicBezTo>
                    <a:cubicBezTo>
                      <a:pt x="65841" y="158020"/>
                      <a:pt x="71075" y="157258"/>
                      <a:pt x="75546" y="155734"/>
                    </a:cubicBezTo>
                    <a:cubicBezTo>
                      <a:pt x="80019" y="154210"/>
                      <a:pt x="83729" y="152114"/>
                      <a:pt x="86774" y="149447"/>
                    </a:cubicBezTo>
                    <a:cubicBezTo>
                      <a:pt x="89723" y="146780"/>
                      <a:pt x="92007" y="143732"/>
                      <a:pt x="93434" y="140303"/>
                    </a:cubicBezTo>
                    <a:cubicBezTo>
                      <a:pt x="94861" y="136874"/>
                      <a:pt x="95622" y="133160"/>
                      <a:pt x="95622" y="129254"/>
                    </a:cubicBezTo>
                    <a:cubicBezTo>
                      <a:pt x="95622" y="124396"/>
                      <a:pt x="94291" y="120396"/>
                      <a:pt x="91721" y="117253"/>
                    </a:cubicBezTo>
                    <a:cubicBezTo>
                      <a:pt x="89152" y="114110"/>
                      <a:pt x="85727" y="111347"/>
                      <a:pt x="81445" y="109157"/>
                    </a:cubicBezTo>
                    <a:cubicBezTo>
                      <a:pt x="77164" y="106870"/>
                      <a:pt x="72312" y="104965"/>
                      <a:pt x="66888" y="103251"/>
                    </a:cubicBezTo>
                    <a:cubicBezTo>
                      <a:pt x="61465" y="101632"/>
                      <a:pt x="55851" y="99822"/>
                      <a:pt x="50142" y="98012"/>
                    </a:cubicBezTo>
                    <a:cubicBezTo>
                      <a:pt x="44433" y="96203"/>
                      <a:pt x="38915" y="94107"/>
                      <a:pt x="33397" y="91726"/>
                    </a:cubicBezTo>
                    <a:cubicBezTo>
                      <a:pt x="27973" y="89344"/>
                      <a:pt x="23121" y="86392"/>
                      <a:pt x="18839" y="82867"/>
                    </a:cubicBezTo>
                    <a:cubicBezTo>
                      <a:pt x="14558" y="79343"/>
                      <a:pt x="11132" y="74962"/>
                      <a:pt x="8563" y="69723"/>
                    </a:cubicBezTo>
                    <a:cubicBezTo>
                      <a:pt x="5994" y="64484"/>
                      <a:pt x="4662" y="58198"/>
                      <a:pt x="4662" y="50673"/>
                    </a:cubicBezTo>
                    <a:cubicBezTo>
                      <a:pt x="4662" y="44006"/>
                      <a:pt x="6090" y="37624"/>
                      <a:pt x="8753" y="31432"/>
                    </a:cubicBezTo>
                    <a:cubicBezTo>
                      <a:pt x="11513" y="25336"/>
                      <a:pt x="15509" y="19907"/>
                      <a:pt x="20837" y="15240"/>
                    </a:cubicBezTo>
                    <a:cubicBezTo>
                      <a:pt x="26165" y="10573"/>
                      <a:pt x="32635" y="6858"/>
                      <a:pt x="40342" y="4096"/>
                    </a:cubicBezTo>
                    <a:cubicBezTo>
                      <a:pt x="48049" y="1333"/>
                      <a:pt x="56803" y="0"/>
                      <a:pt x="66698" y="0"/>
                    </a:cubicBezTo>
                    <a:cubicBezTo>
                      <a:pt x="78211" y="0"/>
                      <a:pt x="88486" y="1810"/>
                      <a:pt x="97620" y="5429"/>
                    </a:cubicBezTo>
                    <a:cubicBezTo>
                      <a:pt x="106755" y="9049"/>
                      <a:pt x="114652" y="14002"/>
                      <a:pt x="121312" y="20288"/>
                    </a:cubicBezTo>
                    <a:lnTo>
                      <a:pt x="114462" y="31528"/>
                    </a:lnTo>
                    <a:close/>
                  </a:path>
                </a:pathLst>
              </a:custGeom>
              <a:solidFill>
                <a:schemeClr val="bg1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E43C027E-85BD-6B0C-0F74-2ADC6796996C}"/>
                </a:ext>
              </a:extLst>
            </p:cNvPr>
            <p:cNvSpPr/>
            <p:nvPr/>
          </p:nvSpPr>
          <p:spPr>
            <a:xfrm>
              <a:off x="6956927" y="6242050"/>
              <a:ext cx="411889" cy="575214"/>
            </a:xfrm>
            <a:custGeom>
              <a:avLst/>
              <a:gdLst>
                <a:gd name="connsiteX0" fmla="*/ 323213 w 411889"/>
                <a:gd name="connsiteY0" fmla="*/ 178880 h 575214"/>
                <a:gd name="connsiteX1" fmla="*/ 177353 w 411889"/>
                <a:gd name="connsiteY1" fmla="*/ 0 h 575214"/>
                <a:gd name="connsiteX2" fmla="*/ 0 w 411889"/>
                <a:gd name="connsiteY2" fmla="*/ 0 h 575214"/>
                <a:gd name="connsiteX3" fmla="*/ 234536 w 411889"/>
                <a:gd name="connsiteY3" fmla="*/ 287655 h 575214"/>
                <a:gd name="connsiteX4" fmla="*/ 0 w 411889"/>
                <a:gd name="connsiteY4" fmla="*/ 575215 h 575214"/>
                <a:gd name="connsiteX5" fmla="*/ 177353 w 411889"/>
                <a:gd name="connsiteY5" fmla="*/ 575215 h 575214"/>
                <a:gd name="connsiteX6" fmla="*/ 323213 w 411889"/>
                <a:gd name="connsiteY6" fmla="*/ 396335 h 575214"/>
                <a:gd name="connsiteX7" fmla="*/ 411890 w 411889"/>
                <a:gd name="connsiteY7" fmla="*/ 287655 h 575214"/>
                <a:gd name="connsiteX8" fmla="*/ 323213 w 411889"/>
                <a:gd name="connsiteY8" fmla="*/ 178880 h 5752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11889" h="575214">
                  <a:moveTo>
                    <a:pt x="323213" y="178880"/>
                  </a:moveTo>
                  <a:lnTo>
                    <a:pt x="177353" y="0"/>
                  </a:lnTo>
                  <a:lnTo>
                    <a:pt x="0" y="0"/>
                  </a:lnTo>
                  <a:lnTo>
                    <a:pt x="234536" y="287655"/>
                  </a:lnTo>
                  <a:lnTo>
                    <a:pt x="0" y="575215"/>
                  </a:lnTo>
                  <a:lnTo>
                    <a:pt x="177353" y="575215"/>
                  </a:lnTo>
                  <a:lnTo>
                    <a:pt x="323213" y="396335"/>
                  </a:lnTo>
                  <a:lnTo>
                    <a:pt x="411890" y="287655"/>
                  </a:lnTo>
                  <a:lnTo>
                    <a:pt x="323213" y="178880"/>
                  </a:lnTo>
                  <a:close/>
                </a:path>
              </a:pathLst>
            </a:custGeom>
            <a:solidFill>
              <a:schemeClr val="accent5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99756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Last_Slide_Teal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DAFA7496-2DAB-34C2-6A76-8D1C7A877EB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74484" y="2289209"/>
            <a:ext cx="4254801" cy="1791771"/>
          </a:xfrm>
          <a:prstGeom prst="rect">
            <a:avLst/>
          </a:prstGeom>
        </p:spPr>
      </p:pic>
      <p:grpSp>
        <p:nvGrpSpPr>
          <p:cNvPr id="2" name="Graphic 5">
            <a:extLst>
              <a:ext uri="{FF2B5EF4-FFF2-40B4-BE49-F238E27FC236}">
                <a16:creationId xmlns:a16="http://schemas.microsoft.com/office/drawing/2014/main" id="{C43B1F2C-850D-A6EA-E85B-BB91B19C7A16}"/>
              </a:ext>
            </a:extLst>
          </p:cNvPr>
          <p:cNvGrpSpPr/>
          <p:nvPr userDrawn="1"/>
        </p:nvGrpSpPr>
        <p:grpSpPr>
          <a:xfrm>
            <a:off x="4218984" y="3785184"/>
            <a:ext cx="3543361" cy="348811"/>
            <a:chOff x="6956927" y="6242050"/>
            <a:chExt cx="5842856" cy="575214"/>
          </a:xfrm>
          <a:solidFill>
            <a:schemeClr val="tx1"/>
          </a:solidFill>
        </p:grpSpPr>
        <p:grpSp>
          <p:nvGrpSpPr>
            <p:cNvPr id="4" name="Graphic 5">
              <a:extLst>
                <a:ext uri="{FF2B5EF4-FFF2-40B4-BE49-F238E27FC236}">
                  <a16:creationId xmlns:a16="http://schemas.microsoft.com/office/drawing/2014/main" id="{4EE1B75C-161A-F3FB-1DB4-B612C4A594B9}"/>
                </a:ext>
              </a:extLst>
            </p:cNvPr>
            <p:cNvGrpSpPr/>
            <p:nvPr/>
          </p:nvGrpSpPr>
          <p:grpSpPr>
            <a:xfrm>
              <a:off x="7688223" y="6418643"/>
              <a:ext cx="5111559" cy="326516"/>
              <a:chOff x="7688223" y="6418643"/>
              <a:chExt cx="5111559" cy="326516"/>
            </a:xfrm>
            <a:grpFill/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281CB454-4454-C2E4-19EF-BD0CEF060C63}"/>
                  </a:ext>
                </a:extLst>
              </p:cNvPr>
              <p:cNvSpPr/>
              <p:nvPr/>
            </p:nvSpPr>
            <p:spPr>
              <a:xfrm>
                <a:off x="7688223" y="6435217"/>
                <a:ext cx="164698" cy="247078"/>
              </a:xfrm>
              <a:custGeom>
                <a:avLst/>
                <a:gdLst>
                  <a:gd name="connsiteX0" fmla="*/ 72787 w 164698"/>
                  <a:gd name="connsiteY0" fmla="*/ 0 h 247078"/>
                  <a:gd name="connsiteX1" fmla="*/ 113510 w 164698"/>
                  <a:gd name="connsiteY1" fmla="*/ 5429 h 247078"/>
                  <a:gd name="connsiteX2" fmla="*/ 142149 w 164698"/>
                  <a:gd name="connsiteY2" fmla="*/ 20860 h 247078"/>
                  <a:gd name="connsiteX3" fmla="*/ 159085 w 164698"/>
                  <a:gd name="connsiteY3" fmla="*/ 45053 h 247078"/>
                  <a:gd name="connsiteX4" fmla="*/ 164699 w 164698"/>
                  <a:gd name="connsiteY4" fmla="*/ 76581 h 247078"/>
                  <a:gd name="connsiteX5" fmla="*/ 158705 w 164698"/>
                  <a:gd name="connsiteY5" fmla="*/ 108109 h 247078"/>
                  <a:gd name="connsiteX6" fmla="*/ 141007 w 164698"/>
                  <a:gd name="connsiteY6" fmla="*/ 132779 h 247078"/>
                  <a:gd name="connsiteX7" fmla="*/ 112273 w 164698"/>
                  <a:gd name="connsiteY7" fmla="*/ 148876 h 247078"/>
                  <a:gd name="connsiteX8" fmla="*/ 72787 w 164698"/>
                  <a:gd name="connsiteY8" fmla="*/ 154686 h 247078"/>
                  <a:gd name="connsiteX9" fmla="*/ 33206 w 164698"/>
                  <a:gd name="connsiteY9" fmla="*/ 154686 h 247078"/>
                  <a:gd name="connsiteX10" fmla="*/ 33206 w 164698"/>
                  <a:gd name="connsiteY10" fmla="*/ 247079 h 247078"/>
                  <a:gd name="connsiteX11" fmla="*/ 0 w 164698"/>
                  <a:gd name="connsiteY11" fmla="*/ 247079 h 247078"/>
                  <a:gd name="connsiteX12" fmla="*/ 0 w 164698"/>
                  <a:gd name="connsiteY12" fmla="*/ 0 h 247078"/>
                  <a:gd name="connsiteX13" fmla="*/ 72882 w 164698"/>
                  <a:gd name="connsiteY13" fmla="*/ 0 h 247078"/>
                  <a:gd name="connsiteX14" fmla="*/ 72787 w 164698"/>
                  <a:gd name="connsiteY14" fmla="*/ 128111 h 247078"/>
                  <a:gd name="connsiteX15" fmla="*/ 98001 w 164698"/>
                  <a:gd name="connsiteY15" fmla="*/ 124301 h 247078"/>
                  <a:gd name="connsiteX16" fmla="*/ 116459 w 164698"/>
                  <a:gd name="connsiteY16" fmla="*/ 113729 h 247078"/>
                  <a:gd name="connsiteX17" fmla="*/ 127782 w 164698"/>
                  <a:gd name="connsiteY17" fmla="*/ 97441 h 247078"/>
                  <a:gd name="connsiteX18" fmla="*/ 131588 w 164698"/>
                  <a:gd name="connsiteY18" fmla="*/ 76581 h 247078"/>
                  <a:gd name="connsiteX19" fmla="*/ 117030 w 164698"/>
                  <a:gd name="connsiteY19" fmla="*/ 39719 h 247078"/>
                  <a:gd name="connsiteX20" fmla="*/ 72882 w 164698"/>
                  <a:gd name="connsiteY20" fmla="*/ 26479 h 247078"/>
                  <a:gd name="connsiteX21" fmla="*/ 33301 w 164698"/>
                  <a:gd name="connsiteY21" fmla="*/ 26479 h 247078"/>
                  <a:gd name="connsiteX22" fmla="*/ 33301 w 164698"/>
                  <a:gd name="connsiteY22" fmla="*/ 128207 h 247078"/>
                  <a:gd name="connsiteX23" fmla="*/ 72882 w 164698"/>
                  <a:gd name="connsiteY23" fmla="*/ 128207 h 2470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64698" h="247078">
                    <a:moveTo>
                      <a:pt x="72787" y="0"/>
                    </a:moveTo>
                    <a:cubicBezTo>
                      <a:pt x="88391" y="0"/>
                      <a:pt x="101997" y="1810"/>
                      <a:pt x="113510" y="5429"/>
                    </a:cubicBezTo>
                    <a:cubicBezTo>
                      <a:pt x="125023" y="9049"/>
                      <a:pt x="134632" y="14192"/>
                      <a:pt x="142149" y="20860"/>
                    </a:cubicBezTo>
                    <a:cubicBezTo>
                      <a:pt x="149761" y="27527"/>
                      <a:pt x="155374" y="35528"/>
                      <a:pt x="159085" y="45053"/>
                    </a:cubicBezTo>
                    <a:cubicBezTo>
                      <a:pt x="162796" y="54483"/>
                      <a:pt x="164699" y="64960"/>
                      <a:pt x="164699" y="76581"/>
                    </a:cubicBezTo>
                    <a:cubicBezTo>
                      <a:pt x="164699" y="88202"/>
                      <a:pt x="162701" y="98584"/>
                      <a:pt x="158705" y="108109"/>
                    </a:cubicBezTo>
                    <a:cubicBezTo>
                      <a:pt x="154708" y="117634"/>
                      <a:pt x="148809" y="125920"/>
                      <a:pt x="141007" y="132779"/>
                    </a:cubicBezTo>
                    <a:cubicBezTo>
                      <a:pt x="133300" y="139636"/>
                      <a:pt x="123691" y="145066"/>
                      <a:pt x="112273" y="148876"/>
                    </a:cubicBezTo>
                    <a:cubicBezTo>
                      <a:pt x="100855" y="152686"/>
                      <a:pt x="87725" y="154686"/>
                      <a:pt x="72787" y="154686"/>
                    </a:cubicBezTo>
                    <a:lnTo>
                      <a:pt x="33206" y="154686"/>
                    </a:lnTo>
                    <a:lnTo>
                      <a:pt x="33206" y="247079"/>
                    </a:lnTo>
                    <a:lnTo>
                      <a:pt x="0" y="247079"/>
                    </a:lnTo>
                    <a:lnTo>
                      <a:pt x="0" y="0"/>
                    </a:lnTo>
                    <a:lnTo>
                      <a:pt x="72882" y="0"/>
                    </a:lnTo>
                    <a:close/>
                    <a:moveTo>
                      <a:pt x="72787" y="128111"/>
                    </a:moveTo>
                    <a:cubicBezTo>
                      <a:pt x="82302" y="128111"/>
                      <a:pt x="90675" y="126873"/>
                      <a:pt x="98001" y="124301"/>
                    </a:cubicBezTo>
                    <a:cubicBezTo>
                      <a:pt x="105327" y="121730"/>
                      <a:pt x="111417" y="118205"/>
                      <a:pt x="116459" y="113729"/>
                    </a:cubicBezTo>
                    <a:cubicBezTo>
                      <a:pt x="121502" y="109156"/>
                      <a:pt x="125213" y="103727"/>
                      <a:pt x="127782" y="97441"/>
                    </a:cubicBezTo>
                    <a:cubicBezTo>
                      <a:pt x="130351" y="91154"/>
                      <a:pt x="131588" y="84201"/>
                      <a:pt x="131588" y="76581"/>
                    </a:cubicBezTo>
                    <a:cubicBezTo>
                      <a:pt x="131588" y="60865"/>
                      <a:pt x="126735" y="48577"/>
                      <a:pt x="117030" y="39719"/>
                    </a:cubicBezTo>
                    <a:cubicBezTo>
                      <a:pt x="107325" y="30861"/>
                      <a:pt x="92578" y="26479"/>
                      <a:pt x="72882" y="26479"/>
                    </a:cubicBezTo>
                    <a:lnTo>
                      <a:pt x="33301" y="26479"/>
                    </a:lnTo>
                    <a:lnTo>
                      <a:pt x="33301" y="128207"/>
                    </a:lnTo>
                    <a:lnTo>
                      <a:pt x="72882" y="128207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3A64D8D1-71D9-1169-EB70-ED394359204A}"/>
                  </a:ext>
                </a:extLst>
              </p:cNvPr>
              <p:cNvSpPr/>
              <p:nvPr/>
            </p:nvSpPr>
            <p:spPr>
              <a:xfrm>
                <a:off x="7865196" y="6504844"/>
                <a:ext cx="166506" cy="179832"/>
              </a:xfrm>
              <a:custGeom>
                <a:avLst/>
                <a:gdLst>
                  <a:gd name="connsiteX0" fmla="*/ 83444 w 166506"/>
                  <a:gd name="connsiteY0" fmla="*/ 0 h 179832"/>
                  <a:gd name="connsiteX1" fmla="*/ 117887 w 166506"/>
                  <a:gd name="connsiteY1" fmla="*/ 6382 h 179832"/>
                  <a:gd name="connsiteX2" fmla="*/ 144052 w 166506"/>
                  <a:gd name="connsiteY2" fmla="*/ 24479 h 179832"/>
                  <a:gd name="connsiteX3" fmla="*/ 160703 w 166506"/>
                  <a:gd name="connsiteY3" fmla="*/ 52864 h 179832"/>
                  <a:gd name="connsiteX4" fmla="*/ 166507 w 166506"/>
                  <a:gd name="connsiteY4" fmla="*/ 90011 h 179832"/>
                  <a:gd name="connsiteX5" fmla="*/ 160703 w 166506"/>
                  <a:gd name="connsiteY5" fmla="*/ 127254 h 179832"/>
                  <a:gd name="connsiteX6" fmla="*/ 144052 w 166506"/>
                  <a:gd name="connsiteY6" fmla="*/ 155543 h 179832"/>
                  <a:gd name="connsiteX7" fmla="*/ 117887 w 166506"/>
                  <a:gd name="connsiteY7" fmla="*/ 173546 h 179832"/>
                  <a:gd name="connsiteX8" fmla="*/ 83444 w 166506"/>
                  <a:gd name="connsiteY8" fmla="*/ 179832 h 179832"/>
                  <a:gd name="connsiteX9" fmla="*/ 48715 w 166506"/>
                  <a:gd name="connsiteY9" fmla="*/ 173546 h 179832"/>
                  <a:gd name="connsiteX10" fmla="*/ 22455 w 166506"/>
                  <a:gd name="connsiteY10" fmla="*/ 155543 h 179832"/>
                  <a:gd name="connsiteX11" fmla="*/ 5804 w 166506"/>
                  <a:gd name="connsiteY11" fmla="*/ 127254 h 179832"/>
                  <a:gd name="connsiteX12" fmla="*/ 0 w 166506"/>
                  <a:gd name="connsiteY12" fmla="*/ 90011 h 179832"/>
                  <a:gd name="connsiteX13" fmla="*/ 5804 w 166506"/>
                  <a:gd name="connsiteY13" fmla="*/ 52864 h 179832"/>
                  <a:gd name="connsiteX14" fmla="*/ 22455 w 166506"/>
                  <a:gd name="connsiteY14" fmla="*/ 24479 h 179832"/>
                  <a:gd name="connsiteX15" fmla="*/ 48715 w 166506"/>
                  <a:gd name="connsiteY15" fmla="*/ 6382 h 179832"/>
                  <a:gd name="connsiteX16" fmla="*/ 83444 w 166506"/>
                  <a:gd name="connsiteY16" fmla="*/ 0 h 179832"/>
                  <a:gd name="connsiteX17" fmla="*/ 83444 w 166506"/>
                  <a:gd name="connsiteY17" fmla="*/ 155829 h 179832"/>
                  <a:gd name="connsiteX18" fmla="*/ 121978 w 166506"/>
                  <a:gd name="connsiteY18" fmla="*/ 138494 h 179832"/>
                  <a:gd name="connsiteX19" fmla="*/ 134728 w 166506"/>
                  <a:gd name="connsiteY19" fmla="*/ 90106 h 179832"/>
                  <a:gd name="connsiteX20" fmla="*/ 121978 w 166506"/>
                  <a:gd name="connsiteY20" fmla="*/ 41434 h 179832"/>
                  <a:gd name="connsiteX21" fmla="*/ 83444 w 166506"/>
                  <a:gd name="connsiteY21" fmla="*/ 24003 h 179832"/>
                  <a:gd name="connsiteX22" fmla="*/ 60608 w 166506"/>
                  <a:gd name="connsiteY22" fmla="*/ 28480 h 179832"/>
                  <a:gd name="connsiteX23" fmla="*/ 44433 w 166506"/>
                  <a:gd name="connsiteY23" fmla="*/ 41434 h 179832"/>
                  <a:gd name="connsiteX24" fmla="*/ 34824 w 166506"/>
                  <a:gd name="connsiteY24" fmla="*/ 62198 h 179832"/>
                  <a:gd name="connsiteX25" fmla="*/ 31684 w 166506"/>
                  <a:gd name="connsiteY25" fmla="*/ 90011 h 179832"/>
                  <a:gd name="connsiteX26" fmla="*/ 44529 w 166506"/>
                  <a:gd name="connsiteY26" fmla="*/ 138398 h 179832"/>
                  <a:gd name="connsiteX27" fmla="*/ 83539 w 166506"/>
                  <a:gd name="connsiteY27" fmla="*/ 155734 h 1798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166506" h="179832">
                    <a:moveTo>
                      <a:pt x="83444" y="0"/>
                    </a:moveTo>
                    <a:cubicBezTo>
                      <a:pt x="96193" y="0"/>
                      <a:pt x="107706" y="2095"/>
                      <a:pt x="117887" y="6382"/>
                    </a:cubicBezTo>
                    <a:cubicBezTo>
                      <a:pt x="128067" y="10668"/>
                      <a:pt x="136821" y="16669"/>
                      <a:pt x="144052" y="24479"/>
                    </a:cubicBezTo>
                    <a:cubicBezTo>
                      <a:pt x="151283" y="32290"/>
                      <a:pt x="156802" y="41719"/>
                      <a:pt x="160703" y="52864"/>
                    </a:cubicBezTo>
                    <a:cubicBezTo>
                      <a:pt x="164604" y="64008"/>
                      <a:pt x="166507" y="76295"/>
                      <a:pt x="166507" y="90011"/>
                    </a:cubicBezTo>
                    <a:cubicBezTo>
                      <a:pt x="166507" y="103727"/>
                      <a:pt x="164604" y="116205"/>
                      <a:pt x="160703" y="127254"/>
                    </a:cubicBezTo>
                    <a:cubicBezTo>
                      <a:pt x="156802" y="138303"/>
                      <a:pt x="151283" y="147733"/>
                      <a:pt x="144052" y="155543"/>
                    </a:cubicBezTo>
                    <a:cubicBezTo>
                      <a:pt x="136821" y="163354"/>
                      <a:pt x="128067" y="169354"/>
                      <a:pt x="117887" y="173546"/>
                    </a:cubicBezTo>
                    <a:cubicBezTo>
                      <a:pt x="107706" y="177737"/>
                      <a:pt x="96193" y="179832"/>
                      <a:pt x="83444" y="179832"/>
                    </a:cubicBezTo>
                    <a:cubicBezTo>
                      <a:pt x="70694" y="179832"/>
                      <a:pt x="58991" y="177737"/>
                      <a:pt x="48715" y="173546"/>
                    </a:cubicBezTo>
                    <a:cubicBezTo>
                      <a:pt x="38439" y="169354"/>
                      <a:pt x="29686" y="163354"/>
                      <a:pt x="22455" y="155543"/>
                    </a:cubicBezTo>
                    <a:cubicBezTo>
                      <a:pt x="15223" y="147733"/>
                      <a:pt x="9705" y="138303"/>
                      <a:pt x="5804" y="127254"/>
                    </a:cubicBezTo>
                    <a:cubicBezTo>
                      <a:pt x="1903" y="116205"/>
                      <a:pt x="0" y="103823"/>
                      <a:pt x="0" y="90011"/>
                    </a:cubicBezTo>
                    <a:cubicBezTo>
                      <a:pt x="0" y="76200"/>
                      <a:pt x="1903" y="63913"/>
                      <a:pt x="5804" y="52864"/>
                    </a:cubicBezTo>
                    <a:cubicBezTo>
                      <a:pt x="9705" y="41815"/>
                      <a:pt x="15223" y="32290"/>
                      <a:pt x="22455" y="24479"/>
                    </a:cubicBezTo>
                    <a:cubicBezTo>
                      <a:pt x="29686" y="16669"/>
                      <a:pt x="38439" y="10573"/>
                      <a:pt x="48715" y="6382"/>
                    </a:cubicBezTo>
                    <a:cubicBezTo>
                      <a:pt x="58991" y="2095"/>
                      <a:pt x="70599" y="0"/>
                      <a:pt x="83444" y="0"/>
                    </a:cubicBezTo>
                    <a:close/>
                    <a:moveTo>
                      <a:pt x="83444" y="155829"/>
                    </a:moveTo>
                    <a:cubicBezTo>
                      <a:pt x="100665" y="155829"/>
                      <a:pt x="113510" y="150019"/>
                      <a:pt x="121978" y="138494"/>
                    </a:cubicBezTo>
                    <a:cubicBezTo>
                      <a:pt x="130446" y="126968"/>
                      <a:pt x="134728" y="110871"/>
                      <a:pt x="134728" y="90106"/>
                    </a:cubicBezTo>
                    <a:cubicBezTo>
                      <a:pt x="134728" y="69342"/>
                      <a:pt x="130446" y="53054"/>
                      <a:pt x="121978" y="41434"/>
                    </a:cubicBezTo>
                    <a:cubicBezTo>
                      <a:pt x="113510" y="29813"/>
                      <a:pt x="100665" y="24003"/>
                      <a:pt x="83444" y="24003"/>
                    </a:cubicBezTo>
                    <a:cubicBezTo>
                      <a:pt x="74690" y="24003"/>
                      <a:pt x="67078" y="25527"/>
                      <a:pt x="60608" y="28480"/>
                    </a:cubicBezTo>
                    <a:cubicBezTo>
                      <a:pt x="54138" y="31432"/>
                      <a:pt x="48715" y="35814"/>
                      <a:pt x="44433" y="41434"/>
                    </a:cubicBezTo>
                    <a:cubicBezTo>
                      <a:pt x="40152" y="47053"/>
                      <a:pt x="36917" y="54007"/>
                      <a:pt x="34824" y="62198"/>
                    </a:cubicBezTo>
                    <a:cubicBezTo>
                      <a:pt x="32730" y="70390"/>
                      <a:pt x="31684" y="79724"/>
                      <a:pt x="31684" y="90011"/>
                    </a:cubicBezTo>
                    <a:cubicBezTo>
                      <a:pt x="31684" y="110680"/>
                      <a:pt x="35965" y="126778"/>
                      <a:pt x="44529" y="138398"/>
                    </a:cubicBezTo>
                    <a:cubicBezTo>
                      <a:pt x="53092" y="149924"/>
                      <a:pt x="66127" y="155734"/>
                      <a:pt x="83539" y="155734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" name="Freeform 8">
                <a:extLst>
                  <a:ext uri="{FF2B5EF4-FFF2-40B4-BE49-F238E27FC236}">
                    <a16:creationId xmlns:a16="http://schemas.microsoft.com/office/drawing/2014/main" id="{A834B4A4-89A5-C999-460D-1E28D86F7255}"/>
                  </a:ext>
                </a:extLst>
              </p:cNvPr>
              <p:cNvSpPr/>
              <p:nvPr/>
            </p:nvSpPr>
            <p:spPr>
              <a:xfrm>
                <a:off x="8045689" y="6507321"/>
                <a:ext cx="259274" cy="174974"/>
              </a:xfrm>
              <a:custGeom>
                <a:avLst/>
                <a:gdLst>
                  <a:gd name="connsiteX0" fmla="*/ 259274 w 259274"/>
                  <a:gd name="connsiteY0" fmla="*/ 286 h 174974"/>
                  <a:gd name="connsiteX1" fmla="*/ 202757 w 259274"/>
                  <a:gd name="connsiteY1" fmla="*/ 174974 h 174974"/>
                  <a:gd name="connsiteX2" fmla="*/ 178495 w 259274"/>
                  <a:gd name="connsiteY2" fmla="*/ 174974 h 174974"/>
                  <a:gd name="connsiteX3" fmla="*/ 172310 w 259274"/>
                  <a:gd name="connsiteY3" fmla="*/ 169069 h 174974"/>
                  <a:gd name="connsiteX4" fmla="*/ 133776 w 259274"/>
                  <a:gd name="connsiteY4" fmla="*/ 50578 h 174974"/>
                  <a:gd name="connsiteX5" fmla="*/ 131493 w 259274"/>
                  <a:gd name="connsiteY5" fmla="*/ 42577 h 174974"/>
                  <a:gd name="connsiteX6" fmla="*/ 129780 w 259274"/>
                  <a:gd name="connsiteY6" fmla="*/ 34576 h 174974"/>
                  <a:gd name="connsiteX7" fmla="*/ 128067 w 259274"/>
                  <a:gd name="connsiteY7" fmla="*/ 42577 h 174974"/>
                  <a:gd name="connsiteX8" fmla="*/ 125784 w 259274"/>
                  <a:gd name="connsiteY8" fmla="*/ 50768 h 174974"/>
                  <a:gd name="connsiteX9" fmla="*/ 86488 w 259274"/>
                  <a:gd name="connsiteY9" fmla="*/ 169069 h 174974"/>
                  <a:gd name="connsiteX10" fmla="*/ 79638 w 259274"/>
                  <a:gd name="connsiteY10" fmla="*/ 174974 h 174974"/>
                  <a:gd name="connsiteX11" fmla="*/ 56517 w 259274"/>
                  <a:gd name="connsiteY11" fmla="*/ 174974 h 174974"/>
                  <a:gd name="connsiteX12" fmla="*/ 0 w 259274"/>
                  <a:gd name="connsiteY12" fmla="*/ 286 h 174974"/>
                  <a:gd name="connsiteX13" fmla="*/ 24072 w 259274"/>
                  <a:gd name="connsiteY13" fmla="*/ 286 h 174974"/>
                  <a:gd name="connsiteX14" fmla="*/ 30161 w 259274"/>
                  <a:gd name="connsiteY14" fmla="*/ 2191 h 174974"/>
                  <a:gd name="connsiteX15" fmla="*/ 33492 w 259274"/>
                  <a:gd name="connsiteY15" fmla="*/ 6667 h 174974"/>
                  <a:gd name="connsiteX16" fmla="*/ 66888 w 259274"/>
                  <a:gd name="connsiteY16" fmla="*/ 119062 h 174974"/>
                  <a:gd name="connsiteX17" fmla="*/ 71550 w 259274"/>
                  <a:gd name="connsiteY17" fmla="*/ 142494 h 174974"/>
                  <a:gd name="connsiteX18" fmla="*/ 74690 w 259274"/>
                  <a:gd name="connsiteY18" fmla="*/ 130969 h 174974"/>
                  <a:gd name="connsiteX19" fmla="*/ 78211 w 259274"/>
                  <a:gd name="connsiteY19" fmla="*/ 119062 h 174974"/>
                  <a:gd name="connsiteX20" fmla="*/ 115032 w 259274"/>
                  <a:gd name="connsiteY20" fmla="*/ 6001 h 174974"/>
                  <a:gd name="connsiteX21" fmla="*/ 118077 w 259274"/>
                  <a:gd name="connsiteY21" fmla="*/ 1715 h 174974"/>
                  <a:gd name="connsiteX22" fmla="*/ 123310 w 259274"/>
                  <a:gd name="connsiteY22" fmla="*/ 0 h 174974"/>
                  <a:gd name="connsiteX23" fmla="*/ 136726 w 259274"/>
                  <a:gd name="connsiteY23" fmla="*/ 0 h 174974"/>
                  <a:gd name="connsiteX24" fmla="*/ 142434 w 259274"/>
                  <a:gd name="connsiteY24" fmla="*/ 1715 h 174974"/>
                  <a:gd name="connsiteX25" fmla="*/ 145574 w 259274"/>
                  <a:gd name="connsiteY25" fmla="*/ 6001 h 174974"/>
                  <a:gd name="connsiteX26" fmla="*/ 181540 w 259274"/>
                  <a:gd name="connsiteY26" fmla="*/ 119062 h 174974"/>
                  <a:gd name="connsiteX27" fmla="*/ 184965 w 259274"/>
                  <a:gd name="connsiteY27" fmla="*/ 130969 h 174974"/>
                  <a:gd name="connsiteX28" fmla="*/ 187914 w 259274"/>
                  <a:gd name="connsiteY28" fmla="*/ 142494 h 174974"/>
                  <a:gd name="connsiteX29" fmla="*/ 190103 w 259274"/>
                  <a:gd name="connsiteY29" fmla="*/ 130969 h 174974"/>
                  <a:gd name="connsiteX30" fmla="*/ 192957 w 259274"/>
                  <a:gd name="connsiteY30" fmla="*/ 118967 h 174974"/>
                  <a:gd name="connsiteX31" fmla="*/ 227020 w 259274"/>
                  <a:gd name="connsiteY31" fmla="*/ 6572 h 174974"/>
                  <a:gd name="connsiteX32" fmla="*/ 230255 w 259274"/>
                  <a:gd name="connsiteY32" fmla="*/ 2000 h 174974"/>
                  <a:gd name="connsiteX33" fmla="*/ 235963 w 259274"/>
                  <a:gd name="connsiteY33" fmla="*/ 191 h 174974"/>
                  <a:gd name="connsiteX34" fmla="*/ 259084 w 259274"/>
                  <a:gd name="connsiteY34" fmla="*/ 191 h 1749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259274" h="174974">
                    <a:moveTo>
                      <a:pt x="259274" y="286"/>
                    </a:moveTo>
                    <a:lnTo>
                      <a:pt x="202757" y="174974"/>
                    </a:lnTo>
                    <a:lnTo>
                      <a:pt x="178495" y="174974"/>
                    </a:lnTo>
                    <a:cubicBezTo>
                      <a:pt x="175545" y="174974"/>
                      <a:pt x="173452" y="172974"/>
                      <a:pt x="172310" y="169069"/>
                    </a:cubicBezTo>
                    <a:lnTo>
                      <a:pt x="133776" y="50578"/>
                    </a:lnTo>
                    <a:cubicBezTo>
                      <a:pt x="132825" y="47911"/>
                      <a:pt x="132159" y="45244"/>
                      <a:pt x="131493" y="42577"/>
                    </a:cubicBezTo>
                    <a:cubicBezTo>
                      <a:pt x="130826" y="39910"/>
                      <a:pt x="130351" y="37243"/>
                      <a:pt x="129780" y="34576"/>
                    </a:cubicBezTo>
                    <a:cubicBezTo>
                      <a:pt x="129209" y="37243"/>
                      <a:pt x="128638" y="39910"/>
                      <a:pt x="128067" y="42577"/>
                    </a:cubicBezTo>
                    <a:cubicBezTo>
                      <a:pt x="127496" y="45244"/>
                      <a:pt x="126735" y="48006"/>
                      <a:pt x="125784" y="50768"/>
                    </a:cubicBezTo>
                    <a:lnTo>
                      <a:pt x="86488" y="169069"/>
                    </a:lnTo>
                    <a:cubicBezTo>
                      <a:pt x="85442" y="172974"/>
                      <a:pt x="83158" y="174974"/>
                      <a:pt x="79638" y="174974"/>
                    </a:cubicBezTo>
                    <a:lnTo>
                      <a:pt x="56517" y="174974"/>
                    </a:lnTo>
                    <a:lnTo>
                      <a:pt x="0" y="286"/>
                    </a:lnTo>
                    <a:lnTo>
                      <a:pt x="24072" y="286"/>
                    </a:lnTo>
                    <a:cubicBezTo>
                      <a:pt x="26451" y="286"/>
                      <a:pt x="28544" y="953"/>
                      <a:pt x="30161" y="2191"/>
                    </a:cubicBezTo>
                    <a:cubicBezTo>
                      <a:pt x="31779" y="3429"/>
                      <a:pt x="32921" y="4953"/>
                      <a:pt x="33492" y="6667"/>
                    </a:cubicBezTo>
                    <a:lnTo>
                      <a:pt x="66888" y="119062"/>
                    </a:lnTo>
                    <a:cubicBezTo>
                      <a:pt x="68791" y="127349"/>
                      <a:pt x="70408" y="135160"/>
                      <a:pt x="71550" y="142494"/>
                    </a:cubicBezTo>
                    <a:cubicBezTo>
                      <a:pt x="72597" y="138684"/>
                      <a:pt x="73643" y="134874"/>
                      <a:pt x="74690" y="130969"/>
                    </a:cubicBezTo>
                    <a:cubicBezTo>
                      <a:pt x="75737" y="127063"/>
                      <a:pt x="76974" y="123063"/>
                      <a:pt x="78211" y="119062"/>
                    </a:cubicBezTo>
                    <a:lnTo>
                      <a:pt x="115032" y="6001"/>
                    </a:lnTo>
                    <a:cubicBezTo>
                      <a:pt x="115603" y="4286"/>
                      <a:pt x="116650" y="2857"/>
                      <a:pt x="118077" y="1715"/>
                    </a:cubicBezTo>
                    <a:cubicBezTo>
                      <a:pt x="119504" y="571"/>
                      <a:pt x="121217" y="0"/>
                      <a:pt x="123310" y="0"/>
                    </a:cubicBezTo>
                    <a:lnTo>
                      <a:pt x="136726" y="0"/>
                    </a:lnTo>
                    <a:cubicBezTo>
                      <a:pt x="139009" y="0"/>
                      <a:pt x="140912" y="571"/>
                      <a:pt x="142434" y="1715"/>
                    </a:cubicBezTo>
                    <a:cubicBezTo>
                      <a:pt x="143957" y="2857"/>
                      <a:pt x="145003" y="4286"/>
                      <a:pt x="145574" y="6001"/>
                    </a:cubicBezTo>
                    <a:lnTo>
                      <a:pt x="181540" y="119062"/>
                    </a:lnTo>
                    <a:cubicBezTo>
                      <a:pt x="182777" y="123063"/>
                      <a:pt x="183918" y="127063"/>
                      <a:pt x="184965" y="130969"/>
                    </a:cubicBezTo>
                    <a:cubicBezTo>
                      <a:pt x="186012" y="134874"/>
                      <a:pt x="186963" y="138684"/>
                      <a:pt x="187914" y="142494"/>
                    </a:cubicBezTo>
                    <a:cubicBezTo>
                      <a:pt x="188485" y="138684"/>
                      <a:pt x="189247" y="134874"/>
                      <a:pt x="190103" y="130969"/>
                    </a:cubicBezTo>
                    <a:cubicBezTo>
                      <a:pt x="190959" y="127063"/>
                      <a:pt x="191911" y="123158"/>
                      <a:pt x="192957" y="118967"/>
                    </a:cubicBezTo>
                    <a:lnTo>
                      <a:pt x="227020" y="6572"/>
                    </a:lnTo>
                    <a:cubicBezTo>
                      <a:pt x="227591" y="4763"/>
                      <a:pt x="228637" y="3239"/>
                      <a:pt x="230255" y="2000"/>
                    </a:cubicBezTo>
                    <a:cubicBezTo>
                      <a:pt x="231872" y="857"/>
                      <a:pt x="233775" y="191"/>
                      <a:pt x="235963" y="191"/>
                    </a:cubicBezTo>
                    <a:lnTo>
                      <a:pt x="259084" y="191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" name="Freeform 9">
                <a:extLst>
                  <a:ext uri="{FF2B5EF4-FFF2-40B4-BE49-F238E27FC236}">
                    <a16:creationId xmlns:a16="http://schemas.microsoft.com/office/drawing/2014/main" id="{AB351C7A-FC99-91F1-F0C5-D69BE9D711B5}"/>
                  </a:ext>
                </a:extLst>
              </p:cNvPr>
              <p:cNvSpPr/>
              <p:nvPr/>
            </p:nvSpPr>
            <p:spPr>
              <a:xfrm>
                <a:off x="8319235" y="6504940"/>
                <a:ext cx="154327" cy="179831"/>
              </a:xfrm>
              <a:custGeom>
                <a:avLst/>
                <a:gdLst>
                  <a:gd name="connsiteX0" fmla="*/ 151473 w 154327"/>
                  <a:gd name="connsiteY0" fmla="*/ 152876 h 179831"/>
                  <a:gd name="connsiteX1" fmla="*/ 137867 w 154327"/>
                  <a:gd name="connsiteY1" fmla="*/ 164878 h 179831"/>
                  <a:gd name="connsiteX2" fmla="*/ 120931 w 154327"/>
                  <a:gd name="connsiteY2" fmla="*/ 173260 h 179831"/>
                  <a:gd name="connsiteX3" fmla="*/ 102283 w 154327"/>
                  <a:gd name="connsiteY3" fmla="*/ 178213 h 179831"/>
                  <a:gd name="connsiteX4" fmla="*/ 83158 w 154327"/>
                  <a:gd name="connsiteY4" fmla="*/ 179832 h 179831"/>
                  <a:gd name="connsiteX5" fmla="*/ 49857 w 154327"/>
                  <a:gd name="connsiteY5" fmla="*/ 173736 h 179831"/>
                  <a:gd name="connsiteX6" fmla="*/ 23501 w 154327"/>
                  <a:gd name="connsiteY6" fmla="*/ 155829 h 179831"/>
                  <a:gd name="connsiteX7" fmla="*/ 6185 w 154327"/>
                  <a:gd name="connsiteY7" fmla="*/ 126587 h 179831"/>
                  <a:gd name="connsiteX8" fmla="*/ 0 w 154327"/>
                  <a:gd name="connsiteY8" fmla="*/ 86582 h 179831"/>
                  <a:gd name="connsiteX9" fmla="*/ 5614 w 154327"/>
                  <a:gd name="connsiteY9" fmla="*/ 52483 h 179831"/>
                  <a:gd name="connsiteX10" fmla="*/ 21694 w 154327"/>
                  <a:gd name="connsiteY10" fmla="*/ 24955 h 179831"/>
                  <a:gd name="connsiteX11" fmla="*/ 47383 w 154327"/>
                  <a:gd name="connsiteY11" fmla="*/ 6667 h 179831"/>
                  <a:gd name="connsiteX12" fmla="*/ 81446 w 154327"/>
                  <a:gd name="connsiteY12" fmla="*/ 0 h 179831"/>
                  <a:gd name="connsiteX13" fmla="*/ 110465 w 154327"/>
                  <a:gd name="connsiteY13" fmla="*/ 5239 h 179831"/>
                  <a:gd name="connsiteX14" fmla="*/ 133586 w 154327"/>
                  <a:gd name="connsiteY14" fmla="*/ 20383 h 179831"/>
                  <a:gd name="connsiteX15" fmla="*/ 148809 w 154327"/>
                  <a:gd name="connsiteY15" fmla="*/ 44863 h 179831"/>
                  <a:gd name="connsiteX16" fmla="*/ 154328 w 154327"/>
                  <a:gd name="connsiteY16" fmla="*/ 78010 h 179831"/>
                  <a:gd name="connsiteX17" fmla="*/ 152806 w 154327"/>
                  <a:gd name="connsiteY17" fmla="*/ 87630 h 179831"/>
                  <a:gd name="connsiteX18" fmla="*/ 146906 w 154327"/>
                  <a:gd name="connsiteY18" fmla="*/ 90011 h 179831"/>
                  <a:gd name="connsiteX19" fmla="*/ 30352 w 154327"/>
                  <a:gd name="connsiteY19" fmla="*/ 90011 h 179831"/>
                  <a:gd name="connsiteX20" fmla="*/ 34919 w 154327"/>
                  <a:gd name="connsiteY20" fmla="*/ 118777 h 179831"/>
                  <a:gd name="connsiteX21" fmla="*/ 46241 w 154327"/>
                  <a:gd name="connsiteY21" fmla="*/ 139160 h 179831"/>
                  <a:gd name="connsiteX22" fmla="*/ 63463 w 154327"/>
                  <a:gd name="connsiteY22" fmla="*/ 151448 h 179831"/>
                  <a:gd name="connsiteX23" fmla="*/ 85822 w 154327"/>
                  <a:gd name="connsiteY23" fmla="*/ 155543 h 179831"/>
                  <a:gd name="connsiteX24" fmla="*/ 105708 w 154327"/>
                  <a:gd name="connsiteY24" fmla="*/ 152876 h 179831"/>
                  <a:gd name="connsiteX25" fmla="*/ 120075 w 154327"/>
                  <a:gd name="connsiteY25" fmla="*/ 147066 h 179831"/>
                  <a:gd name="connsiteX26" fmla="*/ 130161 w 154327"/>
                  <a:gd name="connsiteY26" fmla="*/ 141256 h 179831"/>
                  <a:gd name="connsiteX27" fmla="*/ 137106 w 154327"/>
                  <a:gd name="connsiteY27" fmla="*/ 138589 h 179831"/>
                  <a:gd name="connsiteX28" fmla="*/ 143005 w 154327"/>
                  <a:gd name="connsiteY28" fmla="*/ 141541 h 179831"/>
                  <a:gd name="connsiteX29" fmla="*/ 151664 w 154327"/>
                  <a:gd name="connsiteY29" fmla="*/ 152781 h 179831"/>
                  <a:gd name="connsiteX30" fmla="*/ 126640 w 154327"/>
                  <a:gd name="connsiteY30" fmla="*/ 70961 h 179831"/>
                  <a:gd name="connsiteX31" fmla="*/ 123595 w 154327"/>
                  <a:gd name="connsiteY31" fmla="*/ 51435 h 179831"/>
                  <a:gd name="connsiteX32" fmla="*/ 114842 w 154327"/>
                  <a:gd name="connsiteY32" fmla="*/ 36100 h 179831"/>
                  <a:gd name="connsiteX33" fmla="*/ 100855 w 154327"/>
                  <a:gd name="connsiteY33" fmla="*/ 26098 h 179831"/>
                  <a:gd name="connsiteX34" fmla="*/ 82112 w 154327"/>
                  <a:gd name="connsiteY34" fmla="*/ 22574 h 179831"/>
                  <a:gd name="connsiteX35" fmla="*/ 47193 w 154327"/>
                  <a:gd name="connsiteY35" fmla="*/ 35433 h 179831"/>
                  <a:gd name="connsiteX36" fmla="*/ 31303 w 154327"/>
                  <a:gd name="connsiteY36" fmla="*/ 71057 h 179831"/>
                  <a:gd name="connsiteX37" fmla="*/ 126735 w 154327"/>
                  <a:gd name="connsiteY37" fmla="*/ 71057 h 1798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154327" h="179831">
                    <a:moveTo>
                      <a:pt x="151473" y="152876"/>
                    </a:moveTo>
                    <a:cubicBezTo>
                      <a:pt x="147668" y="157448"/>
                      <a:pt x="143101" y="161449"/>
                      <a:pt x="137867" y="164878"/>
                    </a:cubicBezTo>
                    <a:cubicBezTo>
                      <a:pt x="132634" y="168307"/>
                      <a:pt x="126926" y="171069"/>
                      <a:pt x="120931" y="173260"/>
                    </a:cubicBezTo>
                    <a:cubicBezTo>
                      <a:pt x="114937" y="175451"/>
                      <a:pt x="108658" y="177070"/>
                      <a:pt x="102283" y="178213"/>
                    </a:cubicBezTo>
                    <a:cubicBezTo>
                      <a:pt x="95813" y="179356"/>
                      <a:pt x="89438" y="179832"/>
                      <a:pt x="83158" y="179832"/>
                    </a:cubicBezTo>
                    <a:cubicBezTo>
                      <a:pt x="71075" y="179832"/>
                      <a:pt x="60038" y="177832"/>
                      <a:pt x="49857" y="173736"/>
                    </a:cubicBezTo>
                    <a:cubicBezTo>
                      <a:pt x="39676" y="169640"/>
                      <a:pt x="30923" y="163639"/>
                      <a:pt x="23501" y="155829"/>
                    </a:cubicBezTo>
                    <a:cubicBezTo>
                      <a:pt x="16080" y="148018"/>
                      <a:pt x="10371" y="138208"/>
                      <a:pt x="6185" y="126587"/>
                    </a:cubicBezTo>
                    <a:cubicBezTo>
                      <a:pt x="2093" y="114967"/>
                      <a:pt x="0" y="101632"/>
                      <a:pt x="0" y="86582"/>
                    </a:cubicBezTo>
                    <a:cubicBezTo>
                      <a:pt x="0" y="74390"/>
                      <a:pt x="1903" y="63056"/>
                      <a:pt x="5614" y="52483"/>
                    </a:cubicBezTo>
                    <a:cubicBezTo>
                      <a:pt x="9324" y="41910"/>
                      <a:pt x="14748" y="32766"/>
                      <a:pt x="21694" y="24955"/>
                    </a:cubicBezTo>
                    <a:cubicBezTo>
                      <a:pt x="28734" y="17240"/>
                      <a:pt x="37202" y="11049"/>
                      <a:pt x="47383" y="6667"/>
                    </a:cubicBezTo>
                    <a:cubicBezTo>
                      <a:pt x="57469" y="2286"/>
                      <a:pt x="68886" y="0"/>
                      <a:pt x="81446" y="0"/>
                    </a:cubicBezTo>
                    <a:cubicBezTo>
                      <a:pt x="91912" y="0"/>
                      <a:pt x="101522" y="1715"/>
                      <a:pt x="110465" y="5239"/>
                    </a:cubicBezTo>
                    <a:cubicBezTo>
                      <a:pt x="119409" y="8763"/>
                      <a:pt x="127021" y="13811"/>
                      <a:pt x="133586" y="20383"/>
                    </a:cubicBezTo>
                    <a:cubicBezTo>
                      <a:pt x="140151" y="26956"/>
                      <a:pt x="145099" y="35147"/>
                      <a:pt x="148809" y="44863"/>
                    </a:cubicBezTo>
                    <a:cubicBezTo>
                      <a:pt x="152520" y="54578"/>
                      <a:pt x="154328" y="65627"/>
                      <a:pt x="154328" y="78010"/>
                    </a:cubicBezTo>
                    <a:cubicBezTo>
                      <a:pt x="154328" y="82867"/>
                      <a:pt x="153852" y="86011"/>
                      <a:pt x="152806" y="87630"/>
                    </a:cubicBezTo>
                    <a:cubicBezTo>
                      <a:pt x="151759" y="89249"/>
                      <a:pt x="149856" y="90011"/>
                      <a:pt x="146906" y="90011"/>
                    </a:cubicBezTo>
                    <a:lnTo>
                      <a:pt x="30352" y="90011"/>
                    </a:lnTo>
                    <a:cubicBezTo>
                      <a:pt x="30732" y="101060"/>
                      <a:pt x="32255" y="110681"/>
                      <a:pt x="34919" y="118777"/>
                    </a:cubicBezTo>
                    <a:cubicBezTo>
                      <a:pt x="37583" y="126968"/>
                      <a:pt x="41389" y="133731"/>
                      <a:pt x="46241" y="139160"/>
                    </a:cubicBezTo>
                    <a:cubicBezTo>
                      <a:pt x="51094" y="144589"/>
                      <a:pt x="56803" y="148685"/>
                      <a:pt x="63463" y="151448"/>
                    </a:cubicBezTo>
                    <a:cubicBezTo>
                      <a:pt x="70123" y="154210"/>
                      <a:pt x="77545" y="155543"/>
                      <a:pt x="85822" y="155543"/>
                    </a:cubicBezTo>
                    <a:cubicBezTo>
                      <a:pt x="93529" y="155543"/>
                      <a:pt x="100189" y="154686"/>
                      <a:pt x="105708" y="152876"/>
                    </a:cubicBezTo>
                    <a:cubicBezTo>
                      <a:pt x="111226" y="151066"/>
                      <a:pt x="116079" y="149161"/>
                      <a:pt x="120075" y="147066"/>
                    </a:cubicBezTo>
                    <a:cubicBezTo>
                      <a:pt x="124071" y="144971"/>
                      <a:pt x="127497" y="143065"/>
                      <a:pt x="130161" y="141256"/>
                    </a:cubicBezTo>
                    <a:cubicBezTo>
                      <a:pt x="132825" y="139446"/>
                      <a:pt x="135203" y="138589"/>
                      <a:pt x="137106" y="138589"/>
                    </a:cubicBezTo>
                    <a:cubicBezTo>
                      <a:pt x="139580" y="138589"/>
                      <a:pt x="141578" y="139541"/>
                      <a:pt x="143005" y="141541"/>
                    </a:cubicBezTo>
                    <a:lnTo>
                      <a:pt x="151664" y="152781"/>
                    </a:lnTo>
                    <a:close/>
                    <a:moveTo>
                      <a:pt x="126640" y="70961"/>
                    </a:moveTo>
                    <a:cubicBezTo>
                      <a:pt x="126640" y="63817"/>
                      <a:pt x="125594" y="57340"/>
                      <a:pt x="123595" y="51435"/>
                    </a:cubicBezTo>
                    <a:cubicBezTo>
                      <a:pt x="121597" y="45530"/>
                      <a:pt x="118648" y="40386"/>
                      <a:pt x="114842" y="36100"/>
                    </a:cubicBezTo>
                    <a:cubicBezTo>
                      <a:pt x="111036" y="31814"/>
                      <a:pt x="106279" y="28480"/>
                      <a:pt x="100855" y="26098"/>
                    </a:cubicBezTo>
                    <a:cubicBezTo>
                      <a:pt x="95337" y="23717"/>
                      <a:pt x="89057" y="22574"/>
                      <a:pt x="82112" y="22574"/>
                    </a:cubicBezTo>
                    <a:cubicBezTo>
                      <a:pt x="67459" y="22574"/>
                      <a:pt x="55756" y="26860"/>
                      <a:pt x="47193" y="35433"/>
                    </a:cubicBezTo>
                    <a:cubicBezTo>
                      <a:pt x="38630" y="44006"/>
                      <a:pt x="33301" y="55816"/>
                      <a:pt x="31303" y="71057"/>
                    </a:cubicBezTo>
                    <a:lnTo>
                      <a:pt x="126735" y="71057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" name="Freeform 10">
                <a:extLst>
                  <a:ext uri="{FF2B5EF4-FFF2-40B4-BE49-F238E27FC236}">
                    <a16:creationId xmlns:a16="http://schemas.microsoft.com/office/drawing/2014/main" id="{3BA55B6D-8D2F-DC1B-E04D-B792805E2901}"/>
                  </a:ext>
                </a:extLst>
              </p:cNvPr>
              <p:cNvSpPr/>
              <p:nvPr/>
            </p:nvSpPr>
            <p:spPr>
              <a:xfrm>
                <a:off x="8507530" y="6504558"/>
                <a:ext cx="98476" cy="177641"/>
              </a:xfrm>
              <a:custGeom>
                <a:avLst/>
                <a:gdLst>
                  <a:gd name="connsiteX0" fmla="*/ 29115 w 98476"/>
                  <a:gd name="connsiteY0" fmla="*/ 38100 h 177641"/>
                  <a:gd name="connsiteX1" fmla="*/ 49476 w 98476"/>
                  <a:gd name="connsiteY1" fmla="*/ 10097 h 177641"/>
                  <a:gd name="connsiteX2" fmla="*/ 78876 w 98476"/>
                  <a:gd name="connsiteY2" fmla="*/ 0 h 177641"/>
                  <a:gd name="connsiteX3" fmla="*/ 89438 w 98476"/>
                  <a:gd name="connsiteY3" fmla="*/ 1238 h 177641"/>
                  <a:gd name="connsiteX4" fmla="*/ 98477 w 98476"/>
                  <a:gd name="connsiteY4" fmla="*/ 5048 h 177641"/>
                  <a:gd name="connsiteX5" fmla="*/ 96193 w 98476"/>
                  <a:gd name="connsiteY5" fmla="*/ 28004 h 177641"/>
                  <a:gd name="connsiteX6" fmla="*/ 91055 w 98476"/>
                  <a:gd name="connsiteY6" fmla="*/ 32290 h 177641"/>
                  <a:gd name="connsiteX7" fmla="*/ 84014 w 98476"/>
                  <a:gd name="connsiteY7" fmla="*/ 31242 h 177641"/>
                  <a:gd name="connsiteX8" fmla="*/ 73548 w 98476"/>
                  <a:gd name="connsiteY8" fmla="*/ 30194 h 177641"/>
                  <a:gd name="connsiteX9" fmla="*/ 58801 w 98476"/>
                  <a:gd name="connsiteY9" fmla="*/ 32576 h 177641"/>
                  <a:gd name="connsiteX10" fmla="*/ 47288 w 98476"/>
                  <a:gd name="connsiteY10" fmla="*/ 39719 h 177641"/>
                  <a:gd name="connsiteX11" fmla="*/ 38154 w 98476"/>
                  <a:gd name="connsiteY11" fmla="*/ 51435 h 177641"/>
                  <a:gd name="connsiteX12" fmla="*/ 30828 w 98476"/>
                  <a:gd name="connsiteY12" fmla="*/ 67342 h 177641"/>
                  <a:gd name="connsiteX13" fmla="*/ 30828 w 98476"/>
                  <a:gd name="connsiteY13" fmla="*/ 177641 h 177641"/>
                  <a:gd name="connsiteX14" fmla="*/ 0 w 98476"/>
                  <a:gd name="connsiteY14" fmla="*/ 177641 h 177641"/>
                  <a:gd name="connsiteX15" fmla="*/ 0 w 98476"/>
                  <a:gd name="connsiteY15" fmla="*/ 2953 h 177641"/>
                  <a:gd name="connsiteX16" fmla="*/ 17602 w 98476"/>
                  <a:gd name="connsiteY16" fmla="*/ 2953 h 177641"/>
                  <a:gd name="connsiteX17" fmla="*/ 24453 w 98476"/>
                  <a:gd name="connsiteY17" fmla="*/ 4858 h 177641"/>
                  <a:gd name="connsiteX18" fmla="*/ 27022 w 98476"/>
                  <a:gd name="connsiteY18" fmla="*/ 11430 h 177641"/>
                  <a:gd name="connsiteX19" fmla="*/ 29115 w 98476"/>
                  <a:gd name="connsiteY19" fmla="*/ 38005 h 177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98476" h="177641">
                    <a:moveTo>
                      <a:pt x="29115" y="38100"/>
                    </a:moveTo>
                    <a:cubicBezTo>
                      <a:pt x="34633" y="26194"/>
                      <a:pt x="41389" y="16859"/>
                      <a:pt x="49476" y="10097"/>
                    </a:cubicBezTo>
                    <a:cubicBezTo>
                      <a:pt x="57468" y="3334"/>
                      <a:pt x="67364" y="0"/>
                      <a:pt x="78876" y="0"/>
                    </a:cubicBezTo>
                    <a:cubicBezTo>
                      <a:pt x="82587" y="0"/>
                      <a:pt x="86108" y="381"/>
                      <a:pt x="89438" y="1238"/>
                    </a:cubicBezTo>
                    <a:cubicBezTo>
                      <a:pt x="92863" y="2000"/>
                      <a:pt x="95813" y="3334"/>
                      <a:pt x="98477" y="5048"/>
                    </a:cubicBezTo>
                    <a:lnTo>
                      <a:pt x="96193" y="28004"/>
                    </a:lnTo>
                    <a:cubicBezTo>
                      <a:pt x="95527" y="30861"/>
                      <a:pt x="93815" y="32290"/>
                      <a:pt x="91055" y="32290"/>
                    </a:cubicBezTo>
                    <a:cubicBezTo>
                      <a:pt x="89438" y="32290"/>
                      <a:pt x="87059" y="31909"/>
                      <a:pt x="84014" y="31242"/>
                    </a:cubicBezTo>
                    <a:cubicBezTo>
                      <a:pt x="80875" y="30575"/>
                      <a:pt x="77449" y="30194"/>
                      <a:pt x="73548" y="30194"/>
                    </a:cubicBezTo>
                    <a:cubicBezTo>
                      <a:pt x="68030" y="30194"/>
                      <a:pt x="63082" y="30956"/>
                      <a:pt x="58801" y="32576"/>
                    </a:cubicBezTo>
                    <a:cubicBezTo>
                      <a:pt x="54519" y="34195"/>
                      <a:pt x="50618" y="36576"/>
                      <a:pt x="47288" y="39719"/>
                    </a:cubicBezTo>
                    <a:cubicBezTo>
                      <a:pt x="43863" y="42863"/>
                      <a:pt x="40818" y="46768"/>
                      <a:pt x="38154" y="51435"/>
                    </a:cubicBezTo>
                    <a:cubicBezTo>
                      <a:pt x="35490" y="56102"/>
                      <a:pt x="33016" y="61436"/>
                      <a:pt x="30828" y="67342"/>
                    </a:cubicBezTo>
                    <a:lnTo>
                      <a:pt x="30828" y="177641"/>
                    </a:lnTo>
                    <a:lnTo>
                      <a:pt x="0" y="177641"/>
                    </a:lnTo>
                    <a:lnTo>
                      <a:pt x="0" y="2953"/>
                    </a:lnTo>
                    <a:lnTo>
                      <a:pt x="17602" y="2953"/>
                    </a:lnTo>
                    <a:cubicBezTo>
                      <a:pt x="20932" y="2953"/>
                      <a:pt x="23216" y="3620"/>
                      <a:pt x="24453" y="4858"/>
                    </a:cubicBezTo>
                    <a:cubicBezTo>
                      <a:pt x="25690" y="6096"/>
                      <a:pt x="26546" y="8287"/>
                      <a:pt x="27022" y="11430"/>
                    </a:cubicBezTo>
                    <a:lnTo>
                      <a:pt x="29115" y="38005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CB920CFB-F374-71EA-2893-2596965DB559}"/>
                  </a:ext>
                </a:extLst>
              </p:cNvPr>
              <p:cNvSpPr/>
              <p:nvPr/>
            </p:nvSpPr>
            <p:spPr>
              <a:xfrm>
                <a:off x="8624561" y="6430740"/>
                <a:ext cx="43767" cy="251650"/>
              </a:xfrm>
              <a:custGeom>
                <a:avLst/>
                <a:gdLst>
                  <a:gd name="connsiteX0" fmla="*/ 43767 w 43767"/>
                  <a:gd name="connsiteY0" fmla="*/ 22098 h 251650"/>
                  <a:gd name="connsiteX1" fmla="*/ 41960 w 43767"/>
                  <a:gd name="connsiteY1" fmla="*/ 30480 h 251650"/>
                  <a:gd name="connsiteX2" fmla="*/ 37107 w 43767"/>
                  <a:gd name="connsiteY2" fmla="*/ 37338 h 251650"/>
                  <a:gd name="connsiteX3" fmla="*/ 30066 w 43767"/>
                  <a:gd name="connsiteY3" fmla="*/ 42101 h 251650"/>
                  <a:gd name="connsiteX4" fmla="*/ 21503 w 43767"/>
                  <a:gd name="connsiteY4" fmla="*/ 43815 h 251650"/>
                  <a:gd name="connsiteX5" fmla="*/ 13130 w 43767"/>
                  <a:gd name="connsiteY5" fmla="*/ 42101 h 251650"/>
                  <a:gd name="connsiteX6" fmla="*/ 6375 w 43767"/>
                  <a:gd name="connsiteY6" fmla="*/ 37338 h 251650"/>
                  <a:gd name="connsiteX7" fmla="*/ 1713 w 43767"/>
                  <a:gd name="connsiteY7" fmla="*/ 30480 h 251650"/>
                  <a:gd name="connsiteX8" fmla="*/ 0 w 43767"/>
                  <a:gd name="connsiteY8" fmla="*/ 22098 h 251650"/>
                  <a:gd name="connsiteX9" fmla="*/ 1713 w 43767"/>
                  <a:gd name="connsiteY9" fmla="*/ 13526 h 251650"/>
                  <a:gd name="connsiteX10" fmla="*/ 6375 w 43767"/>
                  <a:gd name="connsiteY10" fmla="*/ 6477 h 251650"/>
                  <a:gd name="connsiteX11" fmla="*/ 13130 w 43767"/>
                  <a:gd name="connsiteY11" fmla="*/ 1715 h 251650"/>
                  <a:gd name="connsiteX12" fmla="*/ 21503 w 43767"/>
                  <a:gd name="connsiteY12" fmla="*/ 0 h 251650"/>
                  <a:gd name="connsiteX13" fmla="*/ 30066 w 43767"/>
                  <a:gd name="connsiteY13" fmla="*/ 1715 h 251650"/>
                  <a:gd name="connsiteX14" fmla="*/ 37107 w 43767"/>
                  <a:gd name="connsiteY14" fmla="*/ 6477 h 251650"/>
                  <a:gd name="connsiteX15" fmla="*/ 41960 w 43767"/>
                  <a:gd name="connsiteY15" fmla="*/ 13526 h 251650"/>
                  <a:gd name="connsiteX16" fmla="*/ 43767 w 43767"/>
                  <a:gd name="connsiteY16" fmla="*/ 22098 h 251650"/>
                  <a:gd name="connsiteX17" fmla="*/ 37202 w 43767"/>
                  <a:gd name="connsiteY17" fmla="*/ 76962 h 251650"/>
                  <a:gd name="connsiteX18" fmla="*/ 37202 w 43767"/>
                  <a:gd name="connsiteY18" fmla="*/ 251651 h 251650"/>
                  <a:gd name="connsiteX19" fmla="*/ 6565 w 43767"/>
                  <a:gd name="connsiteY19" fmla="*/ 251651 h 251650"/>
                  <a:gd name="connsiteX20" fmla="*/ 6565 w 43767"/>
                  <a:gd name="connsiteY20" fmla="*/ 76962 h 251650"/>
                  <a:gd name="connsiteX21" fmla="*/ 37202 w 43767"/>
                  <a:gd name="connsiteY21" fmla="*/ 76962 h 251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43767" h="251650">
                    <a:moveTo>
                      <a:pt x="43767" y="22098"/>
                    </a:moveTo>
                    <a:cubicBezTo>
                      <a:pt x="43767" y="25051"/>
                      <a:pt x="43196" y="27908"/>
                      <a:pt x="41960" y="30480"/>
                    </a:cubicBezTo>
                    <a:cubicBezTo>
                      <a:pt x="40723" y="33052"/>
                      <a:pt x="39105" y="35338"/>
                      <a:pt x="37107" y="37338"/>
                    </a:cubicBezTo>
                    <a:cubicBezTo>
                      <a:pt x="35109" y="39338"/>
                      <a:pt x="32730" y="40958"/>
                      <a:pt x="30066" y="42101"/>
                    </a:cubicBezTo>
                    <a:cubicBezTo>
                      <a:pt x="27402" y="43244"/>
                      <a:pt x="24548" y="43815"/>
                      <a:pt x="21503" y="43815"/>
                    </a:cubicBezTo>
                    <a:cubicBezTo>
                      <a:pt x="18458" y="43815"/>
                      <a:pt x="15699" y="43244"/>
                      <a:pt x="13130" y="42101"/>
                    </a:cubicBezTo>
                    <a:cubicBezTo>
                      <a:pt x="10561" y="40958"/>
                      <a:pt x="8278" y="39338"/>
                      <a:pt x="6375" y="37338"/>
                    </a:cubicBezTo>
                    <a:cubicBezTo>
                      <a:pt x="4472" y="35338"/>
                      <a:pt x="2854" y="33052"/>
                      <a:pt x="1713" y="30480"/>
                    </a:cubicBezTo>
                    <a:cubicBezTo>
                      <a:pt x="571" y="27908"/>
                      <a:pt x="0" y="25146"/>
                      <a:pt x="0" y="22098"/>
                    </a:cubicBezTo>
                    <a:cubicBezTo>
                      <a:pt x="0" y="19050"/>
                      <a:pt x="571" y="16288"/>
                      <a:pt x="1713" y="13526"/>
                    </a:cubicBezTo>
                    <a:cubicBezTo>
                      <a:pt x="2854" y="10859"/>
                      <a:pt x="4377" y="8477"/>
                      <a:pt x="6375" y="6477"/>
                    </a:cubicBezTo>
                    <a:cubicBezTo>
                      <a:pt x="8373" y="4477"/>
                      <a:pt x="10561" y="2858"/>
                      <a:pt x="13130" y="1715"/>
                    </a:cubicBezTo>
                    <a:cubicBezTo>
                      <a:pt x="15699" y="572"/>
                      <a:pt x="18458" y="0"/>
                      <a:pt x="21503" y="0"/>
                    </a:cubicBezTo>
                    <a:cubicBezTo>
                      <a:pt x="24548" y="0"/>
                      <a:pt x="27307" y="572"/>
                      <a:pt x="30066" y="1715"/>
                    </a:cubicBezTo>
                    <a:cubicBezTo>
                      <a:pt x="32730" y="2858"/>
                      <a:pt x="35109" y="4477"/>
                      <a:pt x="37107" y="6477"/>
                    </a:cubicBezTo>
                    <a:cubicBezTo>
                      <a:pt x="39105" y="8477"/>
                      <a:pt x="40723" y="10859"/>
                      <a:pt x="41960" y="13526"/>
                    </a:cubicBezTo>
                    <a:cubicBezTo>
                      <a:pt x="43196" y="16288"/>
                      <a:pt x="43767" y="19050"/>
                      <a:pt x="43767" y="22098"/>
                    </a:cubicBezTo>
                    <a:close/>
                    <a:moveTo>
                      <a:pt x="37202" y="76962"/>
                    </a:moveTo>
                    <a:lnTo>
                      <a:pt x="37202" y="251651"/>
                    </a:lnTo>
                    <a:lnTo>
                      <a:pt x="6565" y="251651"/>
                    </a:lnTo>
                    <a:lnTo>
                      <a:pt x="6565" y="76962"/>
                    </a:lnTo>
                    <a:lnTo>
                      <a:pt x="37202" y="76962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98C9254B-CC2D-6311-1F17-96D4BFA1FA70}"/>
                  </a:ext>
                </a:extLst>
              </p:cNvPr>
              <p:cNvSpPr/>
              <p:nvPr/>
            </p:nvSpPr>
            <p:spPr>
              <a:xfrm>
                <a:off x="8708670" y="6504844"/>
                <a:ext cx="145383" cy="177450"/>
              </a:xfrm>
              <a:custGeom>
                <a:avLst/>
                <a:gdLst>
                  <a:gd name="connsiteX0" fmla="*/ 28924 w 145383"/>
                  <a:gd name="connsiteY0" fmla="*/ 28099 h 177450"/>
                  <a:gd name="connsiteX1" fmla="*/ 41008 w 145383"/>
                  <a:gd name="connsiteY1" fmla="*/ 16573 h 177450"/>
                  <a:gd name="connsiteX2" fmla="*/ 54519 w 145383"/>
                  <a:gd name="connsiteY2" fmla="*/ 7715 h 177450"/>
                  <a:gd name="connsiteX3" fmla="*/ 69647 w 145383"/>
                  <a:gd name="connsiteY3" fmla="*/ 2000 h 177450"/>
                  <a:gd name="connsiteX4" fmla="*/ 86964 w 145383"/>
                  <a:gd name="connsiteY4" fmla="*/ 0 h 177450"/>
                  <a:gd name="connsiteX5" fmla="*/ 112178 w 145383"/>
                  <a:gd name="connsiteY5" fmla="*/ 4763 h 177450"/>
                  <a:gd name="connsiteX6" fmla="*/ 130446 w 145383"/>
                  <a:gd name="connsiteY6" fmla="*/ 18193 h 177450"/>
                  <a:gd name="connsiteX7" fmla="*/ 141578 w 145383"/>
                  <a:gd name="connsiteY7" fmla="*/ 39148 h 177450"/>
                  <a:gd name="connsiteX8" fmla="*/ 145384 w 145383"/>
                  <a:gd name="connsiteY8" fmla="*/ 66199 h 177450"/>
                  <a:gd name="connsiteX9" fmla="*/ 145384 w 145383"/>
                  <a:gd name="connsiteY9" fmla="*/ 177451 h 177450"/>
                  <a:gd name="connsiteX10" fmla="*/ 114556 w 145383"/>
                  <a:gd name="connsiteY10" fmla="*/ 177451 h 177450"/>
                  <a:gd name="connsiteX11" fmla="*/ 114556 w 145383"/>
                  <a:gd name="connsiteY11" fmla="*/ 66199 h 177450"/>
                  <a:gd name="connsiteX12" fmla="*/ 105518 w 145383"/>
                  <a:gd name="connsiteY12" fmla="*/ 35433 h 177450"/>
                  <a:gd name="connsiteX13" fmla="*/ 78020 w 145383"/>
                  <a:gd name="connsiteY13" fmla="*/ 24479 h 177450"/>
                  <a:gd name="connsiteX14" fmla="*/ 52616 w 145383"/>
                  <a:gd name="connsiteY14" fmla="*/ 31052 h 177450"/>
                  <a:gd name="connsiteX15" fmla="*/ 30828 w 145383"/>
                  <a:gd name="connsiteY15" fmla="*/ 48768 h 177450"/>
                  <a:gd name="connsiteX16" fmla="*/ 30828 w 145383"/>
                  <a:gd name="connsiteY16" fmla="*/ 177355 h 177450"/>
                  <a:gd name="connsiteX17" fmla="*/ 0 w 145383"/>
                  <a:gd name="connsiteY17" fmla="*/ 177355 h 177450"/>
                  <a:gd name="connsiteX18" fmla="*/ 0 w 145383"/>
                  <a:gd name="connsiteY18" fmla="*/ 2667 h 177450"/>
                  <a:gd name="connsiteX19" fmla="*/ 18458 w 145383"/>
                  <a:gd name="connsiteY19" fmla="*/ 2667 h 177450"/>
                  <a:gd name="connsiteX20" fmla="*/ 26546 w 145383"/>
                  <a:gd name="connsiteY20" fmla="*/ 9049 h 177450"/>
                  <a:gd name="connsiteX21" fmla="*/ 28924 w 145383"/>
                  <a:gd name="connsiteY21" fmla="*/ 28004 h 177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45383" h="177450">
                    <a:moveTo>
                      <a:pt x="28924" y="28099"/>
                    </a:moveTo>
                    <a:cubicBezTo>
                      <a:pt x="32730" y="23813"/>
                      <a:pt x="36727" y="20003"/>
                      <a:pt x="41008" y="16573"/>
                    </a:cubicBezTo>
                    <a:cubicBezTo>
                      <a:pt x="45290" y="13144"/>
                      <a:pt x="49762" y="10192"/>
                      <a:pt x="54519" y="7715"/>
                    </a:cubicBezTo>
                    <a:cubicBezTo>
                      <a:pt x="59276" y="5239"/>
                      <a:pt x="64319" y="3334"/>
                      <a:pt x="69647" y="2000"/>
                    </a:cubicBezTo>
                    <a:cubicBezTo>
                      <a:pt x="74976" y="667"/>
                      <a:pt x="80780" y="0"/>
                      <a:pt x="86964" y="0"/>
                    </a:cubicBezTo>
                    <a:cubicBezTo>
                      <a:pt x="96479" y="0"/>
                      <a:pt x="104947" y="1619"/>
                      <a:pt x="112178" y="4763"/>
                    </a:cubicBezTo>
                    <a:cubicBezTo>
                      <a:pt x="119504" y="7906"/>
                      <a:pt x="125593" y="12382"/>
                      <a:pt x="130446" y="18193"/>
                    </a:cubicBezTo>
                    <a:cubicBezTo>
                      <a:pt x="135298" y="24003"/>
                      <a:pt x="139009" y="30956"/>
                      <a:pt x="141578" y="39148"/>
                    </a:cubicBezTo>
                    <a:cubicBezTo>
                      <a:pt x="144052" y="47339"/>
                      <a:pt x="145384" y="56293"/>
                      <a:pt x="145384" y="66199"/>
                    </a:cubicBezTo>
                    <a:lnTo>
                      <a:pt x="145384" y="177451"/>
                    </a:lnTo>
                    <a:lnTo>
                      <a:pt x="114556" y="177451"/>
                    </a:lnTo>
                    <a:lnTo>
                      <a:pt x="114556" y="66199"/>
                    </a:lnTo>
                    <a:cubicBezTo>
                      <a:pt x="114556" y="52959"/>
                      <a:pt x="111512" y="42767"/>
                      <a:pt x="105518" y="35433"/>
                    </a:cubicBezTo>
                    <a:cubicBezTo>
                      <a:pt x="99523" y="28099"/>
                      <a:pt x="90294" y="24479"/>
                      <a:pt x="78020" y="24479"/>
                    </a:cubicBezTo>
                    <a:cubicBezTo>
                      <a:pt x="68981" y="24479"/>
                      <a:pt x="60513" y="26670"/>
                      <a:pt x="52616" y="31052"/>
                    </a:cubicBezTo>
                    <a:cubicBezTo>
                      <a:pt x="44719" y="35433"/>
                      <a:pt x="37488" y="41339"/>
                      <a:pt x="30828" y="48768"/>
                    </a:cubicBezTo>
                    <a:lnTo>
                      <a:pt x="30828" y="177355"/>
                    </a:lnTo>
                    <a:lnTo>
                      <a:pt x="0" y="177355"/>
                    </a:lnTo>
                    <a:lnTo>
                      <a:pt x="0" y="2667"/>
                    </a:lnTo>
                    <a:lnTo>
                      <a:pt x="18458" y="2667"/>
                    </a:lnTo>
                    <a:cubicBezTo>
                      <a:pt x="22835" y="2667"/>
                      <a:pt x="25499" y="4763"/>
                      <a:pt x="26546" y="9049"/>
                    </a:cubicBezTo>
                    <a:lnTo>
                      <a:pt x="28924" y="28004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" name="Freeform 13">
                <a:extLst>
                  <a:ext uri="{FF2B5EF4-FFF2-40B4-BE49-F238E27FC236}">
                    <a16:creationId xmlns:a16="http://schemas.microsoft.com/office/drawing/2014/main" id="{6794B471-9B9B-F669-EBEF-F308D9913D92}"/>
                  </a:ext>
                </a:extLst>
              </p:cNvPr>
              <p:cNvSpPr/>
              <p:nvPr/>
            </p:nvSpPr>
            <p:spPr>
              <a:xfrm>
                <a:off x="8883550" y="6504463"/>
                <a:ext cx="161083" cy="240696"/>
              </a:xfrm>
              <a:custGeom>
                <a:avLst/>
                <a:gdLst>
                  <a:gd name="connsiteX0" fmla="*/ 161083 w 161083"/>
                  <a:gd name="connsiteY0" fmla="*/ 10097 h 240696"/>
                  <a:gd name="connsiteX1" fmla="*/ 161083 w 161083"/>
                  <a:gd name="connsiteY1" fmla="*/ 21431 h 240696"/>
                  <a:gd name="connsiteX2" fmla="*/ 153852 w 161083"/>
                  <a:gd name="connsiteY2" fmla="*/ 28670 h 240696"/>
                  <a:gd name="connsiteX3" fmla="*/ 134062 w 161083"/>
                  <a:gd name="connsiteY3" fmla="*/ 31242 h 240696"/>
                  <a:gd name="connsiteX4" fmla="*/ 139961 w 161083"/>
                  <a:gd name="connsiteY4" fmla="*/ 56388 h 240696"/>
                  <a:gd name="connsiteX5" fmla="*/ 135013 w 161083"/>
                  <a:gd name="connsiteY5" fmla="*/ 79534 h 240696"/>
                  <a:gd name="connsiteX6" fmla="*/ 121502 w 161083"/>
                  <a:gd name="connsiteY6" fmla="*/ 97346 h 240696"/>
                  <a:gd name="connsiteX7" fmla="*/ 100855 w 161083"/>
                  <a:gd name="connsiteY7" fmla="*/ 108776 h 240696"/>
                  <a:gd name="connsiteX8" fmla="*/ 74690 w 161083"/>
                  <a:gd name="connsiteY8" fmla="*/ 112776 h 240696"/>
                  <a:gd name="connsiteX9" fmla="*/ 51569 w 161083"/>
                  <a:gd name="connsiteY9" fmla="*/ 109823 h 240696"/>
                  <a:gd name="connsiteX10" fmla="*/ 43101 w 161083"/>
                  <a:gd name="connsiteY10" fmla="*/ 117157 h 240696"/>
                  <a:gd name="connsiteX11" fmla="*/ 40152 w 161083"/>
                  <a:gd name="connsiteY11" fmla="*/ 124968 h 240696"/>
                  <a:gd name="connsiteX12" fmla="*/ 45195 w 161083"/>
                  <a:gd name="connsiteY12" fmla="*/ 134398 h 240696"/>
                  <a:gd name="connsiteX13" fmla="*/ 58515 w 161083"/>
                  <a:gd name="connsiteY13" fmla="*/ 138970 h 240696"/>
                  <a:gd name="connsiteX14" fmla="*/ 77354 w 161083"/>
                  <a:gd name="connsiteY14" fmla="*/ 140684 h 240696"/>
                  <a:gd name="connsiteX15" fmla="*/ 99047 w 161083"/>
                  <a:gd name="connsiteY15" fmla="*/ 141827 h 240696"/>
                  <a:gd name="connsiteX16" fmla="*/ 120741 w 161083"/>
                  <a:gd name="connsiteY16" fmla="*/ 144494 h 240696"/>
                  <a:gd name="connsiteX17" fmla="*/ 139580 w 161083"/>
                  <a:gd name="connsiteY17" fmla="*/ 150686 h 240696"/>
                  <a:gd name="connsiteX18" fmla="*/ 152900 w 161083"/>
                  <a:gd name="connsiteY18" fmla="*/ 162592 h 240696"/>
                  <a:gd name="connsiteX19" fmla="*/ 157943 w 161083"/>
                  <a:gd name="connsiteY19" fmla="*/ 182213 h 240696"/>
                  <a:gd name="connsiteX20" fmla="*/ 152330 w 161083"/>
                  <a:gd name="connsiteY20" fmla="*/ 203930 h 240696"/>
                  <a:gd name="connsiteX21" fmla="*/ 136250 w 161083"/>
                  <a:gd name="connsiteY21" fmla="*/ 222599 h 240696"/>
                  <a:gd name="connsiteX22" fmla="*/ 110465 w 161083"/>
                  <a:gd name="connsiteY22" fmla="*/ 235744 h 240696"/>
                  <a:gd name="connsiteX23" fmla="*/ 76117 w 161083"/>
                  <a:gd name="connsiteY23" fmla="*/ 240697 h 240696"/>
                  <a:gd name="connsiteX24" fmla="*/ 42721 w 161083"/>
                  <a:gd name="connsiteY24" fmla="*/ 236887 h 240696"/>
                  <a:gd name="connsiteX25" fmla="*/ 18934 w 161083"/>
                  <a:gd name="connsiteY25" fmla="*/ 226695 h 240696"/>
                  <a:gd name="connsiteX26" fmla="*/ 4757 w 161083"/>
                  <a:gd name="connsiteY26" fmla="*/ 211931 h 240696"/>
                  <a:gd name="connsiteX27" fmla="*/ 0 w 161083"/>
                  <a:gd name="connsiteY27" fmla="*/ 194405 h 240696"/>
                  <a:gd name="connsiteX28" fmla="*/ 8087 w 161083"/>
                  <a:gd name="connsiteY28" fmla="*/ 172498 h 240696"/>
                  <a:gd name="connsiteX29" fmla="*/ 30257 w 161083"/>
                  <a:gd name="connsiteY29" fmla="*/ 158210 h 240696"/>
                  <a:gd name="connsiteX30" fmla="*/ 17983 w 161083"/>
                  <a:gd name="connsiteY30" fmla="*/ 148971 h 240696"/>
                  <a:gd name="connsiteX31" fmla="*/ 13416 w 161083"/>
                  <a:gd name="connsiteY31" fmla="*/ 133350 h 240696"/>
                  <a:gd name="connsiteX32" fmla="*/ 14748 w 161083"/>
                  <a:gd name="connsiteY32" fmla="*/ 125540 h 240696"/>
                  <a:gd name="connsiteX33" fmla="*/ 18934 w 161083"/>
                  <a:gd name="connsiteY33" fmla="*/ 117443 h 240696"/>
                  <a:gd name="connsiteX34" fmla="*/ 25880 w 161083"/>
                  <a:gd name="connsiteY34" fmla="*/ 109728 h 240696"/>
                  <a:gd name="connsiteX35" fmla="*/ 35490 w 161083"/>
                  <a:gd name="connsiteY35" fmla="*/ 103346 h 240696"/>
                  <a:gd name="connsiteX36" fmla="*/ 15319 w 161083"/>
                  <a:gd name="connsiteY36" fmla="*/ 84106 h 240696"/>
                  <a:gd name="connsiteX37" fmla="*/ 8087 w 161083"/>
                  <a:gd name="connsiteY37" fmla="*/ 56293 h 240696"/>
                  <a:gd name="connsiteX38" fmla="*/ 13035 w 161083"/>
                  <a:gd name="connsiteY38" fmla="*/ 33052 h 240696"/>
                  <a:gd name="connsiteX39" fmla="*/ 26736 w 161083"/>
                  <a:gd name="connsiteY39" fmla="*/ 15335 h 240696"/>
                  <a:gd name="connsiteX40" fmla="*/ 47668 w 161083"/>
                  <a:gd name="connsiteY40" fmla="*/ 4001 h 240696"/>
                  <a:gd name="connsiteX41" fmla="*/ 74309 w 161083"/>
                  <a:gd name="connsiteY41" fmla="*/ 0 h 240696"/>
                  <a:gd name="connsiteX42" fmla="*/ 95527 w 161083"/>
                  <a:gd name="connsiteY42" fmla="*/ 2477 h 240696"/>
                  <a:gd name="connsiteX43" fmla="*/ 113415 w 161083"/>
                  <a:gd name="connsiteY43" fmla="*/ 9811 h 240696"/>
                  <a:gd name="connsiteX44" fmla="*/ 160798 w 161083"/>
                  <a:gd name="connsiteY44" fmla="*/ 9811 h 240696"/>
                  <a:gd name="connsiteX45" fmla="*/ 129875 w 161083"/>
                  <a:gd name="connsiteY45" fmla="*/ 187357 h 240696"/>
                  <a:gd name="connsiteX46" fmla="*/ 126259 w 161083"/>
                  <a:gd name="connsiteY46" fmla="*/ 176975 h 240696"/>
                  <a:gd name="connsiteX47" fmla="*/ 116555 w 161083"/>
                  <a:gd name="connsiteY47" fmla="*/ 170783 h 240696"/>
                  <a:gd name="connsiteX48" fmla="*/ 102378 w 161083"/>
                  <a:gd name="connsiteY48" fmla="*/ 167545 h 240696"/>
                  <a:gd name="connsiteX49" fmla="*/ 85251 w 161083"/>
                  <a:gd name="connsiteY49" fmla="*/ 166116 h 240696"/>
                  <a:gd name="connsiteX50" fmla="*/ 66888 w 161083"/>
                  <a:gd name="connsiteY50" fmla="*/ 165068 h 240696"/>
                  <a:gd name="connsiteX51" fmla="*/ 49000 w 161083"/>
                  <a:gd name="connsiteY51" fmla="*/ 163354 h 240696"/>
                  <a:gd name="connsiteX52" fmla="*/ 33206 w 161083"/>
                  <a:gd name="connsiteY52" fmla="*/ 174689 h 240696"/>
                  <a:gd name="connsiteX53" fmla="*/ 27117 w 161083"/>
                  <a:gd name="connsiteY53" fmla="*/ 190691 h 240696"/>
                  <a:gd name="connsiteX54" fmla="*/ 30161 w 161083"/>
                  <a:gd name="connsiteY54" fmla="*/ 201644 h 240696"/>
                  <a:gd name="connsiteX55" fmla="*/ 39391 w 161083"/>
                  <a:gd name="connsiteY55" fmla="*/ 210407 h 240696"/>
                  <a:gd name="connsiteX56" fmla="*/ 54995 w 161083"/>
                  <a:gd name="connsiteY56" fmla="*/ 216313 h 240696"/>
                  <a:gd name="connsiteX57" fmla="*/ 77164 w 161083"/>
                  <a:gd name="connsiteY57" fmla="*/ 218504 h 240696"/>
                  <a:gd name="connsiteX58" fmla="*/ 99333 w 161083"/>
                  <a:gd name="connsiteY58" fmla="*/ 216218 h 240696"/>
                  <a:gd name="connsiteX59" fmla="*/ 115984 w 161083"/>
                  <a:gd name="connsiteY59" fmla="*/ 209836 h 240696"/>
                  <a:gd name="connsiteX60" fmla="*/ 126355 w 161083"/>
                  <a:gd name="connsiteY60" fmla="*/ 200025 h 240696"/>
                  <a:gd name="connsiteX61" fmla="*/ 129970 w 161083"/>
                  <a:gd name="connsiteY61" fmla="*/ 187452 h 240696"/>
                  <a:gd name="connsiteX62" fmla="*/ 74595 w 161083"/>
                  <a:gd name="connsiteY62" fmla="*/ 92488 h 240696"/>
                  <a:gd name="connsiteX63" fmla="*/ 90960 w 161083"/>
                  <a:gd name="connsiteY63" fmla="*/ 89916 h 240696"/>
                  <a:gd name="connsiteX64" fmla="*/ 102853 w 161083"/>
                  <a:gd name="connsiteY64" fmla="*/ 82677 h 240696"/>
                  <a:gd name="connsiteX65" fmla="*/ 110085 w 161083"/>
                  <a:gd name="connsiteY65" fmla="*/ 71533 h 240696"/>
                  <a:gd name="connsiteX66" fmla="*/ 112463 w 161083"/>
                  <a:gd name="connsiteY66" fmla="*/ 57341 h 240696"/>
                  <a:gd name="connsiteX67" fmla="*/ 102758 w 161083"/>
                  <a:gd name="connsiteY67" fmla="*/ 31814 h 240696"/>
                  <a:gd name="connsiteX68" fmla="*/ 74595 w 161083"/>
                  <a:gd name="connsiteY68" fmla="*/ 22384 h 240696"/>
                  <a:gd name="connsiteX69" fmla="*/ 46241 w 161083"/>
                  <a:gd name="connsiteY69" fmla="*/ 31814 h 240696"/>
                  <a:gd name="connsiteX70" fmla="*/ 36536 w 161083"/>
                  <a:gd name="connsiteY70" fmla="*/ 57341 h 240696"/>
                  <a:gd name="connsiteX71" fmla="*/ 39010 w 161083"/>
                  <a:gd name="connsiteY71" fmla="*/ 71533 h 240696"/>
                  <a:gd name="connsiteX72" fmla="*/ 46336 w 161083"/>
                  <a:gd name="connsiteY72" fmla="*/ 82677 h 240696"/>
                  <a:gd name="connsiteX73" fmla="*/ 58230 w 161083"/>
                  <a:gd name="connsiteY73" fmla="*/ 89916 h 240696"/>
                  <a:gd name="connsiteX74" fmla="*/ 74595 w 161083"/>
                  <a:gd name="connsiteY74" fmla="*/ 92488 h 2406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</a:cxnLst>
                <a:rect l="l" t="t" r="r" b="b"/>
                <a:pathLst>
                  <a:path w="161083" h="240696">
                    <a:moveTo>
                      <a:pt x="161083" y="10097"/>
                    </a:moveTo>
                    <a:lnTo>
                      <a:pt x="161083" y="21431"/>
                    </a:lnTo>
                    <a:cubicBezTo>
                      <a:pt x="161083" y="25241"/>
                      <a:pt x="158704" y="27623"/>
                      <a:pt x="153852" y="28670"/>
                    </a:cubicBezTo>
                    <a:lnTo>
                      <a:pt x="134062" y="31242"/>
                    </a:lnTo>
                    <a:cubicBezTo>
                      <a:pt x="137963" y="38767"/>
                      <a:pt x="139961" y="47244"/>
                      <a:pt x="139961" y="56388"/>
                    </a:cubicBezTo>
                    <a:cubicBezTo>
                      <a:pt x="139961" y="64865"/>
                      <a:pt x="138343" y="72580"/>
                      <a:pt x="135013" y="79534"/>
                    </a:cubicBezTo>
                    <a:cubicBezTo>
                      <a:pt x="131683" y="86487"/>
                      <a:pt x="127211" y="92488"/>
                      <a:pt x="121502" y="97346"/>
                    </a:cubicBezTo>
                    <a:cubicBezTo>
                      <a:pt x="115793" y="102299"/>
                      <a:pt x="108848" y="106108"/>
                      <a:pt x="100855" y="108776"/>
                    </a:cubicBezTo>
                    <a:cubicBezTo>
                      <a:pt x="92863" y="111443"/>
                      <a:pt x="84110" y="112776"/>
                      <a:pt x="74690" y="112776"/>
                    </a:cubicBezTo>
                    <a:cubicBezTo>
                      <a:pt x="66507" y="112776"/>
                      <a:pt x="58801" y="111824"/>
                      <a:pt x="51569" y="109823"/>
                    </a:cubicBezTo>
                    <a:cubicBezTo>
                      <a:pt x="47859" y="112109"/>
                      <a:pt x="45099" y="114586"/>
                      <a:pt x="43101" y="117157"/>
                    </a:cubicBezTo>
                    <a:cubicBezTo>
                      <a:pt x="41103" y="119729"/>
                      <a:pt x="40152" y="122396"/>
                      <a:pt x="40152" y="124968"/>
                    </a:cubicBezTo>
                    <a:cubicBezTo>
                      <a:pt x="40152" y="129064"/>
                      <a:pt x="41864" y="132207"/>
                      <a:pt x="45195" y="134398"/>
                    </a:cubicBezTo>
                    <a:cubicBezTo>
                      <a:pt x="48620" y="136493"/>
                      <a:pt x="52997" y="138017"/>
                      <a:pt x="58515" y="138970"/>
                    </a:cubicBezTo>
                    <a:cubicBezTo>
                      <a:pt x="64034" y="139922"/>
                      <a:pt x="70313" y="140494"/>
                      <a:pt x="77354" y="140684"/>
                    </a:cubicBezTo>
                    <a:cubicBezTo>
                      <a:pt x="84395" y="140970"/>
                      <a:pt x="91626" y="141256"/>
                      <a:pt x="99047" y="141827"/>
                    </a:cubicBezTo>
                    <a:cubicBezTo>
                      <a:pt x="106469" y="142304"/>
                      <a:pt x="113700" y="143256"/>
                      <a:pt x="120741" y="144494"/>
                    </a:cubicBezTo>
                    <a:cubicBezTo>
                      <a:pt x="127782" y="145733"/>
                      <a:pt x="134062" y="147828"/>
                      <a:pt x="139580" y="150686"/>
                    </a:cubicBezTo>
                    <a:cubicBezTo>
                      <a:pt x="145099" y="153543"/>
                      <a:pt x="149570" y="157544"/>
                      <a:pt x="152900" y="162592"/>
                    </a:cubicBezTo>
                    <a:cubicBezTo>
                      <a:pt x="156326" y="167640"/>
                      <a:pt x="157943" y="174212"/>
                      <a:pt x="157943" y="182213"/>
                    </a:cubicBezTo>
                    <a:cubicBezTo>
                      <a:pt x="157943" y="189643"/>
                      <a:pt x="156040" y="196882"/>
                      <a:pt x="152330" y="203930"/>
                    </a:cubicBezTo>
                    <a:cubicBezTo>
                      <a:pt x="148619" y="210979"/>
                      <a:pt x="143195" y="217170"/>
                      <a:pt x="136250" y="222599"/>
                    </a:cubicBezTo>
                    <a:cubicBezTo>
                      <a:pt x="129209" y="228029"/>
                      <a:pt x="120646" y="232410"/>
                      <a:pt x="110465" y="235744"/>
                    </a:cubicBezTo>
                    <a:cubicBezTo>
                      <a:pt x="100284" y="238982"/>
                      <a:pt x="88867" y="240697"/>
                      <a:pt x="76117" y="240697"/>
                    </a:cubicBezTo>
                    <a:cubicBezTo>
                      <a:pt x="63368" y="240697"/>
                      <a:pt x="52235" y="239459"/>
                      <a:pt x="42721" y="236887"/>
                    </a:cubicBezTo>
                    <a:cubicBezTo>
                      <a:pt x="33206" y="234315"/>
                      <a:pt x="25309" y="230981"/>
                      <a:pt x="18934" y="226695"/>
                    </a:cubicBezTo>
                    <a:cubicBezTo>
                      <a:pt x="12655" y="222409"/>
                      <a:pt x="7897" y="217551"/>
                      <a:pt x="4757" y="211931"/>
                    </a:cubicBezTo>
                    <a:cubicBezTo>
                      <a:pt x="1617" y="206407"/>
                      <a:pt x="0" y="200501"/>
                      <a:pt x="0" y="194405"/>
                    </a:cubicBezTo>
                    <a:cubicBezTo>
                      <a:pt x="0" y="185738"/>
                      <a:pt x="2664" y="178499"/>
                      <a:pt x="8087" y="172498"/>
                    </a:cubicBezTo>
                    <a:cubicBezTo>
                      <a:pt x="13511" y="166497"/>
                      <a:pt x="20932" y="161735"/>
                      <a:pt x="30257" y="158210"/>
                    </a:cubicBezTo>
                    <a:cubicBezTo>
                      <a:pt x="25119" y="155924"/>
                      <a:pt x="21027" y="152876"/>
                      <a:pt x="17983" y="148971"/>
                    </a:cubicBezTo>
                    <a:cubicBezTo>
                      <a:pt x="14938" y="145161"/>
                      <a:pt x="13416" y="139922"/>
                      <a:pt x="13416" y="133350"/>
                    </a:cubicBezTo>
                    <a:cubicBezTo>
                      <a:pt x="13416" y="130778"/>
                      <a:pt x="13891" y="128206"/>
                      <a:pt x="14748" y="125540"/>
                    </a:cubicBezTo>
                    <a:cubicBezTo>
                      <a:pt x="15699" y="122873"/>
                      <a:pt x="17031" y="120110"/>
                      <a:pt x="18934" y="117443"/>
                    </a:cubicBezTo>
                    <a:cubicBezTo>
                      <a:pt x="20837" y="114776"/>
                      <a:pt x="23121" y="112205"/>
                      <a:pt x="25880" y="109728"/>
                    </a:cubicBezTo>
                    <a:cubicBezTo>
                      <a:pt x="28639" y="107347"/>
                      <a:pt x="31874" y="105156"/>
                      <a:pt x="35490" y="103346"/>
                    </a:cubicBezTo>
                    <a:cubicBezTo>
                      <a:pt x="26831" y="98489"/>
                      <a:pt x="20171" y="92107"/>
                      <a:pt x="15319" y="84106"/>
                    </a:cubicBezTo>
                    <a:cubicBezTo>
                      <a:pt x="10466" y="76105"/>
                      <a:pt x="8087" y="66866"/>
                      <a:pt x="8087" y="56293"/>
                    </a:cubicBezTo>
                    <a:cubicBezTo>
                      <a:pt x="8087" y="47816"/>
                      <a:pt x="9705" y="40005"/>
                      <a:pt x="13035" y="33052"/>
                    </a:cubicBezTo>
                    <a:cubicBezTo>
                      <a:pt x="16365" y="26099"/>
                      <a:pt x="20837" y="20193"/>
                      <a:pt x="26736" y="15335"/>
                    </a:cubicBezTo>
                    <a:cubicBezTo>
                      <a:pt x="32635" y="10478"/>
                      <a:pt x="39581" y="6668"/>
                      <a:pt x="47668" y="4001"/>
                    </a:cubicBezTo>
                    <a:cubicBezTo>
                      <a:pt x="55756" y="1334"/>
                      <a:pt x="64604" y="0"/>
                      <a:pt x="74309" y="0"/>
                    </a:cubicBezTo>
                    <a:cubicBezTo>
                      <a:pt x="81921" y="0"/>
                      <a:pt x="88962" y="857"/>
                      <a:pt x="95527" y="2477"/>
                    </a:cubicBezTo>
                    <a:cubicBezTo>
                      <a:pt x="102092" y="4191"/>
                      <a:pt x="107991" y="6572"/>
                      <a:pt x="113415" y="9811"/>
                    </a:cubicBezTo>
                    <a:lnTo>
                      <a:pt x="160798" y="9811"/>
                    </a:lnTo>
                    <a:close/>
                    <a:moveTo>
                      <a:pt x="129875" y="187357"/>
                    </a:moveTo>
                    <a:cubicBezTo>
                      <a:pt x="129875" y="183071"/>
                      <a:pt x="128638" y="179642"/>
                      <a:pt x="126259" y="176975"/>
                    </a:cubicBezTo>
                    <a:cubicBezTo>
                      <a:pt x="123881" y="174308"/>
                      <a:pt x="120646" y="172307"/>
                      <a:pt x="116555" y="170783"/>
                    </a:cubicBezTo>
                    <a:cubicBezTo>
                      <a:pt x="112463" y="169259"/>
                      <a:pt x="107706" y="168212"/>
                      <a:pt x="102378" y="167545"/>
                    </a:cubicBezTo>
                    <a:cubicBezTo>
                      <a:pt x="97049" y="166878"/>
                      <a:pt x="91246" y="166402"/>
                      <a:pt x="85251" y="166116"/>
                    </a:cubicBezTo>
                    <a:cubicBezTo>
                      <a:pt x="79257" y="165735"/>
                      <a:pt x="73073" y="165449"/>
                      <a:pt x="66888" y="165068"/>
                    </a:cubicBezTo>
                    <a:cubicBezTo>
                      <a:pt x="60703" y="164687"/>
                      <a:pt x="54709" y="164116"/>
                      <a:pt x="49000" y="163354"/>
                    </a:cubicBezTo>
                    <a:cubicBezTo>
                      <a:pt x="42531" y="166306"/>
                      <a:pt x="37297" y="170117"/>
                      <a:pt x="33206" y="174689"/>
                    </a:cubicBezTo>
                    <a:cubicBezTo>
                      <a:pt x="29115" y="179261"/>
                      <a:pt x="27117" y="184595"/>
                      <a:pt x="27117" y="190691"/>
                    </a:cubicBezTo>
                    <a:cubicBezTo>
                      <a:pt x="27117" y="194596"/>
                      <a:pt x="28163" y="198215"/>
                      <a:pt x="30161" y="201644"/>
                    </a:cubicBezTo>
                    <a:cubicBezTo>
                      <a:pt x="32159" y="205073"/>
                      <a:pt x="35204" y="207931"/>
                      <a:pt x="39391" y="210407"/>
                    </a:cubicBezTo>
                    <a:cubicBezTo>
                      <a:pt x="43482" y="212884"/>
                      <a:pt x="48715" y="214789"/>
                      <a:pt x="54995" y="216313"/>
                    </a:cubicBezTo>
                    <a:cubicBezTo>
                      <a:pt x="61274" y="217742"/>
                      <a:pt x="68601" y="218504"/>
                      <a:pt x="77164" y="218504"/>
                    </a:cubicBezTo>
                    <a:cubicBezTo>
                      <a:pt x="85727" y="218504"/>
                      <a:pt x="92863" y="217742"/>
                      <a:pt x="99333" y="216218"/>
                    </a:cubicBezTo>
                    <a:cubicBezTo>
                      <a:pt x="105898" y="214694"/>
                      <a:pt x="111417" y="212598"/>
                      <a:pt x="115984" y="209836"/>
                    </a:cubicBezTo>
                    <a:cubicBezTo>
                      <a:pt x="120551" y="207074"/>
                      <a:pt x="123976" y="203835"/>
                      <a:pt x="126355" y="200025"/>
                    </a:cubicBezTo>
                    <a:cubicBezTo>
                      <a:pt x="128733" y="196215"/>
                      <a:pt x="129970" y="192024"/>
                      <a:pt x="129970" y="187452"/>
                    </a:cubicBezTo>
                    <a:close/>
                    <a:moveTo>
                      <a:pt x="74595" y="92488"/>
                    </a:moveTo>
                    <a:cubicBezTo>
                      <a:pt x="80779" y="92488"/>
                      <a:pt x="86203" y="91630"/>
                      <a:pt x="90960" y="89916"/>
                    </a:cubicBezTo>
                    <a:cubicBezTo>
                      <a:pt x="95622" y="88202"/>
                      <a:pt x="99618" y="85820"/>
                      <a:pt x="102853" y="82677"/>
                    </a:cubicBezTo>
                    <a:cubicBezTo>
                      <a:pt x="106088" y="79534"/>
                      <a:pt x="108467" y="75914"/>
                      <a:pt x="110085" y="71533"/>
                    </a:cubicBezTo>
                    <a:cubicBezTo>
                      <a:pt x="111702" y="67247"/>
                      <a:pt x="112463" y="62484"/>
                      <a:pt x="112463" y="57341"/>
                    </a:cubicBezTo>
                    <a:cubicBezTo>
                      <a:pt x="112463" y="46673"/>
                      <a:pt x="109228" y="38100"/>
                      <a:pt x="102758" y="31814"/>
                    </a:cubicBezTo>
                    <a:cubicBezTo>
                      <a:pt x="96288" y="25527"/>
                      <a:pt x="86869" y="22384"/>
                      <a:pt x="74595" y="22384"/>
                    </a:cubicBezTo>
                    <a:cubicBezTo>
                      <a:pt x="62321" y="22384"/>
                      <a:pt x="52711" y="25527"/>
                      <a:pt x="46241" y="31814"/>
                    </a:cubicBezTo>
                    <a:cubicBezTo>
                      <a:pt x="39771" y="38100"/>
                      <a:pt x="36536" y="46673"/>
                      <a:pt x="36536" y="57341"/>
                    </a:cubicBezTo>
                    <a:cubicBezTo>
                      <a:pt x="36536" y="62484"/>
                      <a:pt x="37393" y="67247"/>
                      <a:pt x="39010" y="71533"/>
                    </a:cubicBezTo>
                    <a:cubicBezTo>
                      <a:pt x="40627" y="75819"/>
                      <a:pt x="43101" y="79534"/>
                      <a:pt x="46336" y="82677"/>
                    </a:cubicBezTo>
                    <a:cubicBezTo>
                      <a:pt x="49571" y="85820"/>
                      <a:pt x="53472" y="88202"/>
                      <a:pt x="58230" y="89916"/>
                    </a:cubicBezTo>
                    <a:cubicBezTo>
                      <a:pt x="62987" y="91630"/>
                      <a:pt x="68410" y="92488"/>
                      <a:pt x="74595" y="92488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5705D49F-51ED-DF7C-5006-3A76F5B7E9F5}"/>
                  </a:ext>
                </a:extLst>
              </p:cNvPr>
              <p:cNvSpPr/>
              <p:nvPr/>
            </p:nvSpPr>
            <p:spPr>
              <a:xfrm>
                <a:off x="9140826" y="6450933"/>
                <a:ext cx="112463" cy="234124"/>
              </a:xfrm>
              <a:custGeom>
                <a:avLst/>
                <a:gdLst>
                  <a:gd name="connsiteX0" fmla="*/ 70504 w 112463"/>
                  <a:gd name="connsiteY0" fmla="*/ 234124 h 234124"/>
                  <a:gd name="connsiteX1" fmla="*/ 38725 w 112463"/>
                  <a:gd name="connsiteY1" fmla="*/ 222599 h 234124"/>
                  <a:gd name="connsiteX2" fmla="*/ 27592 w 112463"/>
                  <a:gd name="connsiteY2" fmla="*/ 189357 h 234124"/>
                  <a:gd name="connsiteX3" fmla="*/ 27592 w 112463"/>
                  <a:gd name="connsiteY3" fmla="*/ 82487 h 234124"/>
                  <a:gd name="connsiteX4" fmla="*/ 6565 w 112463"/>
                  <a:gd name="connsiteY4" fmla="*/ 82487 h 234124"/>
                  <a:gd name="connsiteX5" fmla="*/ 1903 w 112463"/>
                  <a:gd name="connsiteY5" fmla="*/ 80867 h 234124"/>
                  <a:gd name="connsiteX6" fmla="*/ 0 w 112463"/>
                  <a:gd name="connsiteY6" fmla="*/ 75724 h 234124"/>
                  <a:gd name="connsiteX7" fmla="*/ 0 w 112463"/>
                  <a:gd name="connsiteY7" fmla="*/ 63437 h 234124"/>
                  <a:gd name="connsiteX8" fmla="*/ 28544 w 112463"/>
                  <a:gd name="connsiteY8" fmla="*/ 59817 h 234124"/>
                  <a:gd name="connsiteX9" fmla="*/ 35585 w 112463"/>
                  <a:gd name="connsiteY9" fmla="*/ 5810 h 234124"/>
                  <a:gd name="connsiteX10" fmla="*/ 37868 w 112463"/>
                  <a:gd name="connsiteY10" fmla="*/ 1619 h 234124"/>
                  <a:gd name="connsiteX11" fmla="*/ 42626 w 112463"/>
                  <a:gd name="connsiteY11" fmla="*/ 0 h 234124"/>
                  <a:gd name="connsiteX12" fmla="*/ 58135 w 112463"/>
                  <a:gd name="connsiteY12" fmla="*/ 0 h 234124"/>
                  <a:gd name="connsiteX13" fmla="*/ 58135 w 112463"/>
                  <a:gd name="connsiteY13" fmla="*/ 60198 h 234124"/>
                  <a:gd name="connsiteX14" fmla="*/ 108562 w 112463"/>
                  <a:gd name="connsiteY14" fmla="*/ 60198 h 234124"/>
                  <a:gd name="connsiteX15" fmla="*/ 108562 w 112463"/>
                  <a:gd name="connsiteY15" fmla="*/ 82487 h 234124"/>
                  <a:gd name="connsiteX16" fmla="*/ 58135 w 112463"/>
                  <a:gd name="connsiteY16" fmla="*/ 82487 h 234124"/>
                  <a:gd name="connsiteX17" fmla="*/ 58135 w 112463"/>
                  <a:gd name="connsiteY17" fmla="*/ 187262 h 234124"/>
                  <a:gd name="connsiteX18" fmla="*/ 63463 w 112463"/>
                  <a:gd name="connsiteY18" fmla="*/ 203645 h 234124"/>
                  <a:gd name="connsiteX19" fmla="*/ 77259 w 112463"/>
                  <a:gd name="connsiteY19" fmla="*/ 208978 h 234124"/>
                  <a:gd name="connsiteX20" fmla="*/ 85632 w 112463"/>
                  <a:gd name="connsiteY20" fmla="*/ 207740 h 234124"/>
                  <a:gd name="connsiteX21" fmla="*/ 91721 w 112463"/>
                  <a:gd name="connsiteY21" fmla="*/ 204883 h 234124"/>
                  <a:gd name="connsiteX22" fmla="*/ 96098 w 112463"/>
                  <a:gd name="connsiteY22" fmla="*/ 202025 h 234124"/>
                  <a:gd name="connsiteX23" fmla="*/ 99238 w 112463"/>
                  <a:gd name="connsiteY23" fmla="*/ 200692 h 234124"/>
                  <a:gd name="connsiteX24" fmla="*/ 103520 w 112463"/>
                  <a:gd name="connsiteY24" fmla="*/ 203645 h 234124"/>
                  <a:gd name="connsiteX25" fmla="*/ 112463 w 112463"/>
                  <a:gd name="connsiteY25" fmla="*/ 218313 h 234124"/>
                  <a:gd name="connsiteX26" fmla="*/ 93339 w 112463"/>
                  <a:gd name="connsiteY26" fmla="*/ 229934 h 234124"/>
                  <a:gd name="connsiteX27" fmla="*/ 70313 w 112463"/>
                  <a:gd name="connsiteY27" fmla="*/ 234124 h 2341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112463" h="234124">
                    <a:moveTo>
                      <a:pt x="70504" y="234124"/>
                    </a:moveTo>
                    <a:cubicBezTo>
                      <a:pt x="56707" y="234124"/>
                      <a:pt x="46146" y="230315"/>
                      <a:pt x="38725" y="222599"/>
                    </a:cubicBezTo>
                    <a:cubicBezTo>
                      <a:pt x="31303" y="214884"/>
                      <a:pt x="27592" y="203835"/>
                      <a:pt x="27592" y="189357"/>
                    </a:cubicBezTo>
                    <a:lnTo>
                      <a:pt x="27592" y="82487"/>
                    </a:lnTo>
                    <a:lnTo>
                      <a:pt x="6565" y="82487"/>
                    </a:lnTo>
                    <a:cubicBezTo>
                      <a:pt x="4757" y="82487"/>
                      <a:pt x="3140" y="81915"/>
                      <a:pt x="1903" y="80867"/>
                    </a:cubicBezTo>
                    <a:cubicBezTo>
                      <a:pt x="666" y="79819"/>
                      <a:pt x="0" y="78105"/>
                      <a:pt x="0" y="75724"/>
                    </a:cubicBezTo>
                    <a:lnTo>
                      <a:pt x="0" y="63437"/>
                    </a:lnTo>
                    <a:lnTo>
                      <a:pt x="28544" y="59817"/>
                    </a:lnTo>
                    <a:lnTo>
                      <a:pt x="35585" y="5810"/>
                    </a:lnTo>
                    <a:cubicBezTo>
                      <a:pt x="35965" y="4096"/>
                      <a:pt x="36727" y="2667"/>
                      <a:pt x="37868" y="1619"/>
                    </a:cubicBezTo>
                    <a:cubicBezTo>
                      <a:pt x="39105" y="571"/>
                      <a:pt x="40628" y="0"/>
                      <a:pt x="42626" y="0"/>
                    </a:cubicBezTo>
                    <a:lnTo>
                      <a:pt x="58135" y="0"/>
                    </a:lnTo>
                    <a:lnTo>
                      <a:pt x="58135" y="60198"/>
                    </a:lnTo>
                    <a:lnTo>
                      <a:pt x="108562" y="60198"/>
                    </a:lnTo>
                    <a:lnTo>
                      <a:pt x="108562" y="82487"/>
                    </a:lnTo>
                    <a:lnTo>
                      <a:pt x="58135" y="82487"/>
                    </a:lnTo>
                    <a:lnTo>
                      <a:pt x="58135" y="187262"/>
                    </a:lnTo>
                    <a:cubicBezTo>
                      <a:pt x="58135" y="194596"/>
                      <a:pt x="59942" y="200120"/>
                      <a:pt x="63463" y="203645"/>
                    </a:cubicBezTo>
                    <a:cubicBezTo>
                      <a:pt x="66983" y="207169"/>
                      <a:pt x="71645" y="208978"/>
                      <a:pt x="77259" y="208978"/>
                    </a:cubicBezTo>
                    <a:cubicBezTo>
                      <a:pt x="80494" y="208978"/>
                      <a:pt x="83253" y="208598"/>
                      <a:pt x="85632" y="207740"/>
                    </a:cubicBezTo>
                    <a:cubicBezTo>
                      <a:pt x="88011" y="206883"/>
                      <a:pt x="90009" y="205930"/>
                      <a:pt x="91721" y="204883"/>
                    </a:cubicBezTo>
                    <a:cubicBezTo>
                      <a:pt x="93434" y="203835"/>
                      <a:pt x="94861" y="202883"/>
                      <a:pt x="96098" y="202025"/>
                    </a:cubicBezTo>
                    <a:cubicBezTo>
                      <a:pt x="97335" y="201168"/>
                      <a:pt x="98382" y="200692"/>
                      <a:pt x="99238" y="200692"/>
                    </a:cubicBezTo>
                    <a:cubicBezTo>
                      <a:pt x="100855" y="200692"/>
                      <a:pt x="102283" y="201644"/>
                      <a:pt x="103520" y="203645"/>
                    </a:cubicBezTo>
                    <a:lnTo>
                      <a:pt x="112463" y="218313"/>
                    </a:lnTo>
                    <a:cubicBezTo>
                      <a:pt x="107230" y="223266"/>
                      <a:pt x="100855" y="227171"/>
                      <a:pt x="93339" y="229934"/>
                    </a:cubicBezTo>
                    <a:cubicBezTo>
                      <a:pt x="85822" y="232696"/>
                      <a:pt x="78211" y="234124"/>
                      <a:pt x="70313" y="234124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3EDF02ED-B2EE-2672-F906-AF84EDC9C780}"/>
                  </a:ext>
                </a:extLst>
              </p:cNvPr>
              <p:cNvSpPr/>
              <p:nvPr/>
            </p:nvSpPr>
            <p:spPr>
              <a:xfrm>
                <a:off x="9277837" y="6428358"/>
                <a:ext cx="145383" cy="254031"/>
              </a:xfrm>
              <a:custGeom>
                <a:avLst/>
                <a:gdLst>
                  <a:gd name="connsiteX0" fmla="*/ 30828 w 145383"/>
                  <a:gd name="connsiteY0" fmla="*/ 102584 h 254031"/>
                  <a:gd name="connsiteX1" fmla="*/ 55661 w 145383"/>
                  <a:gd name="connsiteY1" fmla="*/ 83630 h 254031"/>
                  <a:gd name="connsiteX2" fmla="*/ 86964 w 145383"/>
                  <a:gd name="connsiteY2" fmla="*/ 76581 h 254031"/>
                  <a:gd name="connsiteX3" fmla="*/ 112178 w 145383"/>
                  <a:gd name="connsiteY3" fmla="*/ 81344 h 254031"/>
                  <a:gd name="connsiteX4" fmla="*/ 130446 w 145383"/>
                  <a:gd name="connsiteY4" fmla="*/ 94774 h 254031"/>
                  <a:gd name="connsiteX5" fmla="*/ 141578 w 145383"/>
                  <a:gd name="connsiteY5" fmla="*/ 115729 h 254031"/>
                  <a:gd name="connsiteX6" fmla="*/ 145384 w 145383"/>
                  <a:gd name="connsiteY6" fmla="*/ 142780 h 254031"/>
                  <a:gd name="connsiteX7" fmla="*/ 145384 w 145383"/>
                  <a:gd name="connsiteY7" fmla="*/ 254032 h 254031"/>
                  <a:gd name="connsiteX8" fmla="*/ 114557 w 145383"/>
                  <a:gd name="connsiteY8" fmla="*/ 254032 h 254031"/>
                  <a:gd name="connsiteX9" fmla="*/ 114557 w 145383"/>
                  <a:gd name="connsiteY9" fmla="*/ 142780 h 254031"/>
                  <a:gd name="connsiteX10" fmla="*/ 105518 w 145383"/>
                  <a:gd name="connsiteY10" fmla="*/ 112014 h 254031"/>
                  <a:gd name="connsiteX11" fmla="*/ 78020 w 145383"/>
                  <a:gd name="connsiteY11" fmla="*/ 101060 h 254031"/>
                  <a:gd name="connsiteX12" fmla="*/ 52616 w 145383"/>
                  <a:gd name="connsiteY12" fmla="*/ 107633 h 254031"/>
                  <a:gd name="connsiteX13" fmla="*/ 30828 w 145383"/>
                  <a:gd name="connsiteY13" fmla="*/ 125349 h 254031"/>
                  <a:gd name="connsiteX14" fmla="*/ 30828 w 145383"/>
                  <a:gd name="connsiteY14" fmla="*/ 253937 h 254031"/>
                  <a:gd name="connsiteX15" fmla="*/ 0 w 145383"/>
                  <a:gd name="connsiteY15" fmla="*/ 253937 h 254031"/>
                  <a:gd name="connsiteX16" fmla="*/ 0 w 145383"/>
                  <a:gd name="connsiteY16" fmla="*/ 0 h 254031"/>
                  <a:gd name="connsiteX17" fmla="*/ 30828 w 145383"/>
                  <a:gd name="connsiteY17" fmla="*/ 0 h 254031"/>
                  <a:gd name="connsiteX18" fmla="*/ 30828 w 145383"/>
                  <a:gd name="connsiteY18" fmla="*/ 102584 h 2540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45383" h="254031">
                    <a:moveTo>
                      <a:pt x="30828" y="102584"/>
                    </a:moveTo>
                    <a:cubicBezTo>
                      <a:pt x="38249" y="94679"/>
                      <a:pt x="46527" y="88297"/>
                      <a:pt x="55661" y="83630"/>
                    </a:cubicBezTo>
                    <a:cubicBezTo>
                      <a:pt x="64795" y="78962"/>
                      <a:pt x="75166" y="76581"/>
                      <a:pt x="86964" y="76581"/>
                    </a:cubicBezTo>
                    <a:cubicBezTo>
                      <a:pt x="96479" y="76581"/>
                      <a:pt x="104947" y="78200"/>
                      <a:pt x="112178" y="81344"/>
                    </a:cubicBezTo>
                    <a:cubicBezTo>
                      <a:pt x="119504" y="84487"/>
                      <a:pt x="125594" y="88964"/>
                      <a:pt x="130446" y="94774"/>
                    </a:cubicBezTo>
                    <a:cubicBezTo>
                      <a:pt x="135298" y="100584"/>
                      <a:pt x="139009" y="107537"/>
                      <a:pt x="141578" y="115729"/>
                    </a:cubicBezTo>
                    <a:cubicBezTo>
                      <a:pt x="144052" y="123920"/>
                      <a:pt x="145384" y="132874"/>
                      <a:pt x="145384" y="142780"/>
                    </a:cubicBezTo>
                    <a:lnTo>
                      <a:pt x="145384" y="254032"/>
                    </a:lnTo>
                    <a:lnTo>
                      <a:pt x="114557" y="254032"/>
                    </a:lnTo>
                    <a:lnTo>
                      <a:pt x="114557" y="142780"/>
                    </a:lnTo>
                    <a:cubicBezTo>
                      <a:pt x="114557" y="129540"/>
                      <a:pt x="111512" y="119348"/>
                      <a:pt x="105518" y="112014"/>
                    </a:cubicBezTo>
                    <a:cubicBezTo>
                      <a:pt x="99523" y="104680"/>
                      <a:pt x="90294" y="101060"/>
                      <a:pt x="78020" y="101060"/>
                    </a:cubicBezTo>
                    <a:cubicBezTo>
                      <a:pt x="68981" y="101060"/>
                      <a:pt x="60513" y="103251"/>
                      <a:pt x="52616" y="107633"/>
                    </a:cubicBezTo>
                    <a:cubicBezTo>
                      <a:pt x="44719" y="112014"/>
                      <a:pt x="37488" y="117920"/>
                      <a:pt x="30828" y="125349"/>
                    </a:cubicBezTo>
                    <a:lnTo>
                      <a:pt x="30828" y="253937"/>
                    </a:lnTo>
                    <a:lnTo>
                      <a:pt x="0" y="253937"/>
                    </a:lnTo>
                    <a:lnTo>
                      <a:pt x="0" y="0"/>
                    </a:lnTo>
                    <a:lnTo>
                      <a:pt x="30828" y="0"/>
                    </a:lnTo>
                    <a:lnTo>
                      <a:pt x="30828" y="102584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B57BBFD2-B98A-E6AA-B506-418AFB3A07F7}"/>
                  </a:ext>
                </a:extLst>
              </p:cNvPr>
              <p:cNvSpPr/>
              <p:nvPr/>
            </p:nvSpPr>
            <p:spPr>
              <a:xfrm>
                <a:off x="9456617" y="6504940"/>
                <a:ext cx="154327" cy="179831"/>
              </a:xfrm>
              <a:custGeom>
                <a:avLst/>
                <a:gdLst>
                  <a:gd name="connsiteX0" fmla="*/ 151473 w 154327"/>
                  <a:gd name="connsiteY0" fmla="*/ 152876 h 179831"/>
                  <a:gd name="connsiteX1" fmla="*/ 137867 w 154327"/>
                  <a:gd name="connsiteY1" fmla="*/ 164878 h 179831"/>
                  <a:gd name="connsiteX2" fmla="*/ 120931 w 154327"/>
                  <a:gd name="connsiteY2" fmla="*/ 173260 h 179831"/>
                  <a:gd name="connsiteX3" fmla="*/ 102283 w 154327"/>
                  <a:gd name="connsiteY3" fmla="*/ 178213 h 179831"/>
                  <a:gd name="connsiteX4" fmla="*/ 83158 w 154327"/>
                  <a:gd name="connsiteY4" fmla="*/ 179832 h 179831"/>
                  <a:gd name="connsiteX5" fmla="*/ 49857 w 154327"/>
                  <a:gd name="connsiteY5" fmla="*/ 173736 h 179831"/>
                  <a:gd name="connsiteX6" fmla="*/ 23501 w 154327"/>
                  <a:gd name="connsiteY6" fmla="*/ 155829 h 179831"/>
                  <a:gd name="connsiteX7" fmla="*/ 6184 w 154327"/>
                  <a:gd name="connsiteY7" fmla="*/ 126587 h 179831"/>
                  <a:gd name="connsiteX8" fmla="*/ 0 w 154327"/>
                  <a:gd name="connsiteY8" fmla="*/ 86582 h 179831"/>
                  <a:gd name="connsiteX9" fmla="*/ 5614 w 154327"/>
                  <a:gd name="connsiteY9" fmla="*/ 52483 h 179831"/>
                  <a:gd name="connsiteX10" fmla="*/ 21693 w 154327"/>
                  <a:gd name="connsiteY10" fmla="*/ 24955 h 179831"/>
                  <a:gd name="connsiteX11" fmla="*/ 47383 w 154327"/>
                  <a:gd name="connsiteY11" fmla="*/ 6667 h 179831"/>
                  <a:gd name="connsiteX12" fmla="*/ 81445 w 154327"/>
                  <a:gd name="connsiteY12" fmla="*/ 0 h 179831"/>
                  <a:gd name="connsiteX13" fmla="*/ 110465 w 154327"/>
                  <a:gd name="connsiteY13" fmla="*/ 5239 h 179831"/>
                  <a:gd name="connsiteX14" fmla="*/ 133586 w 154327"/>
                  <a:gd name="connsiteY14" fmla="*/ 20383 h 179831"/>
                  <a:gd name="connsiteX15" fmla="*/ 148809 w 154327"/>
                  <a:gd name="connsiteY15" fmla="*/ 44863 h 179831"/>
                  <a:gd name="connsiteX16" fmla="*/ 154328 w 154327"/>
                  <a:gd name="connsiteY16" fmla="*/ 78010 h 179831"/>
                  <a:gd name="connsiteX17" fmla="*/ 152805 w 154327"/>
                  <a:gd name="connsiteY17" fmla="*/ 87630 h 179831"/>
                  <a:gd name="connsiteX18" fmla="*/ 146906 w 154327"/>
                  <a:gd name="connsiteY18" fmla="*/ 90011 h 179831"/>
                  <a:gd name="connsiteX19" fmla="*/ 30352 w 154327"/>
                  <a:gd name="connsiteY19" fmla="*/ 90011 h 179831"/>
                  <a:gd name="connsiteX20" fmla="*/ 34919 w 154327"/>
                  <a:gd name="connsiteY20" fmla="*/ 118777 h 179831"/>
                  <a:gd name="connsiteX21" fmla="*/ 46241 w 154327"/>
                  <a:gd name="connsiteY21" fmla="*/ 139160 h 179831"/>
                  <a:gd name="connsiteX22" fmla="*/ 63463 w 154327"/>
                  <a:gd name="connsiteY22" fmla="*/ 151448 h 179831"/>
                  <a:gd name="connsiteX23" fmla="*/ 85822 w 154327"/>
                  <a:gd name="connsiteY23" fmla="*/ 155543 h 179831"/>
                  <a:gd name="connsiteX24" fmla="*/ 105708 w 154327"/>
                  <a:gd name="connsiteY24" fmla="*/ 152876 h 179831"/>
                  <a:gd name="connsiteX25" fmla="*/ 120075 w 154327"/>
                  <a:gd name="connsiteY25" fmla="*/ 147066 h 179831"/>
                  <a:gd name="connsiteX26" fmla="*/ 130160 w 154327"/>
                  <a:gd name="connsiteY26" fmla="*/ 141256 h 179831"/>
                  <a:gd name="connsiteX27" fmla="*/ 137106 w 154327"/>
                  <a:gd name="connsiteY27" fmla="*/ 138589 h 179831"/>
                  <a:gd name="connsiteX28" fmla="*/ 143005 w 154327"/>
                  <a:gd name="connsiteY28" fmla="*/ 141541 h 179831"/>
                  <a:gd name="connsiteX29" fmla="*/ 151664 w 154327"/>
                  <a:gd name="connsiteY29" fmla="*/ 152781 h 179831"/>
                  <a:gd name="connsiteX30" fmla="*/ 126640 w 154327"/>
                  <a:gd name="connsiteY30" fmla="*/ 70961 h 179831"/>
                  <a:gd name="connsiteX31" fmla="*/ 123595 w 154327"/>
                  <a:gd name="connsiteY31" fmla="*/ 51435 h 179831"/>
                  <a:gd name="connsiteX32" fmla="*/ 114842 w 154327"/>
                  <a:gd name="connsiteY32" fmla="*/ 36100 h 179831"/>
                  <a:gd name="connsiteX33" fmla="*/ 100855 w 154327"/>
                  <a:gd name="connsiteY33" fmla="*/ 26098 h 179831"/>
                  <a:gd name="connsiteX34" fmla="*/ 82112 w 154327"/>
                  <a:gd name="connsiteY34" fmla="*/ 22574 h 179831"/>
                  <a:gd name="connsiteX35" fmla="*/ 47193 w 154327"/>
                  <a:gd name="connsiteY35" fmla="*/ 35433 h 179831"/>
                  <a:gd name="connsiteX36" fmla="*/ 31303 w 154327"/>
                  <a:gd name="connsiteY36" fmla="*/ 71057 h 179831"/>
                  <a:gd name="connsiteX37" fmla="*/ 126735 w 154327"/>
                  <a:gd name="connsiteY37" fmla="*/ 71057 h 1798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154327" h="179831">
                    <a:moveTo>
                      <a:pt x="151473" y="152876"/>
                    </a:moveTo>
                    <a:cubicBezTo>
                      <a:pt x="147667" y="157448"/>
                      <a:pt x="143101" y="161449"/>
                      <a:pt x="137867" y="164878"/>
                    </a:cubicBezTo>
                    <a:cubicBezTo>
                      <a:pt x="132634" y="168307"/>
                      <a:pt x="126926" y="171069"/>
                      <a:pt x="120931" y="173260"/>
                    </a:cubicBezTo>
                    <a:cubicBezTo>
                      <a:pt x="114937" y="175451"/>
                      <a:pt x="108658" y="177070"/>
                      <a:pt x="102283" y="178213"/>
                    </a:cubicBezTo>
                    <a:cubicBezTo>
                      <a:pt x="95813" y="179356"/>
                      <a:pt x="89438" y="179832"/>
                      <a:pt x="83158" y="179832"/>
                    </a:cubicBezTo>
                    <a:cubicBezTo>
                      <a:pt x="71075" y="179832"/>
                      <a:pt x="60037" y="177832"/>
                      <a:pt x="49857" y="173736"/>
                    </a:cubicBezTo>
                    <a:cubicBezTo>
                      <a:pt x="39676" y="169640"/>
                      <a:pt x="30923" y="163639"/>
                      <a:pt x="23501" y="155829"/>
                    </a:cubicBezTo>
                    <a:cubicBezTo>
                      <a:pt x="16080" y="148018"/>
                      <a:pt x="10371" y="138208"/>
                      <a:pt x="6184" y="126587"/>
                    </a:cubicBezTo>
                    <a:cubicBezTo>
                      <a:pt x="2093" y="114967"/>
                      <a:pt x="0" y="101632"/>
                      <a:pt x="0" y="86582"/>
                    </a:cubicBezTo>
                    <a:cubicBezTo>
                      <a:pt x="0" y="74390"/>
                      <a:pt x="1903" y="63056"/>
                      <a:pt x="5614" y="52483"/>
                    </a:cubicBezTo>
                    <a:cubicBezTo>
                      <a:pt x="9324" y="41910"/>
                      <a:pt x="14748" y="32766"/>
                      <a:pt x="21693" y="24955"/>
                    </a:cubicBezTo>
                    <a:cubicBezTo>
                      <a:pt x="28734" y="17240"/>
                      <a:pt x="37202" y="11049"/>
                      <a:pt x="47383" y="6667"/>
                    </a:cubicBezTo>
                    <a:cubicBezTo>
                      <a:pt x="57469" y="2286"/>
                      <a:pt x="68886" y="0"/>
                      <a:pt x="81445" y="0"/>
                    </a:cubicBezTo>
                    <a:cubicBezTo>
                      <a:pt x="91912" y="0"/>
                      <a:pt x="101522" y="1715"/>
                      <a:pt x="110465" y="5239"/>
                    </a:cubicBezTo>
                    <a:cubicBezTo>
                      <a:pt x="119409" y="8763"/>
                      <a:pt x="127021" y="13811"/>
                      <a:pt x="133586" y="20383"/>
                    </a:cubicBezTo>
                    <a:cubicBezTo>
                      <a:pt x="140151" y="26956"/>
                      <a:pt x="145099" y="35147"/>
                      <a:pt x="148809" y="44863"/>
                    </a:cubicBezTo>
                    <a:cubicBezTo>
                      <a:pt x="152520" y="54578"/>
                      <a:pt x="154328" y="65627"/>
                      <a:pt x="154328" y="78010"/>
                    </a:cubicBezTo>
                    <a:cubicBezTo>
                      <a:pt x="154328" y="82867"/>
                      <a:pt x="153852" y="86011"/>
                      <a:pt x="152805" y="87630"/>
                    </a:cubicBezTo>
                    <a:cubicBezTo>
                      <a:pt x="151759" y="89249"/>
                      <a:pt x="149856" y="90011"/>
                      <a:pt x="146906" y="90011"/>
                    </a:cubicBezTo>
                    <a:lnTo>
                      <a:pt x="30352" y="90011"/>
                    </a:lnTo>
                    <a:cubicBezTo>
                      <a:pt x="30732" y="101060"/>
                      <a:pt x="32255" y="110681"/>
                      <a:pt x="34919" y="118777"/>
                    </a:cubicBezTo>
                    <a:cubicBezTo>
                      <a:pt x="37583" y="126968"/>
                      <a:pt x="41389" y="133731"/>
                      <a:pt x="46241" y="139160"/>
                    </a:cubicBezTo>
                    <a:cubicBezTo>
                      <a:pt x="51094" y="144589"/>
                      <a:pt x="56803" y="148685"/>
                      <a:pt x="63463" y="151448"/>
                    </a:cubicBezTo>
                    <a:cubicBezTo>
                      <a:pt x="70123" y="154210"/>
                      <a:pt x="77544" y="155543"/>
                      <a:pt x="85822" y="155543"/>
                    </a:cubicBezTo>
                    <a:cubicBezTo>
                      <a:pt x="93529" y="155543"/>
                      <a:pt x="100189" y="154686"/>
                      <a:pt x="105708" y="152876"/>
                    </a:cubicBezTo>
                    <a:cubicBezTo>
                      <a:pt x="111226" y="151066"/>
                      <a:pt x="116079" y="149161"/>
                      <a:pt x="120075" y="147066"/>
                    </a:cubicBezTo>
                    <a:cubicBezTo>
                      <a:pt x="124071" y="144971"/>
                      <a:pt x="127496" y="143065"/>
                      <a:pt x="130160" y="141256"/>
                    </a:cubicBezTo>
                    <a:cubicBezTo>
                      <a:pt x="132825" y="139446"/>
                      <a:pt x="135203" y="138589"/>
                      <a:pt x="137106" y="138589"/>
                    </a:cubicBezTo>
                    <a:cubicBezTo>
                      <a:pt x="139580" y="138589"/>
                      <a:pt x="141578" y="139541"/>
                      <a:pt x="143005" y="141541"/>
                    </a:cubicBezTo>
                    <a:lnTo>
                      <a:pt x="151664" y="152781"/>
                    </a:lnTo>
                    <a:close/>
                    <a:moveTo>
                      <a:pt x="126640" y="70961"/>
                    </a:moveTo>
                    <a:cubicBezTo>
                      <a:pt x="126640" y="63817"/>
                      <a:pt x="125594" y="57340"/>
                      <a:pt x="123595" y="51435"/>
                    </a:cubicBezTo>
                    <a:cubicBezTo>
                      <a:pt x="121597" y="45530"/>
                      <a:pt x="118648" y="40386"/>
                      <a:pt x="114842" y="36100"/>
                    </a:cubicBezTo>
                    <a:cubicBezTo>
                      <a:pt x="111036" y="31814"/>
                      <a:pt x="106279" y="28480"/>
                      <a:pt x="100855" y="26098"/>
                    </a:cubicBezTo>
                    <a:cubicBezTo>
                      <a:pt x="95337" y="23717"/>
                      <a:pt x="89057" y="22574"/>
                      <a:pt x="82112" y="22574"/>
                    </a:cubicBezTo>
                    <a:cubicBezTo>
                      <a:pt x="67459" y="22574"/>
                      <a:pt x="55756" y="26860"/>
                      <a:pt x="47193" y="35433"/>
                    </a:cubicBezTo>
                    <a:cubicBezTo>
                      <a:pt x="38629" y="44006"/>
                      <a:pt x="33301" y="55816"/>
                      <a:pt x="31303" y="71057"/>
                    </a:cubicBezTo>
                    <a:lnTo>
                      <a:pt x="126735" y="71057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1A4A2A2A-F526-9E81-C79D-06643D50C1BE}"/>
                  </a:ext>
                </a:extLst>
              </p:cNvPr>
              <p:cNvSpPr/>
              <p:nvPr/>
            </p:nvSpPr>
            <p:spPr>
              <a:xfrm>
                <a:off x="9703903" y="6507321"/>
                <a:ext cx="259274" cy="174974"/>
              </a:xfrm>
              <a:custGeom>
                <a:avLst/>
                <a:gdLst>
                  <a:gd name="connsiteX0" fmla="*/ 259274 w 259274"/>
                  <a:gd name="connsiteY0" fmla="*/ 286 h 174974"/>
                  <a:gd name="connsiteX1" fmla="*/ 202757 w 259274"/>
                  <a:gd name="connsiteY1" fmla="*/ 174974 h 174974"/>
                  <a:gd name="connsiteX2" fmla="*/ 178495 w 259274"/>
                  <a:gd name="connsiteY2" fmla="*/ 174974 h 174974"/>
                  <a:gd name="connsiteX3" fmla="*/ 172311 w 259274"/>
                  <a:gd name="connsiteY3" fmla="*/ 169069 h 174974"/>
                  <a:gd name="connsiteX4" fmla="*/ 133776 w 259274"/>
                  <a:gd name="connsiteY4" fmla="*/ 50578 h 174974"/>
                  <a:gd name="connsiteX5" fmla="*/ 131493 w 259274"/>
                  <a:gd name="connsiteY5" fmla="*/ 42577 h 174974"/>
                  <a:gd name="connsiteX6" fmla="*/ 129780 w 259274"/>
                  <a:gd name="connsiteY6" fmla="*/ 34576 h 174974"/>
                  <a:gd name="connsiteX7" fmla="*/ 128068 w 259274"/>
                  <a:gd name="connsiteY7" fmla="*/ 42577 h 174974"/>
                  <a:gd name="connsiteX8" fmla="*/ 125784 w 259274"/>
                  <a:gd name="connsiteY8" fmla="*/ 50768 h 174974"/>
                  <a:gd name="connsiteX9" fmla="*/ 86488 w 259274"/>
                  <a:gd name="connsiteY9" fmla="*/ 169069 h 174974"/>
                  <a:gd name="connsiteX10" fmla="*/ 79638 w 259274"/>
                  <a:gd name="connsiteY10" fmla="*/ 174974 h 174974"/>
                  <a:gd name="connsiteX11" fmla="*/ 56517 w 259274"/>
                  <a:gd name="connsiteY11" fmla="*/ 174974 h 174974"/>
                  <a:gd name="connsiteX12" fmla="*/ 0 w 259274"/>
                  <a:gd name="connsiteY12" fmla="*/ 286 h 174974"/>
                  <a:gd name="connsiteX13" fmla="*/ 24072 w 259274"/>
                  <a:gd name="connsiteY13" fmla="*/ 286 h 174974"/>
                  <a:gd name="connsiteX14" fmla="*/ 30162 w 259274"/>
                  <a:gd name="connsiteY14" fmla="*/ 2191 h 174974"/>
                  <a:gd name="connsiteX15" fmla="*/ 33492 w 259274"/>
                  <a:gd name="connsiteY15" fmla="*/ 6667 h 174974"/>
                  <a:gd name="connsiteX16" fmla="*/ 66888 w 259274"/>
                  <a:gd name="connsiteY16" fmla="*/ 119062 h 174974"/>
                  <a:gd name="connsiteX17" fmla="*/ 71550 w 259274"/>
                  <a:gd name="connsiteY17" fmla="*/ 142494 h 174974"/>
                  <a:gd name="connsiteX18" fmla="*/ 74690 w 259274"/>
                  <a:gd name="connsiteY18" fmla="*/ 130969 h 174974"/>
                  <a:gd name="connsiteX19" fmla="*/ 78211 w 259274"/>
                  <a:gd name="connsiteY19" fmla="*/ 119062 h 174974"/>
                  <a:gd name="connsiteX20" fmla="*/ 115032 w 259274"/>
                  <a:gd name="connsiteY20" fmla="*/ 6001 h 174974"/>
                  <a:gd name="connsiteX21" fmla="*/ 118077 w 259274"/>
                  <a:gd name="connsiteY21" fmla="*/ 1715 h 174974"/>
                  <a:gd name="connsiteX22" fmla="*/ 123310 w 259274"/>
                  <a:gd name="connsiteY22" fmla="*/ 0 h 174974"/>
                  <a:gd name="connsiteX23" fmla="*/ 136726 w 259274"/>
                  <a:gd name="connsiteY23" fmla="*/ 0 h 174974"/>
                  <a:gd name="connsiteX24" fmla="*/ 142434 w 259274"/>
                  <a:gd name="connsiteY24" fmla="*/ 1715 h 174974"/>
                  <a:gd name="connsiteX25" fmla="*/ 145574 w 259274"/>
                  <a:gd name="connsiteY25" fmla="*/ 6001 h 174974"/>
                  <a:gd name="connsiteX26" fmla="*/ 181540 w 259274"/>
                  <a:gd name="connsiteY26" fmla="*/ 119062 h 174974"/>
                  <a:gd name="connsiteX27" fmla="*/ 184965 w 259274"/>
                  <a:gd name="connsiteY27" fmla="*/ 130969 h 174974"/>
                  <a:gd name="connsiteX28" fmla="*/ 187915 w 259274"/>
                  <a:gd name="connsiteY28" fmla="*/ 142494 h 174974"/>
                  <a:gd name="connsiteX29" fmla="*/ 190103 w 259274"/>
                  <a:gd name="connsiteY29" fmla="*/ 130969 h 174974"/>
                  <a:gd name="connsiteX30" fmla="*/ 192957 w 259274"/>
                  <a:gd name="connsiteY30" fmla="*/ 118967 h 174974"/>
                  <a:gd name="connsiteX31" fmla="*/ 227020 w 259274"/>
                  <a:gd name="connsiteY31" fmla="*/ 6572 h 174974"/>
                  <a:gd name="connsiteX32" fmla="*/ 230255 w 259274"/>
                  <a:gd name="connsiteY32" fmla="*/ 2000 h 174974"/>
                  <a:gd name="connsiteX33" fmla="*/ 235964 w 259274"/>
                  <a:gd name="connsiteY33" fmla="*/ 191 h 174974"/>
                  <a:gd name="connsiteX34" fmla="*/ 259084 w 259274"/>
                  <a:gd name="connsiteY34" fmla="*/ 191 h 1749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259274" h="174974">
                    <a:moveTo>
                      <a:pt x="259274" y="286"/>
                    </a:moveTo>
                    <a:lnTo>
                      <a:pt x="202757" y="174974"/>
                    </a:lnTo>
                    <a:lnTo>
                      <a:pt x="178495" y="174974"/>
                    </a:lnTo>
                    <a:cubicBezTo>
                      <a:pt x="175546" y="174974"/>
                      <a:pt x="173452" y="172974"/>
                      <a:pt x="172311" y="169069"/>
                    </a:cubicBezTo>
                    <a:lnTo>
                      <a:pt x="133776" y="50578"/>
                    </a:lnTo>
                    <a:cubicBezTo>
                      <a:pt x="132825" y="47911"/>
                      <a:pt x="132159" y="45244"/>
                      <a:pt x="131493" y="42577"/>
                    </a:cubicBezTo>
                    <a:cubicBezTo>
                      <a:pt x="130827" y="39910"/>
                      <a:pt x="130351" y="37243"/>
                      <a:pt x="129780" y="34576"/>
                    </a:cubicBezTo>
                    <a:cubicBezTo>
                      <a:pt x="129209" y="37243"/>
                      <a:pt x="128638" y="39910"/>
                      <a:pt x="128068" y="42577"/>
                    </a:cubicBezTo>
                    <a:cubicBezTo>
                      <a:pt x="127496" y="45244"/>
                      <a:pt x="126735" y="48006"/>
                      <a:pt x="125784" y="50768"/>
                    </a:cubicBezTo>
                    <a:lnTo>
                      <a:pt x="86488" y="169069"/>
                    </a:lnTo>
                    <a:cubicBezTo>
                      <a:pt x="85442" y="172974"/>
                      <a:pt x="83158" y="174974"/>
                      <a:pt x="79638" y="174974"/>
                    </a:cubicBezTo>
                    <a:lnTo>
                      <a:pt x="56517" y="174974"/>
                    </a:lnTo>
                    <a:lnTo>
                      <a:pt x="0" y="286"/>
                    </a:lnTo>
                    <a:lnTo>
                      <a:pt x="24072" y="286"/>
                    </a:lnTo>
                    <a:cubicBezTo>
                      <a:pt x="26451" y="286"/>
                      <a:pt x="28544" y="953"/>
                      <a:pt x="30162" y="2191"/>
                    </a:cubicBezTo>
                    <a:cubicBezTo>
                      <a:pt x="31779" y="3429"/>
                      <a:pt x="32921" y="4953"/>
                      <a:pt x="33492" y="6667"/>
                    </a:cubicBezTo>
                    <a:lnTo>
                      <a:pt x="66888" y="119062"/>
                    </a:lnTo>
                    <a:cubicBezTo>
                      <a:pt x="68791" y="127349"/>
                      <a:pt x="70408" y="135160"/>
                      <a:pt x="71550" y="142494"/>
                    </a:cubicBezTo>
                    <a:cubicBezTo>
                      <a:pt x="72597" y="138684"/>
                      <a:pt x="73644" y="134874"/>
                      <a:pt x="74690" y="130969"/>
                    </a:cubicBezTo>
                    <a:cubicBezTo>
                      <a:pt x="75737" y="127063"/>
                      <a:pt x="76974" y="123063"/>
                      <a:pt x="78211" y="119062"/>
                    </a:cubicBezTo>
                    <a:lnTo>
                      <a:pt x="115032" y="6001"/>
                    </a:lnTo>
                    <a:cubicBezTo>
                      <a:pt x="115603" y="4286"/>
                      <a:pt x="116650" y="2857"/>
                      <a:pt x="118077" y="1715"/>
                    </a:cubicBezTo>
                    <a:cubicBezTo>
                      <a:pt x="119504" y="571"/>
                      <a:pt x="121217" y="0"/>
                      <a:pt x="123310" y="0"/>
                    </a:cubicBezTo>
                    <a:lnTo>
                      <a:pt x="136726" y="0"/>
                    </a:lnTo>
                    <a:cubicBezTo>
                      <a:pt x="139009" y="0"/>
                      <a:pt x="140912" y="571"/>
                      <a:pt x="142434" y="1715"/>
                    </a:cubicBezTo>
                    <a:cubicBezTo>
                      <a:pt x="143957" y="2857"/>
                      <a:pt x="145004" y="4286"/>
                      <a:pt x="145574" y="6001"/>
                    </a:cubicBezTo>
                    <a:lnTo>
                      <a:pt x="181540" y="119062"/>
                    </a:lnTo>
                    <a:cubicBezTo>
                      <a:pt x="182777" y="123063"/>
                      <a:pt x="183919" y="127063"/>
                      <a:pt x="184965" y="130969"/>
                    </a:cubicBezTo>
                    <a:cubicBezTo>
                      <a:pt x="186012" y="134874"/>
                      <a:pt x="186963" y="138684"/>
                      <a:pt x="187915" y="142494"/>
                    </a:cubicBezTo>
                    <a:cubicBezTo>
                      <a:pt x="188485" y="138684"/>
                      <a:pt x="189247" y="134874"/>
                      <a:pt x="190103" y="130969"/>
                    </a:cubicBezTo>
                    <a:cubicBezTo>
                      <a:pt x="190959" y="127063"/>
                      <a:pt x="191911" y="123158"/>
                      <a:pt x="192957" y="118967"/>
                    </a:cubicBezTo>
                    <a:lnTo>
                      <a:pt x="227020" y="6572"/>
                    </a:lnTo>
                    <a:cubicBezTo>
                      <a:pt x="227591" y="4763"/>
                      <a:pt x="228637" y="3239"/>
                      <a:pt x="230255" y="2000"/>
                    </a:cubicBezTo>
                    <a:cubicBezTo>
                      <a:pt x="231872" y="857"/>
                      <a:pt x="233775" y="191"/>
                      <a:pt x="235964" y="191"/>
                    </a:cubicBezTo>
                    <a:lnTo>
                      <a:pt x="259084" y="191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CDF96C45-AB61-27E2-2C94-1E3A99F7C048}"/>
                  </a:ext>
                </a:extLst>
              </p:cNvPr>
              <p:cNvSpPr/>
              <p:nvPr/>
            </p:nvSpPr>
            <p:spPr>
              <a:xfrm>
                <a:off x="9977450" y="6504844"/>
                <a:ext cx="166506" cy="179832"/>
              </a:xfrm>
              <a:custGeom>
                <a:avLst/>
                <a:gdLst>
                  <a:gd name="connsiteX0" fmla="*/ 83444 w 166506"/>
                  <a:gd name="connsiteY0" fmla="*/ 0 h 179832"/>
                  <a:gd name="connsiteX1" fmla="*/ 117887 w 166506"/>
                  <a:gd name="connsiteY1" fmla="*/ 6382 h 179832"/>
                  <a:gd name="connsiteX2" fmla="*/ 144052 w 166506"/>
                  <a:gd name="connsiteY2" fmla="*/ 24479 h 179832"/>
                  <a:gd name="connsiteX3" fmla="*/ 160703 w 166506"/>
                  <a:gd name="connsiteY3" fmla="*/ 52864 h 179832"/>
                  <a:gd name="connsiteX4" fmla="*/ 166507 w 166506"/>
                  <a:gd name="connsiteY4" fmla="*/ 90011 h 179832"/>
                  <a:gd name="connsiteX5" fmla="*/ 160703 w 166506"/>
                  <a:gd name="connsiteY5" fmla="*/ 127254 h 179832"/>
                  <a:gd name="connsiteX6" fmla="*/ 144052 w 166506"/>
                  <a:gd name="connsiteY6" fmla="*/ 155543 h 179832"/>
                  <a:gd name="connsiteX7" fmla="*/ 117887 w 166506"/>
                  <a:gd name="connsiteY7" fmla="*/ 173546 h 179832"/>
                  <a:gd name="connsiteX8" fmla="*/ 83444 w 166506"/>
                  <a:gd name="connsiteY8" fmla="*/ 179832 h 179832"/>
                  <a:gd name="connsiteX9" fmla="*/ 48715 w 166506"/>
                  <a:gd name="connsiteY9" fmla="*/ 173546 h 179832"/>
                  <a:gd name="connsiteX10" fmla="*/ 22455 w 166506"/>
                  <a:gd name="connsiteY10" fmla="*/ 155543 h 179832"/>
                  <a:gd name="connsiteX11" fmla="*/ 5804 w 166506"/>
                  <a:gd name="connsiteY11" fmla="*/ 127254 h 179832"/>
                  <a:gd name="connsiteX12" fmla="*/ 0 w 166506"/>
                  <a:gd name="connsiteY12" fmla="*/ 90011 h 179832"/>
                  <a:gd name="connsiteX13" fmla="*/ 5804 w 166506"/>
                  <a:gd name="connsiteY13" fmla="*/ 52864 h 179832"/>
                  <a:gd name="connsiteX14" fmla="*/ 22455 w 166506"/>
                  <a:gd name="connsiteY14" fmla="*/ 24479 h 179832"/>
                  <a:gd name="connsiteX15" fmla="*/ 48715 w 166506"/>
                  <a:gd name="connsiteY15" fmla="*/ 6382 h 179832"/>
                  <a:gd name="connsiteX16" fmla="*/ 83444 w 166506"/>
                  <a:gd name="connsiteY16" fmla="*/ 0 h 179832"/>
                  <a:gd name="connsiteX17" fmla="*/ 83444 w 166506"/>
                  <a:gd name="connsiteY17" fmla="*/ 155829 h 179832"/>
                  <a:gd name="connsiteX18" fmla="*/ 121978 w 166506"/>
                  <a:gd name="connsiteY18" fmla="*/ 138494 h 179832"/>
                  <a:gd name="connsiteX19" fmla="*/ 134728 w 166506"/>
                  <a:gd name="connsiteY19" fmla="*/ 90106 h 179832"/>
                  <a:gd name="connsiteX20" fmla="*/ 121978 w 166506"/>
                  <a:gd name="connsiteY20" fmla="*/ 41434 h 179832"/>
                  <a:gd name="connsiteX21" fmla="*/ 83444 w 166506"/>
                  <a:gd name="connsiteY21" fmla="*/ 24003 h 179832"/>
                  <a:gd name="connsiteX22" fmla="*/ 60608 w 166506"/>
                  <a:gd name="connsiteY22" fmla="*/ 28480 h 179832"/>
                  <a:gd name="connsiteX23" fmla="*/ 44434 w 166506"/>
                  <a:gd name="connsiteY23" fmla="*/ 41434 h 179832"/>
                  <a:gd name="connsiteX24" fmla="*/ 34824 w 166506"/>
                  <a:gd name="connsiteY24" fmla="*/ 62198 h 179832"/>
                  <a:gd name="connsiteX25" fmla="*/ 31684 w 166506"/>
                  <a:gd name="connsiteY25" fmla="*/ 90011 h 179832"/>
                  <a:gd name="connsiteX26" fmla="*/ 44529 w 166506"/>
                  <a:gd name="connsiteY26" fmla="*/ 138398 h 179832"/>
                  <a:gd name="connsiteX27" fmla="*/ 83539 w 166506"/>
                  <a:gd name="connsiteY27" fmla="*/ 155734 h 1798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166506" h="179832">
                    <a:moveTo>
                      <a:pt x="83444" y="0"/>
                    </a:moveTo>
                    <a:cubicBezTo>
                      <a:pt x="96193" y="0"/>
                      <a:pt x="107706" y="2095"/>
                      <a:pt x="117887" y="6382"/>
                    </a:cubicBezTo>
                    <a:cubicBezTo>
                      <a:pt x="128068" y="10668"/>
                      <a:pt x="136821" y="16669"/>
                      <a:pt x="144052" y="24479"/>
                    </a:cubicBezTo>
                    <a:cubicBezTo>
                      <a:pt x="151283" y="32290"/>
                      <a:pt x="156802" y="41719"/>
                      <a:pt x="160703" y="52864"/>
                    </a:cubicBezTo>
                    <a:cubicBezTo>
                      <a:pt x="164604" y="64008"/>
                      <a:pt x="166507" y="76295"/>
                      <a:pt x="166507" y="90011"/>
                    </a:cubicBezTo>
                    <a:cubicBezTo>
                      <a:pt x="166507" y="103727"/>
                      <a:pt x="164604" y="116205"/>
                      <a:pt x="160703" y="127254"/>
                    </a:cubicBezTo>
                    <a:cubicBezTo>
                      <a:pt x="156802" y="138303"/>
                      <a:pt x="151283" y="147733"/>
                      <a:pt x="144052" y="155543"/>
                    </a:cubicBezTo>
                    <a:cubicBezTo>
                      <a:pt x="136821" y="163354"/>
                      <a:pt x="128068" y="169354"/>
                      <a:pt x="117887" y="173546"/>
                    </a:cubicBezTo>
                    <a:cubicBezTo>
                      <a:pt x="107706" y="177737"/>
                      <a:pt x="96193" y="179832"/>
                      <a:pt x="83444" y="179832"/>
                    </a:cubicBezTo>
                    <a:cubicBezTo>
                      <a:pt x="70694" y="179832"/>
                      <a:pt x="58991" y="177737"/>
                      <a:pt x="48715" y="173546"/>
                    </a:cubicBezTo>
                    <a:cubicBezTo>
                      <a:pt x="38439" y="169354"/>
                      <a:pt x="29686" y="163354"/>
                      <a:pt x="22455" y="155543"/>
                    </a:cubicBezTo>
                    <a:cubicBezTo>
                      <a:pt x="15224" y="147733"/>
                      <a:pt x="9705" y="138303"/>
                      <a:pt x="5804" y="127254"/>
                    </a:cubicBezTo>
                    <a:cubicBezTo>
                      <a:pt x="1903" y="116205"/>
                      <a:pt x="0" y="103823"/>
                      <a:pt x="0" y="90011"/>
                    </a:cubicBezTo>
                    <a:cubicBezTo>
                      <a:pt x="0" y="76200"/>
                      <a:pt x="1903" y="63913"/>
                      <a:pt x="5804" y="52864"/>
                    </a:cubicBezTo>
                    <a:cubicBezTo>
                      <a:pt x="9705" y="41815"/>
                      <a:pt x="15224" y="32290"/>
                      <a:pt x="22455" y="24479"/>
                    </a:cubicBezTo>
                    <a:cubicBezTo>
                      <a:pt x="29686" y="16669"/>
                      <a:pt x="38439" y="10573"/>
                      <a:pt x="48715" y="6382"/>
                    </a:cubicBezTo>
                    <a:cubicBezTo>
                      <a:pt x="58991" y="2095"/>
                      <a:pt x="70599" y="0"/>
                      <a:pt x="83444" y="0"/>
                    </a:cubicBezTo>
                    <a:close/>
                    <a:moveTo>
                      <a:pt x="83444" y="155829"/>
                    </a:moveTo>
                    <a:cubicBezTo>
                      <a:pt x="100665" y="155829"/>
                      <a:pt x="113510" y="150019"/>
                      <a:pt x="121978" y="138494"/>
                    </a:cubicBezTo>
                    <a:cubicBezTo>
                      <a:pt x="130446" y="126968"/>
                      <a:pt x="134728" y="110871"/>
                      <a:pt x="134728" y="90106"/>
                    </a:cubicBezTo>
                    <a:cubicBezTo>
                      <a:pt x="134728" y="69342"/>
                      <a:pt x="130446" y="53054"/>
                      <a:pt x="121978" y="41434"/>
                    </a:cubicBezTo>
                    <a:cubicBezTo>
                      <a:pt x="113510" y="29813"/>
                      <a:pt x="100665" y="24003"/>
                      <a:pt x="83444" y="24003"/>
                    </a:cubicBezTo>
                    <a:cubicBezTo>
                      <a:pt x="74690" y="24003"/>
                      <a:pt x="67079" y="25527"/>
                      <a:pt x="60608" y="28480"/>
                    </a:cubicBezTo>
                    <a:cubicBezTo>
                      <a:pt x="54138" y="31432"/>
                      <a:pt x="48715" y="35814"/>
                      <a:pt x="44434" y="41434"/>
                    </a:cubicBezTo>
                    <a:cubicBezTo>
                      <a:pt x="40152" y="47053"/>
                      <a:pt x="36917" y="54007"/>
                      <a:pt x="34824" y="62198"/>
                    </a:cubicBezTo>
                    <a:cubicBezTo>
                      <a:pt x="32730" y="70390"/>
                      <a:pt x="31684" y="79724"/>
                      <a:pt x="31684" y="90011"/>
                    </a:cubicBezTo>
                    <a:cubicBezTo>
                      <a:pt x="31684" y="110680"/>
                      <a:pt x="35965" y="126778"/>
                      <a:pt x="44529" y="138398"/>
                    </a:cubicBezTo>
                    <a:cubicBezTo>
                      <a:pt x="53092" y="149924"/>
                      <a:pt x="66127" y="155734"/>
                      <a:pt x="83539" y="155734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34BEFC6F-15B1-6059-F528-E63859541D68}"/>
                  </a:ext>
                </a:extLst>
              </p:cNvPr>
              <p:cNvSpPr/>
              <p:nvPr/>
            </p:nvSpPr>
            <p:spPr>
              <a:xfrm>
                <a:off x="10179161" y="6504558"/>
                <a:ext cx="98476" cy="177641"/>
              </a:xfrm>
              <a:custGeom>
                <a:avLst/>
                <a:gdLst>
                  <a:gd name="connsiteX0" fmla="*/ 29115 w 98476"/>
                  <a:gd name="connsiteY0" fmla="*/ 38100 h 177641"/>
                  <a:gd name="connsiteX1" fmla="*/ 49476 w 98476"/>
                  <a:gd name="connsiteY1" fmla="*/ 10097 h 177641"/>
                  <a:gd name="connsiteX2" fmla="*/ 78877 w 98476"/>
                  <a:gd name="connsiteY2" fmla="*/ 0 h 177641"/>
                  <a:gd name="connsiteX3" fmla="*/ 89438 w 98476"/>
                  <a:gd name="connsiteY3" fmla="*/ 1238 h 177641"/>
                  <a:gd name="connsiteX4" fmla="*/ 98477 w 98476"/>
                  <a:gd name="connsiteY4" fmla="*/ 5048 h 177641"/>
                  <a:gd name="connsiteX5" fmla="*/ 96193 w 98476"/>
                  <a:gd name="connsiteY5" fmla="*/ 28004 h 177641"/>
                  <a:gd name="connsiteX6" fmla="*/ 91055 w 98476"/>
                  <a:gd name="connsiteY6" fmla="*/ 32290 h 177641"/>
                  <a:gd name="connsiteX7" fmla="*/ 84014 w 98476"/>
                  <a:gd name="connsiteY7" fmla="*/ 31242 h 177641"/>
                  <a:gd name="connsiteX8" fmla="*/ 73548 w 98476"/>
                  <a:gd name="connsiteY8" fmla="*/ 30194 h 177641"/>
                  <a:gd name="connsiteX9" fmla="*/ 58801 w 98476"/>
                  <a:gd name="connsiteY9" fmla="*/ 32576 h 177641"/>
                  <a:gd name="connsiteX10" fmla="*/ 47288 w 98476"/>
                  <a:gd name="connsiteY10" fmla="*/ 39719 h 177641"/>
                  <a:gd name="connsiteX11" fmla="*/ 38154 w 98476"/>
                  <a:gd name="connsiteY11" fmla="*/ 51435 h 177641"/>
                  <a:gd name="connsiteX12" fmla="*/ 30827 w 98476"/>
                  <a:gd name="connsiteY12" fmla="*/ 67342 h 177641"/>
                  <a:gd name="connsiteX13" fmla="*/ 30827 w 98476"/>
                  <a:gd name="connsiteY13" fmla="*/ 177641 h 177641"/>
                  <a:gd name="connsiteX14" fmla="*/ 0 w 98476"/>
                  <a:gd name="connsiteY14" fmla="*/ 177641 h 177641"/>
                  <a:gd name="connsiteX15" fmla="*/ 0 w 98476"/>
                  <a:gd name="connsiteY15" fmla="*/ 2953 h 177641"/>
                  <a:gd name="connsiteX16" fmla="*/ 17602 w 98476"/>
                  <a:gd name="connsiteY16" fmla="*/ 2953 h 177641"/>
                  <a:gd name="connsiteX17" fmla="*/ 24453 w 98476"/>
                  <a:gd name="connsiteY17" fmla="*/ 4858 h 177641"/>
                  <a:gd name="connsiteX18" fmla="*/ 27022 w 98476"/>
                  <a:gd name="connsiteY18" fmla="*/ 11430 h 177641"/>
                  <a:gd name="connsiteX19" fmla="*/ 29115 w 98476"/>
                  <a:gd name="connsiteY19" fmla="*/ 38005 h 177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98476" h="177641">
                    <a:moveTo>
                      <a:pt x="29115" y="38100"/>
                    </a:moveTo>
                    <a:cubicBezTo>
                      <a:pt x="34633" y="26194"/>
                      <a:pt x="41389" y="16859"/>
                      <a:pt x="49476" y="10097"/>
                    </a:cubicBezTo>
                    <a:cubicBezTo>
                      <a:pt x="57469" y="3334"/>
                      <a:pt x="67364" y="0"/>
                      <a:pt x="78877" y="0"/>
                    </a:cubicBezTo>
                    <a:cubicBezTo>
                      <a:pt x="82587" y="0"/>
                      <a:pt x="86108" y="381"/>
                      <a:pt x="89438" y="1238"/>
                    </a:cubicBezTo>
                    <a:cubicBezTo>
                      <a:pt x="92863" y="2000"/>
                      <a:pt x="95813" y="3334"/>
                      <a:pt x="98477" y="5048"/>
                    </a:cubicBezTo>
                    <a:lnTo>
                      <a:pt x="96193" y="28004"/>
                    </a:lnTo>
                    <a:cubicBezTo>
                      <a:pt x="95527" y="30861"/>
                      <a:pt x="93814" y="32290"/>
                      <a:pt x="91055" y="32290"/>
                    </a:cubicBezTo>
                    <a:cubicBezTo>
                      <a:pt x="89438" y="32290"/>
                      <a:pt x="87059" y="31909"/>
                      <a:pt x="84014" y="31242"/>
                    </a:cubicBezTo>
                    <a:cubicBezTo>
                      <a:pt x="80875" y="30575"/>
                      <a:pt x="77449" y="30194"/>
                      <a:pt x="73548" y="30194"/>
                    </a:cubicBezTo>
                    <a:cubicBezTo>
                      <a:pt x="68030" y="30194"/>
                      <a:pt x="63082" y="30956"/>
                      <a:pt x="58801" y="32576"/>
                    </a:cubicBezTo>
                    <a:cubicBezTo>
                      <a:pt x="54519" y="34195"/>
                      <a:pt x="50618" y="36576"/>
                      <a:pt x="47288" y="39719"/>
                    </a:cubicBezTo>
                    <a:cubicBezTo>
                      <a:pt x="43862" y="42863"/>
                      <a:pt x="40818" y="46768"/>
                      <a:pt x="38154" y="51435"/>
                    </a:cubicBezTo>
                    <a:cubicBezTo>
                      <a:pt x="35490" y="56102"/>
                      <a:pt x="33016" y="61436"/>
                      <a:pt x="30827" y="67342"/>
                    </a:cubicBezTo>
                    <a:lnTo>
                      <a:pt x="30827" y="177641"/>
                    </a:lnTo>
                    <a:lnTo>
                      <a:pt x="0" y="177641"/>
                    </a:lnTo>
                    <a:lnTo>
                      <a:pt x="0" y="2953"/>
                    </a:lnTo>
                    <a:lnTo>
                      <a:pt x="17602" y="2953"/>
                    </a:lnTo>
                    <a:cubicBezTo>
                      <a:pt x="20932" y="2953"/>
                      <a:pt x="23216" y="3620"/>
                      <a:pt x="24453" y="4858"/>
                    </a:cubicBezTo>
                    <a:cubicBezTo>
                      <a:pt x="25689" y="6096"/>
                      <a:pt x="26546" y="8287"/>
                      <a:pt x="27022" y="11430"/>
                    </a:cubicBezTo>
                    <a:lnTo>
                      <a:pt x="29115" y="38005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" name="Freeform 20">
                <a:extLst>
                  <a:ext uri="{FF2B5EF4-FFF2-40B4-BE49-F238E27FC236}">
                    <a16:creationId xmlns:a16="http://schemas.microsoft.com/office/drawing/2014/main" id="{DEB07457-80A2-66AD-7A62-7E2B50C4A58D}"/>
                  </a:ext>
                </a:extLst>
              </p:cNvPr>
              <p:cNvSpPr/>
              <p:nvPr/>
            </p:nvSpPr>
            <p:spPr>
              <a:xfrm>
                <a:off x="10302185" y="6428358"/>
                <a:ext cx="30637" cy="253936"/>
              </a:xfrm>
              <a:custGeom>
                <a:avLst/>
                <a:gdLst>
                  <a:gd name="connsiteX0" fmla="*/ 30637 w 30637"/>
                  <a:gd name="connsiteY0" fmla="*/ 0 h 253936"/>
                  <a:gd name="connsiteX1" fmla="*/ 30637 w 30637"/>
                  <a:gd name="connsiteY1" fmla="*/ 253937 h 253936"/>
                  <a:gd name="connsiteX2" fmla="*/ 0 w 30637"/>
                  <a:gd name="connsiteY2" fmla="*/ 253937 h 253936"/>
                  <a:gd name="connsiteX3" fmla="*/ 0 w 30637"/>
                  <a:gd name="connsiteY3" fmla="*/ 0 h 253936"/>
                  <a:gd name="connsiteX4" fmla="*/ 30637 w 30637"/>
                  <a:gd name="connsiteY4" fmla="*/ 0 h 2539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0637" h="253936">
                    <a:moveTo>
                      <a:pt x="30637" y="0"/>
                    </a:moveTo>
                    <a:lnTo>
                      <a:pt x="30637" y="253937"/>
                    </a:lnTo>
                    <a:lnTo>
                      <a:pt x="0" y="253937"/>
                    </a:lnTo>
                    <a:lnTo>
                      <a:pt x="0" y="0"/>
                    </a:lnTo>
                    <a:lnTo>
                      <a:pt x="30637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" name="Freeform 21">
                <a:extLst>
                  <a:ext uri="{FF2B5EF4-FFF2-40B4-BE49-F238E27FC236}">
                    <a16:creationId xmlns:a16="http://schemas.microsoft.com/office/drawing/2014/main" id="{F247F173-BC9A-8FEA-74F3-E9DC67A67FB7}"/>
                  </a:ext>
                </a:extLst>
              </p:cNvPr>
              <p:cNvSpPr/>
              <p:nvPr/>
            </p:nvSpPr>
            <p:spPr>
              <a:xfrm>
                <a:off x="10369454" y="6428358"/>
                <a:ext cx="153756" cy="256317"/>
              </a:xfrm>
              <a:custGeom>
                <a:avLst/>
                <a:gdLst>
                  <a:gd name="connsiteX0" fmla="*/ 153757 w 153756"/>
                  <a:gd name="connsiteY0" fmla="*/ 0 h 256317"/>
                  <a:gd name="connsiteX1" fmla="*/ 153757 w 153756"/>
                  <a:gd name="connsiteY1" fmla="*/ 253937 h 256317"/>
                  <a:gd name="connsiteX2" fmla="*/ 135489 w 153756"/>
                  <a:gd name="connsiteY2" fmla="*/ 253937 h 256317"/>
                  <a:gd name="connsiteX3" fmla="*/ 127211 w 153756"/>
                  <a:gd name="connsiteY3" fmla="*/ 247555 h 256317"/>
                  <a:gd name="connsiteX4" fmla="*/ 124452 w 153756"/>
                  <a:gd name="connsiteY4" fmla="*/ 226314 h 256317"/>
                  <a:gd name="connsiteX5" fmla="*/ 98952 w 153756"/>
                  <a:gd name="connsiteY5" fmla="*/ 248031 h 256317"/>
                  <a:gd name="connsiteX6" fmla="*/ 65937 w 153756"/>
                  <a:gd name="connsiteY6" fmla="*/ 256318 h 256317"/>
                  <a:gd name="connsiteX7" fmla="*/ 38725 w 153756"/>
                  <a:gd name="connsiteY7" fmla="*/ 250508 h 256317"/>
                  <a:gd name="connsiteX8" fmla="*/ 17888 w 153756"/>
                  <a:gd name="connsiteY8" fmla="*/ 233553 h 256317"/>
                  <a:gd name="connsiteX9" fmla="*/ 4662 w 153756"/>
                  <a:gd name="connsiteY9" fmla="*/ 205645 h 256317"/>
                  <a:gd name="connsiteX10" fmla="*/ 0 w 153756"/>
                  <a:gd name="connsiteY10" fmla="*/ 167164 h 256317"/>
                  <a:gd name="connsiteX11" fmla="*/ 5138 w 153756"/>
                  <a:gd name="connsiteY11" fmla="*/ 131255 h 256317"/>
                  <a:gd name="connsiteX12" fmla="*/ 19981 w 153756"/>
                  <a:gd name="connsiteY12" fmla="*/ 102394 h 256317"/>
                  <a:gd name="connsiteX13" fmla="*/ 43672 w 153756"/>
                  <a:gd name="connsiteY13" fmla="*/ 83153 h 256317"/>
                  <a:gd name="connsiteX14" fmla="*/ 75261 w 153756"/>
                  <a:gd name="connsiteY14" fmla="*/ 76200 h 256317"/>
                  <a:gd name="connsiteX15" fmla="*/ 102758 w 153756"/>
                  <a:gd name="connsiteY15" fmla="*/ 81629 h 256317"/>
                  <a:gd name="connsiteX16" fmla="*/ 123120 w 153756"/>
                  <a:gd name="connsiteY16" fmla="*/ 96679 h 256317"/>
                  <a:gd name="connsiteX17" fmla="*/ 123120 w 153756"/>
                  <a:gd name="connsiteY17" fmla="*/ 0 h 256317"/>
                  <a:gd name="connsiteX18" fmla="*/ 153757 w 153756"/>
                  <a:gd name="connsiteY18" fmla="*/ 0 h 256317"/>
                  <a:gd name="connsiteX19" fmla="*/ 123120 w 153756"/>
                  <a:gd name="connsiteY19" fmla="*/ 120872 h 256317"/>
                  <a:gd name="connsiteX20" fmla="*/ 104471 w 153756"/>
                  <a:gd name="connsiteY20" fmla="*/ 104775 h 256317"/>
                  <a:gd name="connsiteX21" fmla="*/ 82112 w 153756"/>
                  <a:gd name="connsiteY21" fmla="*/ 100203 h 256317"/>
                  <a:gd name="connsiteX22" fmla="*/ 44719 w 153756"/>
                  <a:gd name="connsiteY22" fmla="*/ 117634 h 256317"/>
                  <a:gd name="connsiteX23" fmla="*/ 31589 w 153756"/>
                  <a:gd name="connsiteY23" fmla="*/ 167259 h 256317"/>
                  <a:gd name="connsiteX24" fmla="*/ 34538 w 153756"/>
                  <a:gd name="connsiteY24" fmla="*/ 196501 h 256317"/>
                  <a:gd name="connsiteX25" fmla="*/ 43197 w 153756"/>
                  <a:gd name="connsiteY25" fmla="*/ 216503 h 256317"/>
                  <a:gd name="connsiteX26" fmla="*/ 57183 w 153756"/>
                  <a:gd name="connsiteY26" fmla="*/ 227933 h 256317"/>
                  <a:gd name="connsiteX27" fmla="*/ 75927 w 153756"/>
                  <a:gd name="connsiteY27" fmla="*/ 231553 h 256317"/>
                  <a:gd name="connsiteX28" fmla="*/ 102378 w 153756"/>
                  <a:gd name="connsiteY28" fmla="*/ 224695 h 256317"/>
                  <a:gd name="connsiteX29" fmla="*/ 123120 w 153756"/>
                  <a:gd name="connsiteY29" fmla="*/ 205264 h 256317"/>
                  <a:gd name="connsiteX30" fmla="*/ 123120 w 153756"/>
                  <a:gd name="connsiteY30" fmla="*/ 120967 h 2563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153756" h="256317">
                    <a:moveTo>
                      <a:pt x="153757" y="0"/>
                    </a:moveTo>
                    <a:lnTo>
                      <a:pt x="153757" y="253937"/>
                    </a:lnTo>
                    <a:lnTo>
                      <a:pt x="135489" y="253937"/>
                    </a:lnTo>
                    <a:cubicBezTo>
                      <a:pt x="131112" y="253937"/>
                      <a:pt x="128353" y="251841"/>
                      <a:pt x="127211" y="247555"/>
                    </a:cubicBezTo>
                    <a:lnTo>
                      <a:pt x="124452" y="226314"/>
                    </a:lnTo>
                    <a:cubicBezTo>
                      <a:pt x="117030" y="235267"/>
                      <a:pt x="108467" y="242507"/>
                      <a:pt x="98952" y="248031"/>
                    </a:cubicBezTo>
                    <a:cubicBezTo>
                      <a:pt x="89438" y="253556"/>
                      <a:pt x="78401" y="256318"/>
                      <a:pt x="65937" y="256318"/>
                    </a:cubicBezTo>
                    <a:cubicBezTo>
                      <a:pt x="55946" y="256318"/>
                      <a:pt x="46907" y="254413"/>
                      <a:pt x="38725" y="250508"/>
                    </a:cubicBezTo>
                    <a:cubicBezTo>
                      <a:pt x="30542" y="246602"/>
                      <a:pt x="23596" y="240983"/>
                      <a:pt x="17888" y="233553"/>
                    </a:cubicBezTo>
                    <a:cubicBezTo>
                      <a:pt x="12179" y="226124"/>
                      <a:pt x="7707" y="216789"/>
                      <a:pt x="4662" y="205645"/>
                    </a:cubicBezTo>
                    <a:cubicBezTo>
                      <a:pt x="1522" y="194501"/>
                      <a:pt x="0" y="181642"/>
                      <a:pt x="0" y="167164"/>
                    </a:cubicBezTo>
                    <a:cubicBezTo>
                      <a:pt x="0" y="154305"/>
                      <a:pt x="1713" y="142304"/>
                      <a:pt x="5138" y="131255"/>
                    </a:cubicBezTo>
                    <a:cubicBezTo>
                      <a:pt x="8563" y="120206"/>
                      <a:pt x="13511" y="110585"/>
                      <a:pt x="19981" y="102394"/>
                    </a:cubicBezTo>
                    <a:cubicBezTo>
                      <a:pt x="26451" y="94202"/>
                      <a:pt x="34253" y="87821"/>
                      <a:pt x="43672" y="83153"/>
                    </a:cubicBezTo>
                    <a:cubicBezTo>
                      <a:pt x="52997" y="78486"/>
                      <a:pt x="63558" y="76200"/>
                      <a:pt x="75261" y="76200"/>
                    </a:cubicBezTo>
                    <a:cubicBezTo>
                      <a:pt x="85917" y="76200"/>
                      <a:pt x="95051" y="78010"/>
                      <a:pt x="102758" y="81629"/>
                    </a:cubicBezTo>
                    <a:cubicBezTo>
                      <a:pt x="110370" y="85249"/>
                      <a:pt x="117221" y="90297"/>
                      <a:pt x="123120" y="96679"/>
                    </a:cubicBezTo>
                    <a:lnTo>
                      <a:pt x="123120" y="0"/>
                    </a:lnTo>
                    <a:lnTo>
                      <a:pt x="153757" y="0"/>
                    </a:lnTo>
                    <a:close/>
                    <a:moveTo>
                      <a:pt x="123120" y="120872"/>
                    </a:moveTo>
                    <a:cubicBezTo>
                      <a:pt x="117411" y="113157"/>
                      <a:pt x="111226" y="107823"/>
                      <a:pt x="104471" y="104775"/>
                    </a:cubicBezTo>
                    <a:cubicBezTo>
                      <a:pt x="97811" y="101727"/>
                      <a:pt x="90389" y="100203"/>
                      <a:pt x="82112" y="100203"/>
                    </a:cubicBezTo>
                    <a:cubicBezTo>
                      <a:pt x="65937" y="100203"/>
                      <a:pt x="53472" y="106013"/>
                      <a:pt x="44719" y="117634"/>
                    </a:cubicBezTo>
                    <a:cubicBezTo>
                      <a:pt x="35965" y="129254"/>
                      <a:pt x="31589" y="145828"/>
                      <a:pt x="31589" y="167259"/>
                    </a:cubicBezTo>
                    <a:cubicBezTo>
                      <a:pt x="31589" y="178689"/>
                      <a:pt x="32540" y="188405"/>
                      <a:pt x="34538" y="196501"/>
                    </a:cubicBezTo>
                    <a:cubicBezTo>
                      <a:pt x="36536" y="204597"/>
                      <a:pt x="39391" y="211265"/>
                      <a:pt x="43197" y="216503"/>
                    </a:cubicBezTo>
                    <a:cubicBezTo>
                      <a:pt x="47002" y="221742"/>
                      <a:pt x="51665" y="225552"/>
                      <a:pt x="57183" y="227933"/>
                    </a:cubicBezTo>
                    <a:cubicBezTo>
                      <a:pt x="62702" y="230315"/>
                      <a:pt x="68981" y="231553"/>
                      <a:pt x="75927" y="231553"/>
                    </a:cubicBezTo>
                    <a:cubicBezTo>
                      <a:pt x="86013" y="231553"/>
                      <a:pt x="94861" y="229267"/>
                      <a:pt x="102378" y="224695"/>
                    </a:cubicBezTo>
                    <a:cubicBezTo>
                      <a:pt x="109894" y="220123"/>
                      <a:pt x="116840" y="213646"/>
                      <a:pt x="123120" y="205264"/>
                    </a:cubicBezTo>
                    <a:lnTo>
                      <a:pt x="123120" y="120967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" name="Freeform 22">
                <a:extLst>
                  <a:ext uri="{FF2B5EF4-FFF2-40B4-BE49-F238E27FC236}">
                    <a16:creationId xmlns:a16="http://schemas.microsoft.com/office/drawing/2014/main" id="{1F18368F-E1D8-5452-1821-9EB40CEE279D}"/>
                  </a:ext>
                </a:extLst>
              </p:cNvPr>
              <p:cNvSpPr/>
              <p:nvPr/>
            </p:nvSpPr>
            <p:spPr>
              <a:xfrm>
                <a:off x="10562022" y="6418643"/>
                <a:ext cx="38733" cy="99917"/>
              </a:xfrm>
              <a:custGeom>
                <a:avLst/>
                <a:gdLst>
                  <a:gd name="connsiteX0" fmla="*/ 27505 w 38733"/>
                  <a:gd name="connsiteY0" fmla="*/ 0 h 99917"/>
                  <a:gd name="connsiteX1" fmla="*/ 37305 w 38733"/>
                  <a:gd name="connsiteY1" fmla="*/ 25813 h 99917"/>
                  <a:gd name="connsiteX2" fmla="*/ 37781 w 38733"/>
                  <a:gd name="connsiteY2" fmla="*/ 52673 h 99917"/>
                  <a:gd name="connsiteX3" fmla="*/ 29123 w 38733"/>
                  <a:gd name="connsiteY3" fmla="*/ 78200 h 99917"/>
                  <a:gd name="connsiteX4" fmla="*/ 11711 w 38733"/>
                  <a:gd name="connsiteY4" fmla="*/ 99917 h 99917"/>
                  <a:gd name="connsiteX5" fmla="*/ 2387 w 38733"/>
                  <a:gd name="connsiteY5" fmla="*/ 93916 h 99917"/>
                  <a:gd name="connsiteX6" fmla="*/ 8 w 38733"/>
                  <a:gd name="connsiteY6" fmla="*/ 89821 h 99917"/>
                  <a:gd name="connsiteX7" fmla="*/ 1626 w 38733"/>
                  <a:gd name="connsiteY7" fmla="*/ 85725 h 99917"/>
                  <a:gd name="connsiteX8" fmla="*/ 9332 w 38733"/>
                  <a:gd name="connsiteY8" fmla="*/ 72390 h 99917"/>
                  <a:gd name="connsiteX9" fmla="*/ 13424 w 38733"/>
                  <a:gd name="connsiteY9" fmla="*/ 55531 h 99917"/>
                  <a:gd name="connsiteX10" fmla="*/ 12567 w 38733"/>
                  <a:gd name="connsiteY10" fmla="*/ 36862 h 99917"/>
                  <a:gd name="connsiteX11" fmla="*/ 5431 w 38733"/>
                  <a:gd name="connsiteY11" fmla="*/ 18288 h 99917"/>
                  <a:gd name="connsiteX12" fmla="*/ 4099 w 38733"/>
                  <a:gd name="connsiteY12" fmla="*/ 11811 h 99917"/>
                  <a:gd name="connsiteX13" fmla="*/ 8286 w 38733"/>
                  <a:gd name="connsiteY13" fmla="*/ 7620 h 99917"/>
                  <a:gd name="connsiteX14" fmla="*/ 27220 w 38733"/>
                  <a:gd name="connsiteY14" fmla="*/ 0 h 999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8733" h="99917">
                    <a:moveTo>
                      <a:pt x="27505" y="0"/>
                    </a:moveTo>
                    <a:cubicBezTo>
                      <a:pt x="32358" y="8191"/>
                      <a:pt x="35593" y="16764"/>
                      <a:pt x="37305" y="25813"/>
                    </a:cubicBezTo>
                    <a:cubicBezTo>
                      <a:pt x="39018" y="34862"/>
                      <a:pt x="39208" y="43815"/>
                      <a:pt x="37781" y="52673"/>
                    </a:cubicBezTo>
                    <a:cubicBezTo>
                      <a:pt x="36354" y="61531"/>
                      <a:pt x="33500" y="70009"/>
                      <a:pt x="29123" y="78200"/>
                    </a:cubicBezTo>
                    <a:cubicBezTo>
                      <a:pt x="24746" y="86392"/>
                      <a:pt x="18942" y="93631"/>
                      <a:pt x="11711" y="99917"/>
                    </a:cubicBezTo>
                    <a:lnTo>
                      <a:pt x="2387" y="93916"/>
                    </a:lnTo>
                    <a:cubicBezTo>
                      <a:pt x="674" y="92869"/>
                      <a:pt x="-87" y="91535"/>
                      <a:pt x="8" y="89821"/>
                    </a:cubicBezTo>
                    <a:cubicBezTo>
                      <a:pt x="198" y="88201"/>
                      <a:pt x="769" y="86773"/>
                      <a:pt x="1626" y="85725"/>
                    </a:cubicBezTo>
                    <a:cubicBezTo>
                      <a:pt x="4575" y="82105"/>
                      <a:pt x="7144" y="77629"/>
                      <a:pt x="9332" y="72390"/>
                    </a:cubicBezTo>
                    <a:cubicBezTo>
                      <a:pt x="11521" y="67151"/>
                      <a:pt x="12853" y="61531"/>
                      <a:pt x="13424" y="55531"/>
                    </a:cubicBezTo>
                    <a:cubicBezTo>
                      <a:pt x="13994" y="49530"/>
                      <a:pt x="13804" y="43243"/>
                      <a:pt x="12567" y="36862"/>
                    </a:cubicBezTo>
                    <a:cubicBezTo>
                      <a:pt x="11330" y="30385"/>
                      <a:pt x="8952" y="24193"/>
                      <a:pt x="5431" y="18288"/>
                    </a:cubicBezTo>
                    <a:cubicBezTo>
                      <a:pt x="3909" y="15907"/>
                      <a:pt x="3528" y="13716"/>
                      <a:pt x="4099" y="11811"/>
                    </a:cubicBezTo>
                    <a:cubicBezTo>
                      <a:pt x="4670" y="9906"/>
                      <a:pt x="6097" y="8477"/>
                      <a:pt x="8286" y="7620"/>
                    </a:cubicBezTo>
                    <a:lnTo>
                      <a:pt x="27220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" name="Freeform 23">
                <a:extLst>
                  <a:ext uri="{FF2B5EF4-FFF2-40B4-BE49-F238E27FC236}">
                    <a16:creationId xmlns:a16="http://schemas.microsoft.com/office/drawing/2014/main" id="{040628F2-0A55-A7AD-DC72-CCF3338E3848}"/>
                  </a:ext>
                </a:extLst>
              </p:cNvPr>
              <p:cNvSpPr/>
              <p:nvPr/>
            </p:nvSpPr>
            <p:spPr>
              <a:xfrm>
                <a:off x="10618167" y="6504940"/>
                <a:ext cx="124071" cy="180117"/>
              </a:xfrm>
              <a:custGeom>
                <a:avLst/>
                <a:gdLst>
                  <a:gd name="connsiteX0" fmla="*/ 114176 w 124071"/>
                  <a:gd name="connsiteY0" fmla="*/ 31528 h 180117"/>
                  <a:gd name="connsiteX1" fmla="*/ 107801 w 124071"/>
                  <a:gd name="connsiteY1" fmla="*/ 35338 h 180117"/>
                  <a:gd name="connsiteX2" fmla="*/ 101902 w 124071"/>
                  <a:gd name="connsiteY2" fmla="*/ 33433 h 180117"/>
                  <a:gd name="connsiteX3" fmla="*/ 93910 w 124071"/>
                  <a:gd name="connsiteY3" fmla="*/ 29242 h 180117"/>
                  <a:gd name="connsiteX4" fmla="*/ 82587 w 124071"/>
                  <a:gd name="connsiteY4" fmla="*/ 24955 h 180117"/>
                  <a:gd name="connsiteX5" fmla="*/ 67079 w 124071"/>
                  <a:gd name="connsiteY5" fmla="*/ 22955 h 180117"/>
                  <a:gd name="connsiteX6" fmla="*/ 53092 w 124071"/>
                  <a:gd name="connsiteY6" fmla="*/ 24955 h 180117"/>
                  <a:gd name="connsiteX7" fmla="*/ 42531 w 124071"/>
                  <a:gd name="connsiteY7" fmla="*/ 30385 h 180117"/>
                  <a:gd name="connsiteX8" fmla="*/ 35775 w 124071"/>
                  <a:gd name="connsiteY8" fmla="*/ 38386 h 180117"/>
                  <a:gd name="connsiteX9" fmla="*/ 33492 w 124071"/>
                  <a:gd name="connsiteY9" fmla="*/ 48292 h 180117"/>
                  <a:gd name="connsiteX10" fmla="*/ 37393 w 124071"/>
                  <a:gd name="connsiteY10" fmla="*/ 59531 h 180117"/>
                  <a:gd name="connsiteX11" fmla="*/ 47669 w 124071"/>
                  <a:gd name="connsiteY11" fmla="*/ 67246 h 180117"/>
                  <a:gd name="connsiteX12" fmla="*/ 62131 w 124071"/>
                  <a:gd name="connsiteY12" fmla="*/ 73057 h 180117"/>
                  <a:gd name="connsiteX13" fmla="*/ 78781 w 124071"/>
                  <a:gd name="connsiteY13" fmla="*/ 78391 h 180117"/>
                  <a:gd name="connsiteX14" fmla="*/ 95432 w 124071"/>
                  <a:gd name="connsiteY14" fmla="*/ 84677 h 180117"/>
                  <a:gd name="connsiteX15" fmla="*/ 109894 w 124071"/>
                  <a:gd name="connsiteY15" fmla="*/ 93250 h 180117"/>
                  <a:gd name="connsiteX16" fmla="*/ 120170 w 124071"/>
                  <a:gd name="connsiteY16" fmla="*/ 105918 h 180117"/>
                  <a:gd name="connsiteX17" fmla="*/ 124071 w 124071"/>
                  <a:gd name="connsiteY17" fmla="*/ 123920 h 180117"/>
                  <a:gd name="connsiteX18" fmla="*/ 119790 w 124071"/>
                  <a:gd name="connsiteY18" fmla="*/ 146209 h 180117"/>
                  <a:gd name="connsiteX19" fmla="*/ 107040 w 124071"/>
                  <a:gd name="connsiteY19" fmla="*/ 164021 h 180117"/>
                  <a:gd name="connsiteX20" fmla="*/ 86393 w 124071"/>
                  <a:gd name="connsiteY20" fmla="*/ 175832 h 180117"/>
                  <a:gd name="connsiteX21" fmla="*/ 58135 w 124071"/>
                  <a:gd name="connsiteY21" fmla="*/ 180118 h 180117"/>
                  <a:gd name="connsiteX22" fmla="*/ 25119 w 124071"/>
                  <a:gd name="connsiteY22" fmla="*/ 174212 h 180117"/>
                  <a:gd name="connsiteX23" fmla="*/ 0 w 124071"/>
                  <a:gd name="connsiteY23" fmla="*/ 158972 h 180117"/>
                  <a:gd name="connsiteX24" fmla="*/ 7231 w 124071"/>
                  <a:gd name="connsiteY24" fmla="*/ 147257 h 180117"/>
                  <a:gd name="connsiteX25" fmla="*/ 10466 w 124071"/>
                  <a:gd name="connsiteY25" fmla="*/ 143828 h 180117"/>
                  <a:gd name="connsiteX26" fmla="*/ 15319 w 124071"/>
                  <a:gd name="connsiteY26" fmla="*/ 142589 h 180117"/>
                  <a:gd name="connsiteX27" fmla="*/ 21884 w 124071"/>
                  <a:gd name="connsiteY27" fmla="*/ 144971 h 180117"/>
                  <a:gd name="connsiteX28" fmla="*/ 30257 w 124071"/>
                  <a:gd name="connsiteY28" fmla="*/ 150305 h 180117"/>
                  <a:gd name="connsiteX29" fmla="*/ 42245 w 124071"/>
                  <a:gd name="connsiteY29" fmla="*/ 155638 h 180117"/>
                  <a:gd name="connsiteX30" fmla="*/ 59847 w 124071"/>
                  <a:gd name="connsiteY30" fmla="*/ 158020 h 180117"/>
                  <a:gd name="connsiteX31" fmla="*/ 75546 w 124071"/>
                  <a:gd name="connsiteY31" fmla="*/ 155734 h 180117"/>
                  <a:gd name="connsiteX32" fmla="*/ 86774 w 124071"/>
                  <a:gd name="connsiteY32" fmla="*/ 149447 h 180117"/>
                  <a:gd name="connsiteX33" fmla="*/ 93434 w 124071"/>
                  <a:gd name="connsiteY33" fmla="*/ 140303 h 180117"/>
                  <a:gd name="connsiteX34" fmla="*/ 95622 w 124071"/>
                  <a:gd name="connsiteY34" fmla="*/ 129254 h 180117"/>
                  <a:gd name="connsiteX35" fmla="*/ 91721 w 124071"/>
                  <a:gd name="connsiteY35" fmla="*/ 117253 h 180117"/>
                  <a:gd name="connsiteX36" fmla="*/ 81445 w 124071"/>
                  <a:gd name="connsiteY36" fmla="*/ 109157 h 180117"/>
                  <a:gd name="connsiteX37" fmla="*/ 66888 w 124071"/>
                  <a:gd name="connsiteY37" fmla="*/ 103251 h 180117"/>
                  <a:gd name="connsiteX38" fmla="*/ 50142 w 124071"/>
                  <a:gd name="connsiteY38" fmla="*/ 98012 h 180117"/>
                  <a:gd name="connsiteX39" fmla="*/ 33397 w 124071"/>
                  <a:gd name="connsiteY39" fmla="*/ 91726 h 180117"/>
                  <a:gd name="connsiteX40" fmla="*/ 18839 w 124071"/>
                  <a:gd name="connsiteY40" fmla="*/ 82867 h 180117"/>
                  <a:gd name="connsiteX41" fmla="*/ 8563 w 124071"/>
                  <a:gd name="connsiteY41" fmla="*/ 69723 h 180117"/>
                  <a:gd name="connsiteX42" fmla="*/ 4662 w 124071"/>
                  <a:gd name="connsiteY42" fmla="*/ 50673 h 180117"/>
                  <a:gd name="connsiteX43" fmla="*/ 8754 w 124071"/>
                  <a:gd name="connsiteY43" fmla="*/ 31432 h 180117"/>
                  <a:gd name="connsiteX44" fmla="*/ 20837 w 124071"/>
                  <a:gd name="connsiteY44" fmla="*/ 15240 h 180117"/>
                  <a:gd name="connsiteX45" fmla="*/ 40342 w 124071"/>
                  <a:gd name="connsiteY45" fmla="*/ 4096 h 180117"/>
                  <a:gd name="connsiteX46" fmla="*/ 66698 w 124071"/>
                  <a:gd name="connsiteY46" fmla="*/ 0 h 180117"/>
                  <a:gd name="connsiteX47" fmla="*/ 97620 w 124071"/>
                  <a:gd name="connsiteY47" fmla="*/ 5429 h 180117"/>
                  <a:gd name="connsiteX48" fmla="*/ 121312 w 124071"/>
                  <a:gd name="connsiteY48" fmla="*/ 20288 h 180117"/>
                  <a:gd name="connsiteX49" fmla="*/ 114461 w 124071"/>
                  <a:gd name="connsiteY49" fmla="*/ 31528 h 1801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</a:cxnLst>
                <a:rect l="l" t="t" r="r" b="b"/>
                <a:pathLst>
                  <a:path w="124071" h="180117">
                    <a:moveTo>
                      <a:pt x="114176" y="31528"/>
                    </a:moveTo>
                    <a:cubicBezTo>
                      <a:pt x="112749" y="34100"/>
                      <a:pt x="110656" y="35338"/>
                      <a:pt x="107801" y="35338"/>
                    </a:cubicBezTo>
                    <a:cubicBezTo>
                      <a:pt x="106089" y="35338"/>
                      <a:pt x="104090" y="34671"/>
                      <a:pt x="101902" y="33433"/>
                    </a:cubicBezTo>
                    <a:cubicBezTo>
                      <a:pt x="99714" y="32194"/>
                      <a:pt x="97050" y="30766"/>
                      <a:pt x="93910" y="29242"/>
                    </a:cubicBezTo>
                    <a:cubicBezTo>
                      <a:pt x="90770" y="27718"/>
                      <a:pt x="86964" y="26289"/>
                      <a:pt x="82587" y="24955"/>
                    </a:cubicBezTo>
                    <a:cubicBezTo>
                      <a:pt x="78211" y="23622"/>
                      <a:pt x="73073" y="22955"/>
                      <a:pt x="67079" y="22955"/>
                    </a:cubicBezTo>
                    <a:cubicBezTo>
                      <a:pt x="61941" y="22955"/>
                      <a:pt x="57278" y="23622"/>
                      <a:pt x="53092" y="24955"/>
                    </a:cubicBezTo>
                    <a:cubicBezTo>
                      <a:pt x="49001" y="26289"/>
                      <a:pt x="45480" y="28099"/>
                      <a:pt x="42531" y="30385"/>
                    </a:cubicBezTo>
                    <a:cubicBezTo>
                      <a:pt x="39581" y="32671"/>
                      <a:pt x="37393" y="35338"/>
                      <a:pt x="35775" y="38386"/>
                    </a:cubicBezTo>
                    <a:cubicBezTo>
                      <a:pt x="34158" y="41434"/>
                      <a:pt x="33492" y="44767"/>
                      <a:pt x="33492" y="48292"/>
                    </a:cubicBezTo>
                    <a:cubicBezTo>
                      <a:pt x="33492" y="52768"/>
                      <a:pt x="34824" y="56483"/>
                      <a:pt x="37393" y="59531"/>
                    </a:cubicBezTo>
                    <a:cubicBezTo>
                      <a:pt x="39962" y="62579"/>
                      <a:pt x="43387" y="65151"/>
                      <a:pt x="47669" y="67246"/>
                    </a:cubicBezTo>
                    <a:cubicBezTo>
                      <a:pt x="51950" y="69342"/>
                      <a:pt x="56708" y="71342"/>
                      <a:pt x="62131" y="73057"/>
                    </a:cubicBezTo>
                    <a:cubicBezTo>
                      <a:pt x="67554" y="74771"/>
                      <a:pt x="73073" y="76486"/>
                      <a:pt x="78781" y="78391"/>
                    </a:cubicBezTo>
                    <a:cubicBezTo>
                      <a:pt x="84490" y="80296"/>
                      <a:pt x="90009" y="82391"/>
                      <a:pt x="95432" y="84677"/>
                    </a:cubicBezTo>
                    <a:cubicBezTo>
                      <a:pt x="100855" y="86963"/>
                      <a:pt x="105613" y="89821"/>
                      <a:pt x="109894" y="93250"/>
                    </a:cubicBezTo>
                    <a:cubicBezTo>
                      <a:pt x="114176" y="96679"/>
                      <a:pt x="117601" y="100965"/>
                      <a:pt x="120170" y="105918"/>
                    </a:cubicBezTo>
                    <a:cubicBezTo>
                      <a:pt x="122739" y="110966"/>
                      <a:pt x="124071" y="116967"/>
                      <a:pt x="124071" y="123920"/>
                    </a:cubicBezTo>
                    <a:cubicBezTo>
                      <a:pt x="124071" y="131921"/>
                      <a:pt x="122644" y="139446"/>
                      <a:pt x="119790" y="146209"/>
                    </a:cubicBezTo>
                    <a:cubicBezTo>
                      <a:pt x="116935" y="153067"/>
                      <a:pt x="112654" y="158972"/>
                      <a:pt x="107040" y="164021"/>
                    </a:cubicBezTo>
                    <a:cubicBezTo>
                      <a:pt x="101426" y="168974"/>
                      <a:pt x="94481" y="172974"/>
                      <a:pt x="86393" y="175832"/>
                    </a:cubicBezTo>
                    <a:cubicBezTo>
                      <a:pt x="78211" y="178689"/>
                      <a:pt x="68791" y="180118"/>
                      <a:pt x="58135" y="180118"/>
                    </a:cubicBezTo>
                    <a:cubicBezTo>
                      <a:pt x="45956" y="180118"/>
                      <a:pt x="34919" y="178117"/>
                      <a:pt x="25119" y="174212"/>
                    </a:cubicBezTo>
                    <a:cubicBezTo>
                      <a:pt x="15224" y="170212"/>
                      <a:pt x="6851" y="165163"/>
                      <a:pt x="0" y="158972"/>
                    </a:cubicBezTo>
                    <a:lnTo>
                      <a:pt x="7231" y="147257"/>
                    </a:lnTo>
                    <a:cubicBezTo>
                      <a:pt x="8183" y="145733"/>
                      <a:pt x="9229" y="144589"/>
                      <a:pt x="10466" y="143828"/>
                    </a:cubicBezTo>
                    <a:cubicBezTo>
                      <a:pt x="11703" y="142970"/>
                      <a:pt x="13321" y="142589"/>
                      <a:pt x="15319" y="142589"/>
                    </a:cubicBezTo>
                    <a:cubicBezTo>
                      <a:pt x="17412" y="142589"/>
                      <a:pt x="19600" y="143351"/>
                      <a:pt x="21884" y="144971"/>
                    </a:cubicBezTo>
                    <a:cubicBezTo>
                      <a:pt x="24167" y="146590"/>
                      <a:pt x="26927" y="148400"/>
                      <a:pt x="30257" y="150305"/>
                    </a:cubicBezTo>
                    <a:cubicBezTo>
                      <a:pt x="33492" y="152305"/>
                      <a:pt x="37488" y="154019"/>
                      <a:pt x="42245" y="155638"/>
                    </a:cubicBezTo>
                    <a:cubicBezTo>
                      <a:pt x="46907" y="157258"/>
                      <a:pt x="52807" y="158020"/>
                      <a:pt x="59847" y="158020"/>
                    </a:cubicBezTo>
                    <a:cubicBezTo>
                      <a:pt x="65842" y="158020"/>
                      <a:pt x="71075" y="157258"/>
                      <a:pt x="75546" y="155734"/>
                    </a:cubicBezTo>
                    <a:cubicBezTo>
                      <a:pt x="80018" y="154210"/>
                      <a:pt x="83729" y="152114"/>
                      <a:pt x="86774" y="149447"/>
                    </a:cubicBezTo>
                    <a:cubicBezTo>
                      <a:pt x="89723" y="146780"/>
                      <a:pt x="92007" y="143732"/>
                      <a:pt x="93434" y="140303"/>
                    </a:cubicBezTo>
                    <a:cubicBezTo>
                      <a:pt x="94861" y="136874"/>
                      <a:pt x="95622" y="133160"/>
                      <a:pt x="95622" y="129254"/>
                    </a:cubicBezTo>
                    <a:cubicBezTo>
                      <a:pt x="95622" y="124396"/>
                      <a:pt x="94290" y="120396"/>
                      <a:pt x="91721" y="117253"/>
                    </a:cubicBezTo>
                    <a:cubicBezTo>
                      <a:pt x="89153" y="114110"/>
                      <a:pt x="85727" y="111347"/>
                      <a:pt x="81445" y="109157"/>
                    </a:cubicBezTo>
                    <a:cubicBezTo>
                      <a:pt x="77164" y="106870"/>
                      <a:pt x="72311" y="104965"/>
                      <a:pt x="66888" y="103251"/>
                    </a:cubicBezTo>
                    <a:cubicBezTo>
                      <a:pt x="61465" y="101632"/>
                      <a:pt x="55851" y="99822"/>
                      <a:pt x="50142" y="98012"/>
                    </a:cubicBezTo>
                    <a:cubicBezTo>
                      <a:pt x="44434" y="96203"/>
                      <a:pt x="38915" y="94107"/>
                      <a:pt x="33397" y="91726"/>
                    </a:cubicBezTo>
                    <a:cubicBezTo>
                      <a:pt x="27973" y="89344"/>
                      <a:pt x="23121" y="86392"/>
                      <a:pt x="18839" y="82867"/>
                    </a:cubicBezTo>
                    <a:cubicBezTo>
                      <a:pt x="14557" y="79343"/>
                      <a:pt x="11132" y="74962"/>
                      <a:pt x="8563" y="69723"/>
                    </a:cubicBezTo>
                    <a:cubicBezTo>
                      <a:pt x="5994" y="64484"/>
                      <a:pt x="4662" y="58198"/>
                      <a:pt x="4662" y="50673"/>
                    </a:cubicBezTo>
                    <a:cubicBezTo>
                      <a:pt x="4662" y="44006"/>
                      <a:pt x="6090" y="37624"/>
                      <a:pt x="8754" y="31432"/>
                    </a:cubicBezTo>
                    <a:cubicBezTo>
                      <a:pt x="11513" y="25336"/>
                      <a:pt x="15509" y="19907"/>
                      <a:pt x="20837" y="15240"/>
                    </a:cubicBezTo>
                    <a:cubicBezTo>
                      <a:pt x="26165" y="10573"/>
                      <a:pt x="32635" y="6858"/>
                      <a:pt x="40342" y="4096"/>
                    </a:cubicBezTo>
                    <a:cubicBezTo>
                      <a:pt x="48049" y="1333"/>
                      <a:pt x="56803" y="0"/>
                      <a:pt x="66698" y="0"/>
                    </a:cubicBezTo>
                    <a:cubicBezTo>
                      <a:pt x="78211" y="0"/>
                      <a:pt x="88486" y="1810"/>
                      <a:pt x="97620" y="5429"/>
                    </a:cubicBezTo>
                    <a:cubicBezTo>
                      <a:pt x="106754" y="9049"/>
                      <a:pt x="114652" y="14002"/>
                      <a:pt x="121312" y="20288"/>
                    </a:cubicBezTo>
                    <a:lnTo>
                      <a:pt x="114461" y="31528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" name="Freeform 24">
                <a:extLst>
                  <a:ext uri="{FF2B5EF4-FFF2-40B4-BE49-F238E27FC236}">
                    <a16:creationId xmlns:a16="http://schemas.microsoft.com/office/drawing/2014/main" id="{83928BC7-4A2F-4984-ABA1-143A39002BCC}"/>
                  </a:ext>
                </a:extLst>
              </p:cNvPr>
              <p:cNvSpPr/>
              <p:nvPr/>
            </p:nvSpPr>
            <p:spPr>
              <a:xfrm>
                <a:off x="10848612" y="6504940"/>
                <a:ext cx="124071" cy="180117"/>
              </a:xfrm>
              <a:custGeom>
                <a:avLst/>
                <a:gdLst>
                  <a:gd name="connsiteX0" fmla="*/ 114176 w 124071"/>
                  <a:gd name="connsiteY0" fmla="*/ 31528 h 180117"/>
                  <a:gd name="connsiteX1" fmla="*/ 107801 w 124071"/>
                  <a:gd name="connsiteY1" fmla="*/ 35338 h 180117"/>
                  <a:gd name="connsiteX2" fmla="*/ 101902 w 124071"/>
                  <a:gd name="connsiteY2" fmla="*/ 33433 h 180117"/>
                  <a:gd name="connsiteX3" fmla="*/ 93910 w 124071"/>
                  <a:gd name="connsiteY3" fmla="*/ 29242 h 180117"/>
                  <a:gd name="connsiteX4" fmla="*/ 82587 w 124071"/>
                  <a:gd name="connsiteY4" fmla="*/ 24955 h 180117"/>
                  <a:gd name="connsiteX5" fmla="*/ 67079 w 124071"/>
                  <a:gd name="connsiteY5" fmla="*/ 22955 h 180117"/>
                  <a:gd name="connsiteX6" fmla="*/ 53092 w 124071"/>
                  <a:gd name="connsiteY6" fmla="*/ 24955 h 180117"/>
                  <a:gd name="connsiteX7" fmla="*/ 42531 w 124071"/>
                  <a:gd name="connsiteY7" fmla="*/ 30385 h 180117"/>
                  <a:gd name="connsiteX8" fmla="*/ 35775 w 124071"/>
                  <a:gd name="connsiteY8" fmla="*/ 38386 h 180117"/>
                  <a:gd name="connsiteX9" fmla="*/ 33492 w 124071"/>
                  <a:gd name="connsiteY9" fmla="*/ 48292 h 180117"/>
                  <a:gd name="connsiteX10" fmla="*/ 37393 w 124071"/>
                  <a:gd name="connsiteY10" fmla="*/ 59531 h 180117"/>
                  <a:gd name="connsiteX11" fmla="*/ 47669 w 124071"/>
                  <a:gd name="connsiteY11" fmla="*/ 67246 h 180117"/>
                  <a:gd name="connsiteX12" fmla="*/ 62131 w 124071"/>
                  <a:gd name="connsiteY12" fmla="*/ 73057 h 180117"/>
                  <a:gd name="connsiteX13" fmla="*/ 78781 w 124071"/>
                  <a:gd name="connsiteY13" fmla="*/ 78391 h 180117"/>
                  <a:gd name="connsiteX14" fmla="*/ 95432 w 124071"/>
                  <a:gd name="connsiteY14" fmla="*/ 84677 h 180117"/>
                  <a:gd name="connsiteX15" fmla="*/ 109894 w 124071"/>
                  <a:gd name="connsiteY15" fmla="*/ 93250 h 180117"/>
                  <a:gd name="connsiteX16" fmla="*/ 120170 w 124071"/>
                  <a:gd name="connsiteY16" fmla="*/ 105918 h 180117"/>
                  <a:gd name="connsiteX17" fmla="*/ 124071 w 124071"/>
                  <a:gd name="connsiteY17" fmla="*/ 123920 h 180117"/>
                  <a:gd name="connsiteX18" fmla="*/ 119790 w 124071"/>
                  <a:gd name="connsiteY18" fmla="*/ 146209 h 180117"/>
                  <a:gd name="connsiteX19" fmla="*/ 107040 w 124071"/>
                  <a:gd name="connsiteY19" fmla="*/ 164021 h 180117"/>
                  <a:gd name="connsiteX20" fmla="*/ 86393 w 124071"/>
                  <a:gd name="connsiteY20" fmla="*/ 175832 h 180117"/>
                  <a:gd name="connsiteX21" fmla="*/ 58135 w 124071"/>
                  <a:gd name="connsiteY21" fmla="*/ 180118 h 180117"/>
                  <a:gd name="connsiteX22" fmla="*/ 25119 w 124071"/>
                  <a:gd name="connsiteY22" fmla="*/ 174212 h 180117"/>
                  <a:gd name="connsiteX23" fmla="*/ 0 w 124071"/>
                  <a:gd name="connsiteY23" fmla="*/ 158972 h 180117"/>
                  <a:gd name="connsiteX24" fmla="*/ 7231 w 124071"/>
                  <a:gd name="connsiteY24" fmla="*/ 147257 h 180117"/>
                  <a:gd name="connsiteX25" fmla="*/ 10466 w 124071"/>
                  <a:gd name="connsiteY25" fmla="*/ 143828 h 180117"/>
                  <a:gd name="connsiteX26" fmla="*/ 15319 w 124071"/>
                  <a:gd name="connsiteY26" fmla="*/ 142589 h 180117"/>
                  <a:gd name="connsiteX27" fmla="*/ 21884 w 124071"/>
                  <a:gd name="connsiteY27" fmla="*/ 144971 h 180117"/>
                  <a:gd name="connsiteX28" fmla="*/ 30257 w 124071"/>
                  <a:gd name="connsiteY28" fmla="*/ 150305 h 180117"/>
                  <a:gd name="connsiteX29" fmla="*/ 42245 w 124071"/>
                  <a:gd name="connsiteY29" fmla="*/ 155638 h 180117"/>
                  <a:gd name="connsiteX30" fmla="*/ 59847 w 124071"/>
                  <a:gd name="connsiteY30" fmla="*/ 158020 h 180117"/>
                  <a:gd name="connsiteX31" fmla="*/ 75546 w 124071"/>
                  <a:gd name="connsiteY31" fmla="*/ 155734 h 180117"/>
                  <a:gd name="connsiteX32" fmla="*/ 86774 w 124071"/>
                  <a:gd name="connsiteY32" fmla="*/ 149447 h 180117"/>
                  <a:gd name="connsiteX33" fmla="*/ 93434 w 124071"/>
                  <a:gd name="connsiteY33" fmla="*/ 140303 h 180117"/>
                  <a:gd name="connsiteX34" fmla="*/ 95622 w 124071"/>
                  <a:gd name="connsiteY34" fmla="*/ 129254 h 180117"/>
                  <a:gd name="connsiteX35" fmla="*/ 91721 w 124071"/>
                  <a:gd name="connsiteY35" fmla="*/ 117253 h 180117"/>
                  <a:gd name="connsiteX36" fmla="*/ 81445 w 124071"/>
                  <a:gd name="connsiteY36" fmla="*/ 109157 h 180117"/>
                  <a:gd name="connsiteX37" fmla="*/ 66888 w 124071"/>
                  <a:gd name="connsiteY37" fmla="*/ 103251 h 180117"/>
                  <a:gd name="connsiteX38" fmla="*/ 50142 w 124071"/>
                  <a:gd name="connsiteY38" fmla="*/ 98012 h 180117"/>
                  <a:gd name="connsiteX39" fmla="*/ 33397 w 124071"/>
                  <a:gd name="connsiteY39" fmla="*/ 91726 h 180117"/>
                  <a:gd name="connsiteX40" fmla="*/ 18839 w 124071"/>
                  <a:gd name="connsiteY40" fmla="*/ 82867 h 180117"/>
                  <a:gd name="connsiteX41" fmla="*/ 8563 w 124071"/>
                  <a:gd name="connsiteY41" fmla="*/ 69723 h 180117"/>
                  <a:gd name="connsiteX42" fmla="*/ 4662 w 124071"/>
                  <a:gd name="connsiteY42" fmla="*/ 50673 h 180117"/>
                  <a:gd name="connsiteX43" fmla="*/ 8754 w 124071"/>
                  <a:gd name="connsiteY43" fmla="*/ 31432 h 180117"/>
                  <a:gd name="connsiteX44" fmla="*/ 20837 w 124071"/>
                  <a:gd name="connsiteY44" fmla="*/ 15240 h 180117"/>
                  <a:gd name="connsiteX45" fmla="*/ 40342 w 124071"/>
                  <a:gd name="connsiteY45" fmla="*/ 4096 h 180117"/>
                  <a:gd name="connsiteX46" fmla="*/ 66698 w 124071"/>
                  <a:gd name="connsiteY46" fmla="*/ 0 h 180117"/>
                  <a:gd name="connsiteX47" fmla="*/ 97620 w 124071"/>
                  <a:gd name="connsiteY47" fmla="*/ 5429 h 180117"/>
                  <a:gd name="connsiteX48" fmla="*/ 121312 w 124071"/>
                  <a:gd name="connsiteY48" fmla="*/ 20288 h 180117"/>
                  <a:gd name="connsiteX49" fmla="*/ 114461 w 124071"/>
                  <a:gd name="connsiteY49" fmla="*/ 31528 h 1801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</a:cxnLst>
                <a:rect l="l" t="t" r="r" b="b"/>
                <a:pathLst>
                  <a:path w="124071" h="180117">
                    <a:moveTo>
                      <a:pt x="114176" y="31528"/>
                    </a:moveTo>
                    <a:cubicBezTo>
                      <a:pt x="112749" y="34100"/>
                      <a:pt x="110656" y="35338"/>
                      <a:pt x="107801" y="35338"/>
                    </a:cubicBezTo>
                    <a:cubicBezTo>
                      <a:pt x="106089" y="35338"/>
                      <a:pt x="104090" y="34671"/>
                      <a:pt x="101902" y="33433"/>
                    </a:cubicBezTo>
                    <a:cubicBezTo>
                      <a:pt x="99714" y="32194"/>
                      <a:pt x="97050" y="30766"/>
                      <a:pt x="93910" y="29242"/>
                    </a:cubicBezTo>
                    <a:cubicBezTo>
                      <a:pt x="90770" y="27718"/>
                      <a:pt x="86964" y="26289"/>
                      <a:pt x="82587" y="24955"/>
                    </a:cubicBezTo>
                    <a:cubicBezTo>
                      <a:pt x="78211" y="23622"/>
                      <a:pt x="73073" y="22955"/>
                      <a:pt x="67079" y="22955"/>
                    </a:cubicBezTo>
                    <a:cubicBezTo>
                      <a:pt x="61941" y="22955"/>
                      <a:pt x="57278" y="23622"/>
                      <a:pt x="53092" y="24955"/>
                    </a:cubicBezTo>
                    <a:cubicBezTo>
                      <a:pt x="49001" y="26289"/>
                      <a:pt x="45480" y="28099"/>
                      <a:pt x="42531" y="30385"/>
                    </a:cubicBezTo>
                    <a:cubicBezTo>
                      <a:pt x="39581" y="32671"/>
                      <a:pt x="37393" y="35338"/>
                      <a:pt x="35775" y="38386"/>
                    </a:cubicBezTo>
                    <a:cubicBezTo>
                      <a:pt x="34158" y="41434"/>
                      <a:pt x="33492" y="44767"/>
                      <a:pt x="33492" y="48292"/>
                    </a:cubicBezTo>
                    <a:cubicBezTo>
                      <a:pt x="33492" y="52768"/>
                      <a:pt x="34824" y="56483"/>
                      <a:pt x="37393" y="59531"/>
                    </a:cubicBezTo>
                    <a:cubicBezTo>
                      <a:pt x="39962" y="62579"/>
                      <a:pt x="43387" y="65151"/>
                      <a:pt x="47669" y="67246"/>
                    </a:cubicBezTo>
                    <a:cubicBezTo>
                      <a:pt x="51950" y="69342"/>
                      <a:pt x="56708" y="71342"/>
                      <a:pt x="62131" y="73057"/>
                    </a:cubicBezTo>
                    <a:cubicBezTo>
                      <a:pt x="67554" y="74771"/>
                      <a:pt x="73073" y="76486"/>
                      <a:pt x="78781" y="78391"/>
                    </a:cubicBezTo>
                    <a:cubicBezTo>
                      <a:pt x="84490" y="80296"/>
                      <a:pt x="90009" y="82391"/>
                      <a:pt x="95432" y="84677"/>
                    </a:cubicBezTo>
                    <a:cubicBezTo>
                      <a:pt x="100855" y="86963"/>
                      <a:pt x="105613" y="89821"/>
                      <a:pt x="109894" y="93250"/>
                    </a:cubicBezTo>
                    <a:cubicBezTo>
                      <a:pt x="114176" y="96679"/>
                      <a:pt x="117601" y="100965"/>
                      <a:pt x="120170" y="105918"/>
                    </a:cubicBezTo>
                    <a:cubicBezTo>
                      <a:pt x="122739" y="110966"/>
                      <a:pt x="124071" y="116967"/>
                      <a:pt x="124071" y="123920"/>
                    </a:cubicBezTo>
                    <a:cubicBezTo>
                      <a:pt x="124071" y="131921"/>
                      <a:pt x="122644" y="139446"/>
                      <a:pt x="119790" y="146209"/>
                    </a:cubicBezTo>
                    <a:cubicBezTo>
                      <a:pt x="116935" y="153067"/>
                      <a:pt x="112654" y="158972"/>
                      <a:pt x="107040" y="164021"/>
                    </a:cubicBezTo>
                    <a:cubicBezTo>
                      <a:pt x="101426" y="168974"/>
                      <a:pt x="94481" y="172974"/>
                      <a:pt x="86393" y="175832"/>
                    </a:cubicBezTo>
                    <a:cubicBezTo>
                      <a:pt x="78211" y="178689"/>
                      <a:pt x="68791" y="180118"/>
                      <a:pt x="58135" y="180118"/>
                    </a:cubicBezTo>
                    <a:cubicBezTo>
                      <a:pt x="45956" y="180118"/>
                      <a:pt x="34919" y="178117"/>
                      <a:pt x="25119" y="174212"/>
                    </a:cubicBezTo>
                    <a:cubicBezTo>
                      <a:pt x="15224" y="170212"/>
                      <a:pt x="6851" y="165163"/>
                      <a:pt x="0" y="158972"/>
                    </a:cubicBezTo>
                    <a:lnTo>
                      <a:pt x="7231" y="147257"/>
                    </a:lnTo>
                    <a:cubicBezTo>
                      <a:pt x="8183" y="145733"/>
                      <a:pt x="9229" y="144589"/>
                      <a:pt x="10466" y="143828"/>
                    </a:cubicBezTo>
                    <a:cubicBezTo>
                      <a:pt x="11703" y="142970"/>
                      <a:pt x="13321" y="142589"/>
                      <a:pt x="15319" y="142589"/>
                    </a:cubicBezTo>
                    <a:cubicBezTo>
                      <a:pt x="17412" y="142589"/>
                      <a:pt x="19600" y="143351"/>
                      <a:pt x="21884" y="144971"/>
                    </a:cubicBezTo>
                    <a:cubicBezTo>
                      <a:pt x="24167" y="146590"/>
                      <a:pt x="26927" y="148400"/>
                      <a:pt x="30257" y="150305"/>
                    </a:cubicBezTo>
                    <a:cubicBezTo>
                      <a:pt x="33492" y="152305"/>
                      <a:pt x="37488" y="154019"/>
                      <a:pt x="42245" y="155638"/>
                    </a:cubicBezTo>
                    <a:cubicBezTo>
                      <a:pt x="46907" y="157258"/>
                      <a:pt x="52807" y="158020"/>
                      <a:pt x="59847" y="158020"/>
                    </a:cubicBezTo>
                    <a:cubicBezTo>
                      <a:pt x="65842" y="158020"/>
                      <a:pt x="71075" y="157258"/>
                      <a:pt x="75546" y="155734"/>
                    </a:cubicBezTo>
                    <a:cubicBezTo>
                      <a:pt x="80018" y="154210"/>
                      <a:pt x="83729" y="152114"/>
                      <a:pt x="86774" y="149447"/>
                    </a:cubicBezTo>
                    <a:cubicBezTo>
                      <a:pt x="89723" y="146780"/>
                      <a:pt x="92007" y="143732"/>
                      <a:pt x="93434" y="140303"/>
                    </a:cubicBezTo>
                    <a:cubicBezTo>
                      <a:pt x="94861" y="136874"/>
                      <a:pt x="95622" y="133160"/>
                      <a:pt x="95622" y="129254"/>
                    </a:cubicBezTo>
                    <a:cubicBezTo>
                      <a:pt x="95622" y="124396"/>
                      <a:pt x="94290" y="120396"/>
                      <a:pt x="91721" y="117253"/>
                    </a:cubicBezTo>
                    <a:cubicBezTo>
                      <a:pt x="89153" y="114110"/>
                      <a:pt x="85727" y="111347"/>
                      <a:pt x="81445" y="109157"/>
                    </a:cubicBezTo>
                    <a:cubicBezTo>
                      <a:pt x="77164" y="106870"/>
                      <a:pt x="72311" y="104965"/>
                      <a:pt x="66888" y="103251"/>
                    </a:cubicBezTo>
                    <a:cubicBezTo>
                      <a:pt x="61465" y="101632"/>
                      <a:pt x="55851" y="99822"/>
                      <a:pt x="50142" y="98012"/>
                    </a:cubicBezTo>
                    <a:cubicBezTo>
                      <a:pt x="44434" y="96203"/>
                      <a:pt x="38915" y="94107"/>
                      <a:pt x="33397" y="91726"/>
                    </a:cubicBezTo>
                    <a:cubicBezTo>
                      <a:pt x="27973" y="89344"/>
                      <a:pt x="23121" y="86392"/>
                      <a:pt x="18839" y="82867"/>
                    </a:cubicBezTo>
                    <a:cubicBezTo>
                      <a:pt x="14557" y="79343"/>
                      <a:pt x="11132" y="74962"/>
                      <a:pt x="8563" y="69723"/>
                    </a:cubicBezTo>
                    <a:cubicBezTo>
                      <a:pt x="5994" y="64484"/>
                      <a:pt x="4662" y="58198"/>
                      <a:pt x="4662" y="50673"/>
                    </a:cubicBezTo>
                    <a:cubicBezTo>
                      <a:pt x="4662" y="44006"/>
                      <a:pt x="6090" y="37624"/>
                      <a:pt x="8754" y="31432"/>
                    </a:cubicBezTo>
                    <a:cubicBezTo>
                      <a:pt x="11513" y="25336"/>
                      <a:pt x="15509" y="19907"/>
                      <a:pt x="20837" y="15240"/>
                    </a:cubicBezTo>
                    <a:cubicBezTo>
                      <a:pt x="26165" y="10573"/>
                      <a:pt x="32635" y="6858"/>
                      <a:pt x="40342" y="4096"/>
                    </a:cubicBezTo>
                    <a:cubicBezTo>
                      <a:pt x="48049" y="1333"/>
                      <a:pt x="56803" y="0"/>
                      <a:pt x="66698" y="0"/>
                    </a:cubicBezTo>
                    <a:cubicBezTo>
                      <a:pt x="78211" y="0"/>
                      <a:pt x="88486" y="1810"/>
                      <a:pt x="97620" y="5429"/>
                    </a:cubicBezTo>
                    <a:cubicBezTo>
                      <a:pt x="106754" y="9049"/>
                      <a:pt x="114652" y="14002"/>
                      <a:pt x="121312" y="20288"/>
                    </a:cubicBezTo>
                    <a:lnTo>
                      <a:pt x="114461" y="31528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" name="Freeform 25">
                <a:extLst>
                  <a:ext uri="{FF2B5EF4-FFF2-40B4-BE49-F238E27FC236}">
                    <a16:creationId xmlns:a16="http://schemas.microsoft.com/office/drawing/2014/main" id="{4E1A42C1-827F-599A-E2ED-756FA569B1DF}"/>
                  </a:ext>
                </a:extLst>
              </p:cNvPr>
              <p:cNvSpPr/>
              <p:nvPr/>
            </p:nvSpPr>
            <p:spPr>
              <a:xfrm>
                <a:off x="11005128" y="6507606"/>
                <a:ext cx="145193" cy="177450"/>
              </a:xfrm>
              <a:custGeom>
                <a:avLst/>
                <a:gdLst>
                  <a:gd name="connsiteX0" fmla="*/ 145194 w 145193"/>
                  <a:gd name="connsiteY0" fmla="*/ 0 h 177450"/>
                  <a:gd name="connsiteX1" fmla="*/ 145194 w 145193"/>
                  <a:gd name="connsiteY1" fmla="*/ 174689 h 177450"/>
                  <a:gd name="connsiteX2" fmla="*/ 126926 w 145193"/>
                  <a:gd name="connsiteY2" fmla="*/ 174689 h 177450"/>
                  <a:gd name="connsiteX3" fmla="*/ 118648 w 145193"/>
                  <a:gd name="connsiteY3" fmla="*/ 168307 h 177450"/>
                  <a:gd name="connsiteX4" fmla="*/ 116269 w 145193"/>
                  <a:gd name="connsiteY4" fmla="*/ 149543 h 177450"/>
                  <a:gd name="connsiteX5" fmla="*/ 90770 w 145193"/>
                  <a:gd name="connsiteY5" fmla="*/ 169831 h 177450"/>
                  <a:gd name="connsiteX6" fmla="*/ 58420 w 145193"/>
                  <a:gd name="connsiteY6" fmla="*/ 177451 h 177450"/>
                  <a:gd name="connsiteX7" fmla="*/ 33206 w 145193"/>
                  <a:gd name="connsiteY7" fmla="*/ 172688 h 177450"/>
                  <a:gd name="connsiteX8" fmla="*/ 14843 w 145193"/>
                  <a:gd name="connsiteY8" fmla="*/ 159353 h 177450"/>
                  <a:gd name="connsiteX9" fmla="*/ 3711 w 145193"/>
                  <a:gd name="connsiteY9" fmla="*/ 138493 h 177450"/>
                  <a:gd name="connsiteX10" fmla="*/ 0 w 145193"/>
                  <a:gd name="connsiteY10" fmla="*/ 111443 h 177450"/>
                  <a:gd name="connsiteX11" fmla="*/ 0 w 145193"/>
                  <a:gd name="connsiteY11" fmla="*/ 95 h 177450"/>
                  <a:gd name="connsiteX12" fmla="*/ 30637 w 145193"/>
                  <a:gd name="connsiteY12" fmla="*/ 95 h 177450"/>
                  <a:gd name="connsiteX13" fmla="*/ 30637 w 145193"/>
                  <a:gd name="connsiteY13" fmla="*/ 111443 h 177450"/>
                  <a:gd name="connsiteX14" fmla="*/ 39676 w 145193"/>
                  <a:gd name="connsiteY14" fmla="*/ 142113 h 177450"/>
                  <a:gd name="connsiteX15" fmla="*/ 67364 w 145193"/>
                  <a:gd name="connsiteY15" fmla="*/ 152972 h 177450"/>
                  <a:gd name="connsiteX16" fmla="*/ 92768 w 145193"/>
                  <a:gd name="connsiteY16" fmla="*/ 146494 h 177450"/>
                  <a:gd name="connsiteX17" fmla="*/ 114557 w 145193"/>
                  <a:gd name="connsiteY17" fmla="*/ 128588 h 177450"/>
                  <a:gd name="connsiteX18" fmla="*/ 114557 w 145193"/>
                  <a:gd name="connsiteY18" fmla="*/ 0 h 177450"/>
                  <a:gd name="connsiteX19" fmla="*/ 145194 w 145193"/>
                  <a:gd name="connsiteY19" fmla="*/ 0 h 177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145193" h="177450">
                    <a:moveTo>
                      <a:pt x="145194" y="0"/>
                    </a:moveTo>
                    <a:lnTo>
                      <a:pt x="145194" y="174689"/>
                    </a:lnTo>
                    <a:lnTo>
                      <a:pt x="126926" y="174689"/>
                    </a:lnTo>
                    <a:cubicBezTo>
                      <a:pt x="122549" y="174689"/>
                      <a:pt x="119790" y="172593"/>
                      <a:pt x="118648" y="168307"/>
                    </a:cubicBezTo>
                    <a:lnTo>
                      <a:pt x="116269" y="149543"/>
                    </a:lnTo>
                    <a:cubicBezTo>
                      <a:pt x="108658" y="157925"/>
                      <a:pt x="100189" y="164687"/>
                      <a:pt x="90770" y="169831"/>
                    </a:cubicBezTo>
                    <a:cubicBezTo>
                      <a:pt x="81350" y="174974"/>
                      <a:pt x="70599" y="177451"/>
                      <a:pt x="58420" y="177451"/>
                    </a:cubicBezTo>
                    <a:cubicBezTo>
                      <a:pt x="48905" y="177451"/>
                      <a:pt x="40437" y="175832"/>
                      <a:pt x="33206" y="172688"/>
                    </a:cubicBezTo>
                    <a:cubicBezTo>
                      <a:pt x="25880" y="169545"/>
                      <a:pt x="19790" y="165068"/>
                      <a:pt x="14843" y="159353"/>
                    </a:cubicBezTo>
                    <a:cubicBezTo>
                      <a:pt x="9895" y="153638"/>
                      <a:pt x="6184" y="146685"/>
                      <a:pt x="3711" y="138493"/>
                    </a:cubicBezTo>
                    <a:cubicBezTo>
                      <a:pt x="1237" y="130302"/>
                      <a:pt x="0" y="121349"/>
                      <a:pt x="0" y="111443"/>
                    </a:cubicBezTo>
                    <a:lnTo>
                      <a:pt x="0" y="95"/>
                    </a:lnTo>
                    <a:lnTo>
                      <a:pt x="30637" y="95"/>
                    </a:lnTo>
                    <a:lnTo>
                      <a:pt x="30637" y="111443"/>
                    </a:lnTo>
                    <a:cubicBezTo>
                      <a:pt x="30637" y="124682"/>
                      <a:pt x="33682" y="134874"/>
                      <a:pt x="39676" y="142113"/>
                    </a:cubicBezTo>
                    <a:cubicBezTo>
                      <a:pt x="45670" y="149352"/>
                      <a:pt x="54899" y="152972"/>
                      <a:pt x="67364" y="152972"/>
                    </a:cubicBezTo>
                    <a:cubicBezTo>
                      <a:pt x="76403" y="152972"/>
                      <a:pt x="84871" y="150781"/>
                      <a:pt x="92768" y="146494"/>
                    </a:cubicBezTo>
                    <a:cubicBezTo>
                      <a:pt x="100665" y="142208"/>
                      <a:pt x="107896" y="136208"/>
                      <a:pt x="114557" y="128588"/>
                    </a:cubicBezTo>
                    <a:lnTo>
                      <a:pt x="114557" y="0"/>
                    </a:lnTo>
                    <a:lnTo>
                      <a:pt x="145194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" name="Freeform 26">
                <a:extLst>
                  <a:ext uri="{FF2B5EF4-FFF2-40B4-BE49-F238E27FC236}">
                    <a16:creationId xmlns:a16="http://schemas.microsoft.com/office/drawing/2014/main" id="{BCE9EEF9-7FEB-B3E1-6C6C-E2C892542EBC}"/>
                  </a:ext>
                </a:extLst>
              </p:cNvPr>
              <p:cNvSpPr/>
              <p:nvPr/>
            </p:nvSpPr>
            <p:spPr>
              <a:xfrm>
                <a:off x="11195326" y="6504558"/>
                <a:ext cx="154042" cy="236886"/>
              </a:xfrm>
              <a:custGeom>
                <a:avLst/>
                <a:gdLst>
                  <a:gd name="connsiteX0" fmla="*/ 29305 w 154042"/>
                  <a:gd name="connsiteY0" fmla="*/ 30194 h 236886"/>
                  <a:gd name="connsiteX1" fmla="*/ 54805 w 154042"/>
                  <a:gd name="connsiteY1" fmla="*/ 8287 h 236886"/>
                  <a:gd name="connsiteX2" fmla="*/ 87916 w 154042"/>
                  <a:gd name="connsiteY2" fmla="*/ 0 h 236886"/>
                  <a:gd name="connsiteX3" fmla="*/ 115318 w 154042"/>
                  <a:gd name="connsiteY3" fmla="*/ 5810 h 236886"/>
                  <a:gd name="connsiteX4" fmla="*/ 136155 w 154042"/>
                  <a:gd name="connsiteY4" fmla="*/ 22860 h 236886"/>
                  <a:gd name="connsiteX5" fmla="*/ 149380 w 154042"/>
                  <a:gd name="connsiteY5" fmla="*/ 50864 h 236886"/>
                  <a:gd name="connsiteX6" fmla="*/ 154042 w 154042"/>
                  <a:gd name="connsiteY6" fmla="*/ 89344 h 236886"/>
                  <a:gd name="connsiteX7" fmla="*/ 148904 w 154042"/>
                  <a:gd name="connsiteY7" fmla="*/ 125254 h 236886"/>
                  <a:gd name="connsiteX8" fmla="*/ 133967 w 154042"/>
                  <a:gd name="connsiteY8" fmla="*/ 154019 h 236886"/>
                  <a:gd name="connsiteX9" fmla="*/ 110180 w 154042"/>
                  <a:gd name="connsiteY9" fmla="*/ 173165 h 236886"/>
                  <a:gd name="connsiteX10" fmla="*/ 78591 w 154042"/>
                  <a:gd name="connsiteY10" fmla="*/ 180118 h 236886"/>
                  <a:gd name="connsiteX11" fmla="*/ 51094 w 154042"/>
                  <a:gd name="connsiteY11" fmla="*/ 174689 h 236886"/>
                  <a:gd name="connsiteX12" fmla="*/ 30828 w 154042"/>
                  <a:gd name="connsiteY12" fmla="*/ 159639 h 236886"/>
                  <a:gd name="connsiteX13" fmla="*/ 30828 w 154042"/>
                  <a:gd name="connsiteY13" fmla="*/ 236887 h 236886"/>
                  <a:gd name="connsiteX14" fmla="*/ 0 w 154042"/>
                  <a:gd name="connsiteY14" fmla="*/ 236887 h 236886"/>
                  <a:gd name="connsiteX15" fmla="*/ 0 w 154042"/>
                  <a:gd name="connsiteY15" fmla="*/ 3143 h 236886"/>
                  <a:gd name="connsiteX16" fmla="*/ 18458 w 154042"/>
                  <a:gd name="connsiteY16" fmla="*/ 3143 h 236886"/>
                  <a:gd name="connsiteX17" fmla="*/ 26546 w 154042"/>
                  <a:gd name="connsiteY17" fmla="*/ 9525 h 236886"/>
                  <a:gd name="connsiteX18" fmla="*/ 29305 w 154042"/>
                  <a:gd name="connsiteY18" fmla="*/ 30194 h 236886"/>
                  <a:gd name="connsiteX19" fmla="*/ 30828 w 154042"/>
                  <a:gd name="connsiteY19" fmla="*/ 135731 h 236886"/>
                  <a:gd name="connsiteX20" fmla="*/ 49286 w 154042"/>
                  <a:gd name="connsiteY20" fmla="*/ 151733 h 236886"/>
                  <a:gd name="connsiteX21" fmla="*/ 71645 w 154042"/>
                  <a:gd name="connsiteY21" fmla="*/ 156401 h 236886"/>
                  <a:gd name="connsiteX22" fmla="*/ 109228 w 154042"/>
                  <a:gd name="connsiteY22" fmla="*/ 138970 h 236886"/>
                  <a:gd name="connsiteX23" fmla="*/ 122359 w 154042"/>
                  <a:gd name="connsiteY23" fmla="*/ 89344 h 236886"/>
                  <a:gd name="connsiteX24" fmla="*/ 119314 w 154042"/>
                  <a:gd name="connsiteY24" fmla="*/ 60008 h 236886"/>
                  <a:gd name="connsiteX25" fmla="*/ 110656 w 154042"/>
                  <a:gd name="connsiteY25" fmla="*/ 39910 h 236886"/>
                  <a:gd name="connsiteX26" fmla="*/ 96669 w 154042"/>
                  <a:gd name="connsiteY26" fmla="*/ 28385 h 236886"/>
                  <a:gd name="connsiteX27" fmla="*/ 77925 w 154042"/>
                  <a:gd name="connsiteY27" fmla="*/ 24765 h 236886"/>
                  <a:gd name="connsiteX28" fmla="*/ 51665 w 154042"/>
                  <a:gd name="connsiteY28" fmla="*/ 31623 h 236886"/>
                  <a:gd name="connsiteX29" fmla="*/ 30923 w 154042"/>
                  <a:gd name="connsiteY29" fmla="*/ 51149 h 236886"/>
                  <a:gd name="connsiteX30" fmla="*/ 30923 w 154042"/>
                  <a:gd name="connsiteY30" fmla="*/ 135636 h 2368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154042" h="236886">
                    <a:moveTo>
                      <a:pt x="29305" y="30194"/>
                    </a:moveTo>
                    <a:cubicBezTo>
                      <a:pt x="36631" y="21146"/>
                      <a:pt x="45195" y="13811"/>
                      <a:pt x="54805" y="8287"/>
                    </a:cubicBezTo>
                    <a:cubicBezTo>
                      <a:pt x="64414" y="2762"/>
                      <a:pt x="75451" y="0"/>
                      <a:pt x="87916" y="0"/>
                    </a:cubicBezTo>
                    <a:cubicBezTo>
                      <a:pt x="98001" y="0"/>
                      <a:pt x="107135" y="1905"/>
                      <a:pt x="115318" y="5810"/>
                    </a:cubicBezTo>
                    <a:cubicBezTo>
                      <a:pt x="123500" y="9620"/>
                      <a:pt x="130446" y="15335"/>
                      <a:pt x="136155" y="22860"/>
                    </a:cubicBezTo>
                    <a:cubicBezTo>
                      <a:pt x="141864" y="30385"/>
                      <a:pt x="146335" y="39719"/>
                      <a:pt x="149380" y="50864"/>
                    </a:cubicBezTo>
                    <a:cubicBezTo>
                      <a:pt x="152520" y="62008"/>
                      <a:pt x="154042" y="74866"/>
                      <a:pt x="154042" y="89344"/>
                    </a:cubicBezTo>
                    <a:cubicBezTo>
                      <a:pt x="154042" y="102203"/>
                      <a:pt x="152330" y="114205"/>
                      <a:pt x="148904" y="125254"/>
                    </a:cubicBezTo>
                    <a:cubicBezTo>
                      <a:pt x="145479" y="136303"/>
                      <a:pt x="140532" y="145923"/>
                      <a:pt x="133967" y="154019"/>
                    </a:cubicBezTo>
                    <a:cubicBezTo>
                      <a:pt x="127496" y="162116"/>
                      <a:pt x="119599" y="168497"/>
                      <a:pt x="110180" y="173165"/>
                    </a:cubicBezTo>
                    <a:cubicBezTo>
                      <a:pt x="100760" y="177832"/>
                      <a:pt x="90294" y="180118"/>
                      <a:pt x="78591" y="180118"/>
                    </a:cubicBezTo>
                    <a:cubicBezTo>
                      <a:pt x="67935" y="180118"/>
                      <a:pt x="58801" y="178308"/>
                      <a:pt x="51094" y="174689"/>
                    </a:cubicBezTo>
                    <a:cubicBezTo>
                      <a:pt x="43482" y="171069"/>
                      <a:pt x="36727" y="166021"/>
                      <a:pt x="30828" y="159639"/>
                    </a:cubicBezTo>
                    <a:lnTo>
                      <a:pt x="30828" y="236887"/>
                    </a:lnTo>
                    <a:lnTo>
                      <a:pt x="0" y="236887"/>
                    </a:lnTo>
                    <a:lnTo>
                      <a:pt x="0" y="3143"/>
                    </a:lnTo>
                    <a:lnTo>
                      <a:pt x="18458" y="3143"/>
                    </a:lnTo>
                    <a:cubicBezTo>
                      <a:pt x="22835" y="3143"/>
                      <a:pt x="25500" y="5239"/>
                      <a:pt x="26546" y="9525"/>
                    </a:cubicBezTo>
                    <a:lnTo>
                      <a:pt x="29305" y="30194"/>
                    </a:lnTo>
                    <a:close/>
                    <a:moveTo>
                      <a:pt x="30828" y="135731"/>
                    </a:moveTo>
                    <a:cubicBezTo>
                      <a:pt x="36441" y="143256"/>
                      <a:pt x="42626" y="148685"/>
                      <a:pt x="49286" y="151733"/>
                    </a:cubicBezTo>
                    <a:cubicBezTo>
                      <a:pt x="55946" y="154877"/>
                      <a:pt x="63368" y="156401"/>
                      <a:pt x="71645" y="156401"/>
                    </a:cubicBezTo>
                    <a:cubicBezTo>
                      <a:pt x="87916" y="156401"/>
                      <a:pt x="100475" y="150590"/>
                      <a:pt x="109228" y="138970"/>
                    </a:cubicBezTo>
                    <a:cubicBezTo>
                      <a:pt x="117982" y="127349"/>
                      <a:pt x="122359" y="110776"/>
                      <a:pt x="122359" y="89344"/>
                    </a:cubicBezTo>
                    <a:cubicBezTo>
                      <a:pt x="122359" y="77915"/>
                      <a:pt x="121312" y="68199"/>
                      <a:pt x="119314" y="60008"/>
                    </a:cubicBezTo>
                    <a:cubicBezTo>
                      <a:pt x="117316" y="51816"/>
                      <a:pt x="114366" y="45148"/>
                      <a:pt x="110656" y="39910"/>
                    </a:cubicBezTo>
                    <a:cubicBezTo>
                      <a:pt x="106850" y="34671"/>
                      <a:pt x="102188" y="30861"/>
                      <a:pt x="96669" y="28385"/>
                    </a:cubicBezTo>
                    <a:cubicBezTo>
                      <a:pt x="91151" y="26003"/>
                      <a:pt x="84871" y="24765"/>
                      <a:pt x="77925" y="24765"/>
                    </a:cubicBezTo>
                    <a:cubicBezTo>
                      <a:pt x="67935" y="24765"/>
                      <a:pt x="59181" y="27051"/>
                      <a:pt x="51665" y="31623"/>
                    </a:cubicBezTo>
                    <a:cubicBezTo>
                      <a:pt x="44148" y="36195"/>
                      <a:pt x="37202" y="42767"/>
                      <a:pt x="30923" y="51149"/>
                    </a:cubicBezTo>
                    <a:lnTo>
                      <a:pt x="30923" y="13563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" name="Freeform 27">
                <a:extLst>
                  <a:ext uri="{FF2B5EF4-FFF2-40B4-BE49-F238E27FC236}">
                    <a16:creationId xmlns:a16="http://schemas.microsoft.com/office/drawing/2014/main" id="{5D98A0A2-8154-9E37-25F9-EA2423B9ADF0}"/>
                  </a:ext>
                </a:extLst>
              </p:cNvPr>
              <p:cNvSpPr/>
              <p:nvPr/>
            </p:nvSpPr>
            <p:spPr>
              <a:xfrm>
                <a:off x="11384953" y="6504558"/>
                <a:ext cx="154042" cy="236886"/>
              </a:xfrm>
              <a:custGeom>
                <a:avLst/>
                <a:gdLst>
                  <a:gd name="connsiteX0" fmla="*/ 29305 w 154042"/>
                  <a:gd name="connsiteY0" fmla="*/ 30194 h 236886"/>
                  <a:gd name="connsiteX1" fmla="*/ 54804 w 154042"/>
                  <a:gd name="connsiteY1" fmla="*/ 8287 h 236886"/>
                  <a:gd name="connsiteX2" fmla="*/ 87915 w 154042"/>
                  <a:gd name="connsiteY2" fmla="*/ 0 h 236886"/>
                  <a:gd name="connsiteX3" fmla="*/ 115318 w 154042"/>
                  <a:gd name="connsiteY3" fmla="*/ 5810 h 236886"/>
                  <a:gd name="connsiteX4" fmla="*/ 136155 w 154042"/>
                  <a:gd name="connsiteY4" fmla="*/ 22860 h 236886"/>
                  <a:gd name="connsiteX5" fmla="*/ 149380 w 154042"/>
                  <a:gd name="connsiteY5" fmla="*/ 50864 h 236886"/>
                  <a:gd name="connsiteX6" fmla="*/ 154042 w 154042"/>
                  <a:gd name="connsiteY6" fmla="*/ 89344 h 236886"/>
                  <a:gd name="connsiteX7" fmla="*/ 148904 w 154042"/>
                  <a:gd name="connsiteY7" fmla="*/ 125254 h 236886"/>
                  <a:gd name="connsiteX8" fmla="*/ 133966 w 154042"/>
                  <a:gd name="connsiteY8" fmla="*/ 154019 h 236886"/>
                  <a:gd name="connsiteX9" fmla="*/ 110180 w 154042"/>
                  <a:gd name="connsiteY9" fmla="*/ 173165 h 236886"/>
                  <a:gd name="connsiteX10" fmla="*/ 78591 w 154042"/>
                  <a:gd name="connsiteY10" fmla="*/ 180118 h 236886"/>
                  <a:gd name="connsiteX11" fmla="*/ 51094 w 154042"/>
                  <a:gd name="connsiteY11" fmla="*/ 174689 h 236886"/>
                  <a:gd name="connsiteX12" fmla="*/ 30827 w 154042"/>
                  <a:gd name="connsiteY12" fmla="*/ 159639 h 236886"/>
                  <a:gd name="connsiteX13" fmla="*/ 30827 w 154042"/>
                  <a:gd name="connsiteY13" fmla="*/ 236887 h 236886"/>
                  <a:gd name="connsiteX14" fmla="*/ 0 w 154042"/>
                  <a:gd name="connsiteY14" fmla="*/ 236887 h 236886"/>
                  <a:gd name="connsiteX15" fmla="*/ 0 w 154042"/>
                  <a:gd name="connsiteY15" fmla="*/ 3143 h 236886"/>
                  <a:gd name="connsiteX16" fmla="*/ 18458 w 154042"/>
                  <a:gd name="connsiteY16" fmla="*/ 3143 h 236886"/>
                  <a:gd name="connsiteX17" fmla="*/ 26546 w 154042"/>
                  <a:gd name="connsiteY17" fmla="*/ 9525 h 236886"/>
                  <a:gd name="connsiteX18" fmla="*/ 29305 w 154042"/>
                  <a:gd name="connsiteY18" fmla="*/ 30194 h 236886"/>
                  <a:gd name="connsiteX19" fmla="*/ 30827 w 154042"/>
                  <a:gd name="connsiteY19" fmla="*/ 135731 h 236886"/>
                  <a:gd name="connsiteX20" fmla="*/ 49286 w 154042"/>
                  <a:gd name="connsiteY20" fmla="*/ 151733 h 236886"/>
                  <a:gd name="connsiteX21" fmla="*/ 71645 w 154042"/>
                  <a:gd name="connsiteY21" fmla="*/ 156401 h 236886"/>
                  <a:gd name="connsiteX22" fmla="*/ 109228 w 154042"/>
                  <a:gd name="connsiteY22" fmla="*/ 138970 h 236886"/>
                  <a:gd name="connsiteX23" fmla="*/ 122358 w 154042"/>
                  <a:gd name="connsiteY23" fmla="*/ 89344 h 236886"/>
                  <a:gd name="connsiteX24" fmla="*/ 119314 w 154042"/>
                  <a:gd name="connsiteY24" fmla="*/ 60008 h 236886"/>
                  <a:gd name="connsiteX25" fmla="*/ 110655 w 154042"/>
                  <a:gd name="connsiteY25" fmla="*/ 39910 h 236886"/>
                  <a:gd name="connsiteX26" fmla="*/ 96669 w 154042"/>
                  <a:gd name="connsiteY26" fmla="*/ 28385 h 236886"/>
                  <a:gd name="connsiteX27" fmla="*/ 77925 w 154042"/>
                  <a:gd name="connsiteY27" fmla="*/ 24765 h 236886"/>
                  <a:gd name="connsiteX28" fmla="*/ 51665 w 154042"/>
                  <a:gd name="connsiteY28" fmla="*/ 31623 h 236886"/>
                  <a:gd name="connsiteX29" fmla="*/ 30923 w 154042"/>
                  <a:gd name="connsiteY29" fmla="*/ 51149 h 236886"/>
                  <a:gd name="connsiteX30" fmla="*/ 30923 w 154042"/>
                  <a:gd name="connsiteY30" fmla="*/ 135636 h 2368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154042" h="236886">
                    <a:moveTo>
                      <a:pt x="29305" y="30194"/>
                    </a:moveTo>
                    <a:cubicBezTo>
                      <a:pt x="36631" y="21146"/>
                      <a:pt x="45195" y="13811"/>
                      <a:pt x="54804" y="8287"/>
                    </a:cubicBezTo>
                    <a:cubicBezTo>
                      <a:pt x="64414" y="2762"/>
                      <a:pt x="75451" y="0"/>
                      <a:pt x="87915" y="0"/>
                    </a:cubicBezTo>
                    <a:cubicBezTo>
                      <a:pt x="98001" y="0"/>
                      <a:pt x="107135" y="1905"/>
                      <a:pt x="115318" y="5810"/>
                    </a:cubicBezTo>
                    <a:cubicBezTo>
                      <a:pt x="123500" y="9620"/>
                      <a:pt x="130446" y="15335"/>
                      <a:pt x="136155" y="22860"/>
                    </a:cubicBezTo>
                    <a:cubicBezTo>
                      <a:pt x="141863" y="30385"/>
                      <a:pt x="146335" y="39719"/>
                      <a:pt x="149380" y="50864"/>
                    </a:cubicBezTo>
                    <a:cubicBezTo>
                      <a:pt x="152520" y="62008"/>
                      <a:pt x="154042" y="74866"/>
                      <a:pt x="154042" y="89344"/>
                    </a:cubicBezTo>
                    <a:cubicBezTo>
                      <a:pt x="154042" y="102203"/>
                      <a:pt x="152329" y="114205"/>
                      <a:pt x="148904" y="125254"/>
                    </a:cubicBezTo>
                    <a:cubicBezTo>
                      <a:pt x="145479" y="136303"/>
                      <a:pt x="140531" y="145923"/>
                      <a:pt x="133966" y="154019"/>
                    </a:cubicBezTo>
                    <a:cubicBezTo>
                      <a:pt x="127496" y="162116"/>
                      <a:pt x="119599" y="168497"/>
                      <a:pt x="110180" y="173165"/>
                    </a:cubicBezTo>
                    <a:cubicBezTo>
                      <a:pt x="100760" y="177832"/>
                      <a:pt x="90294" y="180118"/>
                      <a:pt x="78591" y="180118"/>
                    </a:cubicBezTo>
                    <a:cubicBezTo>
                      <a:pt x="67935" y="180118"/>
                      <a:pt x="58801" y="178308"/>
                      <a:pt x="51094" y="174689"/>
                    </a:cubicBezTo>
                    <a:cubicBezTo>
                      <a:pt x="43482" y="171069"/>
                      <a:pt x="36726" y="166021"/>
                      <a:pt x="30827" y="159639"/>
                    </a:cubicBezTo>
                    <a:lnTo>
                      <a:pt x="30827" y="236887"/>
                    </a:lnTo>
                    <a:lnTo>
                      <a:pt x="0" y="236887"/>
                    </a:lnTo>
                    <a:lnTo>
                      <a:pt x="0" y="3143"/>
                    </a:lnTo>
                    <a:lnTo>
                      <a:pt x="18458" y="3143"/>
                    </a:lnTo>
                    <a:cubicBezTo>
                      <a:pt x="22835" y="3143"/>
                      <a:pt x="25499" y="5239"/>
                      <a:pt x="26546" y="9525"/>
                    </a:cubicBezTo>
                    <a:lnTo>
                      <a:pt x="29305" y="30194"/>
                    </a:lnTo>
                    <a:close/>
                    <a:moveTo>
                      <a:pt x="30827" y="135731"/>
                    </a:moveTo>
                    <a:cubicBezTo>
                      <a:pt x="36441" y="143256"/>
                      <a:pt x="42625" y="148685"/>
                      <a:pt x="49286" y="151733"/>
                    </a:cubicBezTo>
                    <a:cubicBezTo>
                      <a:pt x="55946" y="154877"/>
                      <a:pt x="63367" y="156401"/>
                      <a:pt x="71645" y="156401"/>
                    </a:cubicBezTo>
                    <a:cubicBezTo>
                      <a:pt x="87915" y="156401"/>
                      <a:pt x="100475" y="150590"/>
                      <a:pt x="109228" y="138970"/>
                    </a:cubicBezTo>
                    <a:cubicBezTo>
                      <a:pt x="117982" y="127349"/>
                      <a:pt x="122358" y="110776"/>
                      <a:pt x="122358" y="89344"/>
                    </a:cubicBezTo>
                    <a:cubicBezTo>
                      <a:pt x="122358" y="77915"/>
                      <a:pt x="121312" y="68199"/>
                      <a:pt x="119314" y="60008"/>
                    </a:cubicBezTo>
                    <a:cubicBezTo>
                      <a:pt x="117316" y="51816"/>
                      <a:pt x="114366" y="45148"/>
                      <a:pt x="110655" y="39910"/>
                    </a:cubicBezTo>
                    <a:cubicBezTo>
                      <a:pt x="106849" y="34671"/>
                      <a:pt x="102187" y="30861"/>
                      <a:pt x="96669" y="28385"/>
                    </a:cubicBezTo>
                    <a:cubicBezTo>
                      <a:pt x="91150" y="26003"/>
                      <a:pt x="84871" y="24765"/>
                      <a:pt x="77925" y="24765"/>
                    </a:cubicBezTo>
                    <a:cubicBezTo>
                      <a:pt x="67935" y="24765"/>
                      <a:pt x="59181" y="27051"/>
                      <a:pt x="51665" y="31623"/>
                    </a:cubicBezTo>
                    <a:cubicBezTo>
                      <a:pt x="44148" y="36195"/>
                      <a:pt x="37202" y="42767"/>
                      <a:pt x="30923" y="51149"/>
                    </a:cubicBezTo>
                    <a:lnTo>
                      <a:pt x="30923" y="13563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" name="Freeform 28">
                <a:extLst>
                  <a:ext uri="{FF2B5EF4-FFF2-40B4-BE49-F238E27FC236}">
                    <a16:creationId xmlns:a16="http://schemas.microsoft.com/office/drawing/2014/main" id="{D54BB8EC-A1A8-F82C-92F5-DE8024A4FD6A}"/>
                  </a:ext>
                </a:extLst>
              </p:cNvPr>
              <p:cNvSpPr/>
              <p:nvPr/>
            </p:nvSpPr>
            <p:spPr>
              <a:xfrm>
                <a:off x="11575627" y="6428358"/>
                <a:ext cx="30637" cy="253936"/>
              </a:xfrm>
              <a:custGeom>
                <a:avLst/>
                <a:gdLst>
                  <a:gd name="connsiteX0" fmla="*/ 30637 w 30637"/>
                  <a:gd name="connsiteY0" fmla="*/ 0 h 253936"/>
                  <a:gd name="connsiteX1" fmla="*/ 30637 w 30637"/>
                  <a:gd name="connsiteY1" fmla="*/ 253937 h 253936"/>
                  <a:gd name="connsiteX2" fmla="*/ 0 w 30637"/>
                  <a:gd name="connsiteY2" fmla="*/ 253937 h 253936"/>
                  <a:gd name="connsiteX3" fmla="*/ 0 w 30637"/>
                  <a:gd name="connsiteY3" fmla="*/ 0 h 253936"/>
                  <a:gd name="connsiteX4" fmla="*/ 30637 w 30637"/>
                  <a:gd name="connsiteY4" fmla="*/ 0 h 2539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0637" h="253936">
                    <a:moveTo>
                      <a:pt x="30637" y="0"/>
                    </a:moveTo>
                    <a:lnTo>
                      <a:pt x="30637" y="253937"/>
                    </a:lnTo>
                    <a:lnTo>
                      <a:pt x="0" y="253937"/>
                    </a:lnTo>
                    <a:lnTo>
                      <a:pt x="0" y="0"/>
                    </a:lnTo>
                    <a:lnTo>
                      <a:pt x="30637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" name="Freeform 29">
                <a:extLst>
                  <a:ext uri="{FF2B5EF4-FFF2-40B4-BE49-F238E27FC236}">
                    <a16:creationId xmlns:a16="http://schemas.microsoft.com/office/drawing/2014/main" id="{7EF97BBF-3EE0-E687-0E91-2EC812769111}"/>
                  </a:ext>
                </a:extLst>
              </p:cNvPr>
              <p:cNvSpPr/>
              <p:nvPr/>
            </p:nvSpPr>
            <p:spPr>
              <a:xfrm>
                <a:off x="11631668" y="6507606"/>
                <a:ext cx="171263" cy="233838"/>
              </a:xfrm>
              <a:custGeom>
                <a:avLst/>
                <a:gdLst>
                  <a:gd name="connsiteX0" fmla="*/ 171264 w 171263"/>
                  <a:gd name="connsiteY0" fmla="*/ 0 h 233838"/>
                  <a:gd name="connsiteX1" fmla="*/ 73929 w 171263"/>
                  <a:gd name="connsiteY1" fmla="*/ 226219 h 233838"/>
                  <a:gd name="connsiteX2" fmla="*/ 70028 w 171263"/>
                  <a:gd name="connsiteY2" fmla="*/ 231743 h 233838"/>
                  <a:gd name="connsiteX3" fmla="*/ 62892 w 171263"/>
                  <a:gd name="connsiteY3" fmla="*/ 233839 h 233838"/>
                  <a:gd name="connsiteX4" fmla="*/ 40152 w 171263"/>
                  <a:gd name="connsiteY4" fmla="*/ 233839 h 233838"/>
                  <a:gd name="connsiteX5" fmla="*/ 72026 w 171263"/>
                  <a:gd name="connsiteY5" fmla="*/ 164497 h 233838"/>
                  <a:gd name="connsiteX6" fmla="*/ 0 w 171263"/>
                  <a:gd name="connsiteY6" fmla="*/ 0 h 233838"/>
                  <a:gd name="connsiteX7" fmla="*/ 26546 w 171263"/>
                  <a:gd name="connsiteY7" fmla="*/ 0 h 233838"/>
                  <a:gd name="connsiteX8" fmla="*/ 32825 w 171263"/>
                  <a:gd name="connsiteY8" fmla="*/ 2000 h 233838"/>
                  <a:gd name="connsiteX9" fmla="*/ 35965 w 171263"/>
                  <a:gd name="connsiteY9" fmla="*/ 6382 h 233838"/>
                  <a:gd name="connsiteX10" fmla="*/ 82682 w 171263"/>
                  <a:gd name="connsiteY10" fmla="*/ 116395 h 233838"/>
                  <a:gd name="connsiteX11" fmla="*/ 87344 w 171263"/>
                  <a:gd name="connsiteY11" fmla="*/ 131540 h 233838"/>
                  <a:gd name="connsiteX12" fmla="*/ 92482 w 171263"/>
                  <a:gd name="connsiteY12" fmla="*/ 116205 h 233838"/>
                  <a:gd name="connsiteX13" fmla="*/ 137772 w 171263"/>
                  <a:gd name="connsiteY13" fmla="*/ 6382 h 233838"/>
                  <a:gd name="connsiteX14" fmla="*/ 141293 w 171263"/>
                  <a:gd name="connsiteY14" fmla="*/ 1810 h 233838"/>
                  <a:gd name="connsiteX15" fmla="*/ 146906 w 171263"/>
                  <a:gd name="connsiteY15" fmla="*/ 0 h 233838"/>
                  <a:gd name="connsiteX16" fmla="*/ 171169 w 171263"/>
                  <a:gd name="connsiteY16" fmla="*/ 0 h 2338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71263" h="233838">
                    <a:moveTo>
                      <a:pt x="171264" y="0"/>
                    </a:moveTo>
                    <a:lnTo>
                      <a:pt x="73929" y="226219"/>
                    </a:lnTo>
                    <a:cubicBezTo>
                      <a:pt x="72882" y="228505"/>
                      <a:pt x="71645" y="230315"/>
                      <a:pt x="70028" y="231743"/>
                    </a:cubicBezTo>
                    <a:cubicBezTo>
                      <a:pt x="68505" y="233077"/>
                      <a:pt x="66127" y="233839"/>
                      <a:pt x="62892" y="233839"/>
                    </a:cubicBezTo>
                    <a:lnTo>
                      <a:pt x="40152" y="233839"/>
                    </a:lnTo>
                    <a:lnTo>
                      <a:pt x="72026" y="164497"/>
                    </a:lnTo>
                    <a:lnTo>
                      <a:pt x="0" y="0"/>
                    </a:lnTo>
                    <a:lnTo>
                      <a:pt x="26546" y="0"/>
                    </a:lnTo>
                    <a:cubicBezTo>
                      <a:pt x="29210" y="0"/>
                      <a:pt x="31303" y="667"/>
                      <a:pt x="32825" y="2000"/>
                    </a:cubicBezTo>
                    <a:cubicBezTo>
                      <a:pt x="34348" y="3334"/>
                      <a:pt x="35395" y="4763"/>
                      <a:pt x="35965" y="6382"/>
                    </a:cubicBezTo>
                    <a:lnTo>
                      <a:pt x="82682" y="116395"/>
                    </a:lnTo>
                    <a:cubicBezTo>
                      <a:pt x="84490" y="121253"/>
                      <a:pt x="86108" y="126302"/>
                      <a:pt x="87344" y="131540"/>
                    </a:cubicBezTo>
                    <a:cubicBezTo>
                      <a:pt x="88962" y="126111"/>
                      <a:pt x="90675" y="121063"/>
                      <a:pt x="92482" y="116205"/>
                    </a:cubicBezTo>
                    <a:lnTo>
                      <a:pt x="137772" y="6382"/>
                    </a:lnTo>
                    <a:cubicBezTo>
                      <a:pt x="138438" y="4572"/>
                      <a:pt x="139675" y="3048"/>
                      <a:pt x="141293" y="1810"/>
                    </a:cubicBezTo>
                    <a:cubicBezTo>
                      <a:pt x="142910" y="667"/>
                      <a:pt x="144813" y="0"/>
                      <a:pt x="146906" y="0"/>
                    </a:cubicBezTo>
                    <a:lnTo>
                      <a:pt x="171169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" name="Freeform 30">
                <a:extLst>
                  <a:ext uri="{FF2B5EF4-FFF2-40B4-BE49-F238E27FC236}">
                    <a16:creationId xmlns:a16="http://schemas.microsoft.com/office/drawing/2014/main" id="{E14A0284-5605-160E-E288-633FCC2263A0}"/>
                  </a:ext>
                </a:extLst>
              </p:cNvPr>
              <p:cNvSpPr/>
              <p:nvPr/>
            </p:nvSpPr>
            <p:spPr>
              <a:xfrm>
                <a:off x="11892941" y="6505035"/>
                <a:ext cx="141482" cy="179736"/>
              </a:xfrm>
              <a:custGeom>
                <a:avLst/>
                <a:gdLst>
                  <a:gd name="connsiteX0" fmla="*/ 131302 w 141482"/>
                  <a:gd name="connsiteY0" fmla="*/ 33623 h 179736"/>
                  <a:gd name="connsiteX1" fmla="*/ 128543 w 141482"/>
                  <a:gd name="connsiteY1" fmla="*/ 36576 h 179736"/>
                  <a:gd name="connsiteX2" fmla="*/ 124737 w 141482"/>
                  <a:gd name="connsiteY2" fmla="*/ 37624 h 179736"/>
                  <a:gd name="connsiteX3" fmla="*/ 119028 w 141482"/>
                  <a:gd name="connsiteY3" fmla="*/ 35433 h 179736"/>
                  <a:gd name="connsiteX4" fmla="*/ 111321 w 141482"/>
                  <a:gd name="connsiteY4" fmla="*/ 30670 h 179736"/>
                  <a:gd name="connsiteX5" fmla="*/ 100094 w 141482"/>
                  <a:gd name="connsiteY5" fmla="*/ 25908 h 179736"/>
                  <a:gd name="connsiteX6" fmla="*/ 83824 w 141482"/>
                  <a:gd name="connsiteY6" fmla="*/ 23717 h 179736"/>
                  <a:gd name="connsiteX7" fmla="*/ 61084 w 141482"/>
                  <a:gd name="connsiteY7" fmla="*/ 28289 h 179736"/>
                  <a:gd name="connsiteX8" fmla="*/ 44623 w 141482"/>
                  <a:gd name="connsiteY8" fmla="*/ 41434 h 179736"/>
                  <a:gd name="connsiteX9" fmla="*/ 34633 w 141482"/>
                  <a:gd name="connsiteY9" fmla="*/ 62294 h 179736"/>
                  <a:gd name="connsiteX10" fmla="*/ 31303 w 141482"/>
                  <a:gd name="connsiteY10" fmla="*/ 89725 h 179736"/>
                  <a:gd name="connsiteX11" fmla="*/ 34919 w 141482"/>
                  <a:gd name="connsiteY11" fmla="*/ 117920 h 179736"/>
                  <a:gd name="connsiteX12" fmla="*/ 45195 w 141482"/>
                  <a:gd name="connsiteY12" fmla="*/ 138589 h 179736"/>
                  <a:gd name="connsiteX13" fmla="*/ 61179 w 141482"/>
                  <a:gd name="connsiteY13" fmla="*/ 151352 h 179736"/>
                  <a:gd name="connsiteX14" fmla="*/ 82301 w 141482"/>
                  <a:gd name="connsiteY14" fmla="*/ 155734 h 179736"/>
                  <a:gd name="connsiteX15" fmla="*/ 100760 w 141482"/>
                  <a:gd name="connsiteY15" fmla="*/ 153067 h 179736"/>
                  <a:gd name="connsiteX16" fmla="*/ 112748 w 141482"/>
                  <a:gd name="connsiteY16" fmla="*/ 147161 h 179736"/>
                  <a:gd name="connsiteX17" fmla="*/ 120646 w 141482"/>
                  <a:gd name="connsiteY17" fmla="*/ 141256 h 179736"/>
                  <a:gd name="connsiteX18" fmla="*/ 126925 w 141482"/>
                  <a:gd name="connsiteY18" fmla="*/ 138589 h 179736"/>
                  <a:gd name="connsiteX19" fmla="*/ 132824 w 141482"/>
                  <a:gd name="connsiteY19" fmla="*/ 141542 h 179736"/>
                  <a:gd name="connsiteX20" fmla="*/ 141483 w 141482"/>
                  <a:gd name="connsiteY20" fmla="*/ 152781 h 179736"/>
                  <a:gd name="connsiteX21" fmla="*/ 128543 w 141482"/>
                  <a:gd name="connsiteY21" fmla="*/ 164878 h 179736"/>
                  <a:gd name="connsiteX22" fmla="*/ 112939 w 141482"/>
                  <a:gd name="connsiteY22" fmla="*/ 173260 h 179736"/>
                  <a:gd name="connsiteX23" fmla="*/ 95432 w 141482"/>
                  <a:gd name="connsiteY23" fmla="*/ 178213 h 179736"/>
                  <a:gd name="connsiteX24" fmla="*/ 76783 w 141482"/>
                  <a:gd name="connsiteY24" fmla="*/ 179737 h 179736"/>
                  <a:gd name="connsiteX25" fmla="*/ 46431 w 141482"/>
                  <a:gd name="connsiteY25" fmla="*/ 173736 h 179736"/>
                  <a:gd name="connsiteX26" fmla="*/ 22073 w 141482"/>
                  <a:gd name="connsiteY26" fmla="*/ 156210 h 179736"/>
                  <a:gd name="connsiteX27" fmla="*/ 5899 w 141482"/>
                  <a:gd name="connsiteY27" fmla="*/ 128016 h 179736"/>
                  <a:gd name="connsiteX28" fmla="*/ 0 w 141482"/>
                  <a:gd name="connsiteY28" fmla="*/ 89916 h 179736"/>
                  <a:gd name="connsiteX29" fmla="*/ 5423 w 141482"/>
                  <a:gd name="connsiteY29" fmla="*/ 53912 h 179736"/>
                  <a:gd name="connsiteX30" fmla="*/ 21313 w 141482"/>
                  <a:gd name="connsiteY30" fmla="*/ 25432 h 179736"/>
                  <a:gd name="connsiteX31" fmla="*/ 47002 w 141482"/>
                  <a:gd name="connsiteY31" fmla="*/ 6763 h 179736"/>
                  <a:gd name="connsiteX32" fmla="*/ 82016 w 141482"/>
                  <a:gd name="connsiteY32" fmla="*/ 0 h 179736"/>
                  <a:gd name="connsiteX33" fmla="*/ 114461 w 141482"/>
                  <a:gd name="connsiteY33" fmla="*/ 5905 h 179736"/>
                  <a:gd name="connsiteX34" fmla="*/ 139389 w 141482"/>
                  <a:gd name="connsiteY34" fmla="*/ 22669 h 179736"/>
                  <a:gd name="connsiteX35" fmla="*/ 131302 w 141482"/>
                  <a:gd name="connsiteY35" fmla="*/ 33718 h 1797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</a:cxnLst>
                <a:rect l="l" t="t" r="r" b="b"/>
                <a:pathLst>
                  <a:path w="141482" h="179736">
                    <a:moveTo>
                      <a:pt x="131302" y="33623"/>
                    </a:moveTo>
                    <a:cubicBezTo>
                      <a:pt x="130350" y="34862"/>
                      <a:pt x="129494" y="35909"/>
                      <a:pt x="128543" y="36576"/>
                    </a:cubicBezTo>
                    <a:cubicBezTo>
                      <a:pt x="127591" y="37243"/>
                      <a:pt x="126354" y="37624"/>
                      <a:pt x="124737" y="37624"/>
                    </a:cubicBezTo>
                    <a:cubicBezTo>
                      <a:pt x="123024" y="37624"/>
                      <a:pt x="121121" y="36957"/>
                      <a:pt x="119028" y="35433"/>
                    </a:cubicBezTo>
                    <a:cubicBezTo>
                      <a:pt x="116935" y="34004"/>
                      <a:pt x="114366" y="32385"/>
                      <a:pt x="111321" y="30670"/>
                    </a:cubicBezTo>
                    <a:cubicBezTo>
                      <a:pt x="108276" y="28956"/>
                      <a:pt x="104566" y="27337"/>
                      <a:pt x="100094" y="25908"/>
                    </a:cubicBezTo>
                    <a:cubicBezTo>
                      <a:pt x="95717" y="24479"/>
                      <a:pt x="90199" y="23717"/>
                      <a:pt x="83824" y="23717"/>
                    </a:cubicBezTo>
                    <a:cubicBezTo>
                      <a:pt x="75165" y="23717"/>
                      <a:pt x="67649" y="25241"/>
                      <a:pt x="61084" y="28289"/>
                    </a:cubicBezTo>
                    <a:cubicBezTo>
                      <a:pt x="54519" y="31337"/>
                      <a:pt x="49095" y="35719"/>
                      <a:pt x="44623" y="41434"/>
                    </a:cubicBezTo>
                    <a:cubicBezTo>
                      <a:pt x="40247" y="47149"/>
                      <a:pt x="36916" y="54102"/>
                      <a:pt x="34633" y="62294"/>
                    </a:cubicBezTo>
                    <a:cubicBezTo>
                      <a:pt x="32349" y="70485"/>
                      <a:pt x="31303" y="79629"/>
                      <a:pt x="31303" y="89725"/>
                    </a:cubicBezTo>
                    <a:cubicBezTo>
                      <a:pt x="31303" y="99822"/>
                      <a:pt x="32540" y="109728"/>
                      <a:pt x="34919" y="117920"/>
                    </a:cubicBezTo>
                    <a:cubicBezTo>
                      <a:pt x="37297" y="126111"/>
                      <a:pt x="40722" y="133064"/>
                      <a:pt x="45195" y="138589"/>
                    </a:cubicBezTo>
                    <a:cubicBezTo>
                      <a:pt x="49571" y="144113"/>
                      <a:pt x="54994" y="148399"/>
                      <a:pt x="61179" y="151352"/>
                    </a:cubicBezTo>
                    <a:cubicBezTo>
                      <a:pt x="67459" y="154305"/>
                      <a:pt x="74499" y="155734"/>
                      <a:pt x="82301" y="155734"/>
                    </a:cubicBezTo>
                    <a:cubicBezTo>
                      <a:pt x="90104" y="155734"/>
                      <a:pt x="95907" y="154876"/>
                      <a:pt x="100760" y="153067"/>
                    </a:cubicBezTo>
                    <a:cubicBezTo>
                      <a:pt x="105612" y="151257"/>
                      <a:pt x="109608" y="149352"/>
                      <a:pt x="112748" y="147161"/>
                    </a:cubicBezTo>
                    <a:cubicBezTo>
                      <a:pt x="115888" y="144971"/>
                      <a:pt x="118552" y="142970"/>
                      <a:pt x="120646" y="141256"/>
                    </a:cubicBezTo>
                    <a:cubicBezTo>
                      <a:pt x="122739" y="139446"/>
                      <a:pt x="124832" y="138589"/>
                      <a:pt x="126925" y="138589"/>
                    </a:cubicBezTo>
                    <a:cubicBezTo>
                      <a:pt x="129399" y="138589"/>
                      <a:pt x="131397" y="139541"/>
                      <a:pt x="132824" y="141542"/>
                    </a:cubicBezTo>
                    <a:lnTo>
                      <a:pt x="141483" y="152781"/>
                    </a:lnTo>
                    <a:cubicBezTo>
                      <a:pt x="137677" y="157448"/>
                      <a:pt x="133395" y="161544"/>
                      <a:pt x="128543" y="164878"/>
                    </a:cubicBezTo>
                    <a:cubicBezTo>
                      <a:pt x="123691" y="168212"/>
                      <a:pt x="118552" y="170974"/>
                      <a:pt x="112939" y="173260"/>
                    </a:cubicBezTo>
                    <a:cubicBezTo>
                      <a:pt x="107420" y="175450"/>
                      <a:pt x="101521" y="177165"/>
                      <a:pt x="95432" y="178213"/>
                    </a:cubicBezTo>
                    <a:cubicBezTo>
                      <a:pt x="89342" y="179261"/>
                      <a:pt x="83158" y="179737"/>
                      <a:pt x="76783" y="179737"/>
                    </a:cubicBezTo>
                    <a:cubicBezTo>
                      <a:pt x="65841" y="179737"/>
                      <a:pt x="55756" y="177737"/>
                      <a:pt x="46431" y="173736"/>
                    </a:cubicBezTo>
                    <a:cubicBezTo>
                      <a:pt x="37107" y="169736"/>
                      <a:pt x="28924" y="163830"/>
                      <a:pt x="22073" y="156210"/>
                    </a:cubicBezTo>
                    <a:cubicBezTo>
                      <a:pt x="15223" y="148590"/>
                      <a:pt x="9800" y="139160"/>
                      <a:pt x="5899" y="128016"/>
                    </a:cubicBezTo>
                    <a:cubicBezTo>
                      <a:pt x="1998" y="116872"/>
                      <a:pt x="0" y="104203"/>
                      <a:pt x="0" y="89916"/>
                    </a:cubicBezTo>
                    <a:cubicBezTo>
                      <a:pt x="0" y="76962"/>
                      <a:pt x="1807" y="64960"/>
                      <a:pt x="5423" y="53912"/>
                    </a:cubicBezTo>
                    <a:cubicBezTo>
                      <a:pt x="9038" y="42863"/>
                      <a:pt x="14272" y="33338"/>
                      <a:pt x="21313" y="25432"/>
                    </a:cubicBezTo>
                    <a:cubicBezTo>
                      <a:pt x="28258" y="17431"/>
                      <a:pt x="36822" y="11240"/>
                      <a:pt x="47002" y="6763"/>
                    </a:cubicBezTo>
                    <a:cubicBezTo>
                      <a:pt x="57183" y="2286"/>
                      <a:pt x="68791" y="0"/>
                      <a:pt x="82016" y="0"/>
                    </a:cubicBezTo>
                    <a:cubicBezTo>
                      <a:pt x="94290" y="0"/>
                      <a:pt x="105137" y="2000"/>
                      <a:pt x="114461" y="5905"/>
                    </a:cubicBezTo>
                    <a:cubicBezTo>
                      <a:pt x="123785" y="9906"/>
                      <a:pt x="132158" y="15430"/>
                      <a:pt x="139389" y="22669"/>
                    </a:cubicBezTo>
                    <a:lnTo>
                      <a:pt x="131302" y="33718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" name="Freeform 31">
                <a:extLst>
                  <a:ext uri="{FF2B5EF4-FFF2-40B4-BE49-F238E27FC236}">
                    <a16:creationId xmlns:a16="http://schemas.microsoft.com/office/drawing/2014/main" id="{EFF93348-E3ED-2871-2127-133BA4ED813E}"/>
                  </a:ext>
                </a:extLst>
              </p:cNvPr>
              <p:cNvSpPr/>
              <p:nvPr/>
            </p:nvSpPr>
            <p:spPr>
              <a:xfrm>
                <a:off x="12063824" y="6428358"/>
                <a:ext cx="145384" cy="254031"/>
              </a:xfrm>
              <a:custGeom>
                <a:avLst/>
                <a:gdLst>
                  <a:gd name="connsiteX0" fmla="*/ 30827 w 145384"/>
                  <a:gd name="connsiteY0" fmla="*/ 102584 h 254031"/>
                  <a:gd name="connsiteX1" fmla="*/ 55661 w 145384"/>
                  <a:gd name="connsiteY1" fmla="*/ 83630 h 254031"/>
                  <a:gd name="connsiteX2" fmla="*/ 86964 w 145384"/>
                  <a:gd name="connsiteY2" fmla="*/ 76581 h 254031"/>
                  <a:gd name="connsiteX3" fmla="*/ 112178 w 145384"/>
                  <a:gd name="connsiteY3" fmla="*/ 81344 h 254031"/>
                  <a:gd name="connsiteX4" fmla="*/ 130446 w 145384"/>
                  <a:gd name="connsiteY4" fmla="*/ 94774 h 254031"/>
                  <a:gd name="connsiteX5" fmla="*/ 141578 w 145384"/>
                  <a:gd name="connsiteY5" fmla="*/ 115729 h 254031"/>
                  <a:gd name="connsiteX6" fmla="*/ 145384 w 145384"/>
                  <a:gd name="connsiteY6" fmla="*/ 142780 h 254031"/>
                  <a:gd name="connsiteX7" fmla="*/ 145384 w 145384"/>
                  <a:gd name="connsiteY7" fmla="*/ 254032 h 254031"/>
                  <a:gd name="connsiteX8" fmla="*/ 114557 w 145384"/>
                  <a:gd name="connsiteY8" fmla="*/ 254032 h 254031"/>
                  <a:gd name="connsiteX9" fmla="*/ 114557 w 145384"/>
                  <a:gd name="connsiteY9" fmla="*/ 142780 h 254031"/>
                  <a:gd name="connsiteX10" fmla="*/ 105518 w 145384"/>
                  <a:gd name="connsiteY10" fmla="*/ 112014 h 254031"/>
                  <a:gd name="connsiteX11" fmla="*/ 78020 w 145384"/>
                  <a:gd name="connsiteY11" fmla="*/ 101060 h 254031"/>
                  <a:gd name="connsiteX12" fmla="*/ 52616 w 145384"/>
                  <a:gd name="connsiteY12" fmla="*/ 107633 h 254031"/>
                  <a:gd name="connsiteX13" fmla="*/ 30827 w 145384"/>
                  <a:gd name="connsiteY13" fmla="*/ 125349 h 254031"/>
                  <a:gd name="connsiteX14" fmla="*/ 30827 w 145384"/>
                  <a:gd name="connsiteY14" fmla="*/ 253937 h 254031"/>
                  <a:gd name="connsiteX15" fmla="*/ 0 w 145384"/>
                  <a:gd name="connsiteY15" fmla="*/ 253937 h 254031"/>
                  <a:gd name="connsiteX16" fmla="*/ 0 w 145384"/>
                  <a:gd name="connsiteY16" fmla="*/ 0 h 254031"/>
                  <a:gd name="connsiteX17" fmla="*/ 30827 w 145384"/>
                  <a:gd name="connsiteY17" fmla="*/ 0 h 254031"/>
                  <a:gd name="connsiteX18" fmla="*/ 30827 w 145384"/>
                  <a:gd name="connsiteY18" fmla="*/ 102584 h 2540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45384" h="254031">
                    <a:moveTo>
                      <a:pt x="30827" y="102584"/>
                    </a:moveTo>
                    <a:cubicBezTo>
                      <a:pt x="38249" y="94679"/>
                      <a:pt x="46527" y="88297"/>
                      <a:pt x="55661" y="83630"/>
                    </a:cubicBezTo>
                    <a:cubicBezTo>
                      <a:pt x="64795" y="78962"/>
                      <a:pt x="75166" y="76581"/>
                      <a:pt x="86964" y="76581"/>
                    </a:cubicBezTo>
                    <a:cubicBezTo>
                      <a:pt x="96479" y="76581"/>
                      <a:pt x="104947" y="78200"/>
                      <a:pt x="112178" y="81344"/>
                    </a:cubicBezTo>
                    <a:cubicBezTo>
                      <a:pt x="119504" y="84487"/>
                      <a:pt x="125594" y="88964"/>
                      <a:pt x="130446" y="94774"/>
                    </a:cubicBezTo>
                    <a:cubicBezTo>
                      <a:pt x="135299" y="100584"/>
                      <a:pt x="139009" y="107537"/>
                      <a:pt x="141578" y="115729"/>
                    </a:cubicBezTo>
                    <a:cubicBezTo>
                      <a:pt x="144052" y="123920"/>
                      <a:pt x="145384" y="132874"/>
                      <a:pt x="145384" y="142780"/>
                    </a:cubicBezTo>
                    <a:lnTo>
                      <a:pt x="145384" y="254032"/>
                    </a:lnTo>
                    <a:lnTo>
                      <a:pt x="114557" y="254032"/>
                    </a:lnTo>
                    <a:lnTo>
                      <a:pt x="114557" y="142780"/>
                    </a:lnTo>
                    <a:cubicBezTo>
                      <a:pt x="114557" y="129540"/>
                      <a:pt x="111512" y="119348"/>
                      <a:pt x="105518" y="112014"/>
                    </a:cubicBezTo>
                    <a:cubicBezTo>
                      <a:pt x="99524" y="104680"/>
                      <a:pt x="90294" y="101060"/>
                      <a:pt x="78020" y="101060"/>
                    </a:cubicBezTo>
                    <a:cubicBezTo>
                      <a:pt x="68981" y="101060"/>
                      <a:pt x="60513" y="103251"/>
                      <a:pt x="52616" y="107633"/>
                    </a:cubicBezTo>
                    <a:cubicBezTo>
                      <a:pt x="44719" y="112014"/>
                      <a:pt x="37488" y="117920"/>
                      <a:pt x="30827" y="125349"/>
                    </a:cubicBezTo>
                    <a:lnTo>
                      <a:pt x="30827" y="253937"/>
                    </a:lnTo>
                    <a:lnTo>
                      <a:pt x="0" y="253937"/>
                    </a:lnTo>
                    <a:lnTo>
                      <a:pt x="0" y="0"/>
                    </a:lnTo>
                    <a:lnTo>
                      <a:pt x="30827" y="0"/>
                    </a:lnTo>
                    <a:lnTo>
                      <a:pt x="30827" y="102584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" name="Freeform 32">
                <a:extLst>
                  <a:ext uri="{FF2B5EF4-FFF2-40B4-BE49-F238E27FC236}">
                    <a16:creationId xmlns:a16="http://schemas.microsoft.com/office/drawing/2014/main" id="{93A89275-BB76-B633-3EED-9F64FBFB76AC}"/>
                  </a:ext>
                </a:extLst>
              </p:cNvPr>
              <p:cNvSpPr/>
              <p:nvPr/>
            </p:nvSpPr>
            <p:spPr>
              <a:xfrm>
                <a:off x="12239560" y="6504558"/>
                <a:ext cx="137581" cy="180498"/>
              </a:xfrm>
              <a:custGeom>
                <a:avLst/>
                <a:gdLst>
                  <a:gd name="connsiteX0" fmla="*/ 8563 w 137581"/>
                  <a:gd name="connsiteY0" fmla="*/ 27718 h 180498"/>
                  <a:gd name="connsiteX1" fmla="*/ 39771 w 137581"/>
                  <a:gd name="connsiteY1" fmla="*/ 6858 h 180498"/>
                  <a:gd name="connsiteX2" fmla="*/ 76783 w 137581"/>
                  <a:gd name="connsiteY2" fmla="*/ 0 h 180498"/>
                  <a:gd name="connsiteX3" fmla="*/ 102758 w 137581"/>
                  <a:gd name="connsiteY3" fmla="*/ 4858 h 180498"/>
                  <a:gd name="connsiteX4" fmla="*/ 121883 w 137581"/>
                  <a:gd name="connsiteY4" fmla="*/ 18288 h 180498"/>
                  <a:gd name="connsiteX5" fmla="*/ 133586 w 137581"/>
                  <a:gd name="connsiteY5" fmla="*/ 39148 h 180498"/>
                  <a:gd name="connsiteX6" fmla="*/ 137582 w 137581"/>
                  <a:gd name="connsiteY6" fmla="*/ 66008 h 180498"/>
                  <a:gd name="connsiteX7" fmla="*/ 137582 w 137581"/>
                  <a:gd name="connsiteY7" fmla="*/ 177737 h 180498"/>
                  <a:gd name="connsiteX8" fmla="*/ 123976 w 137581"/>
                  <a:gd name="connsiteY8" fmla="*/ 177737 h 180498"/>
                  <a:gd name="connsiteX9" fmla="*/ 117125 w 137581"/>
                  <a:gd name="connsiteY9" fmla="*/ 176308 h 180498"/>
                  <a:gd name="connsiteX10" fmla="*/ 113319 w 137581"/>
                  <a:gd name="connsiteY10" fmla="*/ 170498 h 180498"/>
                  <a:gd name="connsiteX11" fmla="*/ 109894 w 137581"/>
                  <a:gd name="connsiteY11" fmla="*/ 153924 h 180498"/>
                  <a:gd name="connsiteX12" fmla="*/ 96478 w 137581"/>
                  <a:gd name="connsiteY12" fmla="*/ 165259 h 180498"/>
                  <a:gd name="connsiteX13" fmla="*/ 82682 w 137581"/>
                  <a:gd name="connsiteY13" fmla="*/ 173546 h 180498"/>
                  <a:gd name="connsiteX14" fmla="*/ 67269 w 137581"/>
                  <a:gd name="connsiteY14" fmla="*/ 178689 h 180498"/>
                  <a:gd name="connsiteX15" fmla="*/ 49095 w 137581"/>
                  <a:gd name="connsiteY15" fmla="*/ 180499 h 180498"/>
                  <a:gd name="connsiteX16" fmla="*/ 29971 w 137581"/>
                  <a:gd name="connsiteY16" fmla="*/ 177641 h 180498"/>
                  <a:gd name="connsiteX17" fmla="*/ 14367 w 137581"/>
                  <a:gd name="connsiteY17" fmla="*/ 169069 h 180498"/>
                  <a:gd name="connsiteX18" fmla="*/ 3901 w 137581"/>
                  <a:gd name="connsiteY18" fmla="*/ 154686 h 180498"/>
                  <a:gd name="connsiteX19" fmla="*/ 0 w 137581"/>
                  <a:gd name="connsiteY19" fmla="*/ 134112 h 180498"/>
                  <a:gd name="connsiteX20" fmla="*/ 5709 w 137581"/>
                  <a:gd name="connsiteY20" fmla="*/ 114205 h 180498"/>
                  <a:gd name="connsiteX21" fmla="*/ 24167 w 137581"/>
                  <a:gd name="connsiteY21" fmla="*/ 97250 h 180498"/>
                  <a:gd name="connsiteX22" fmla="*/ 57373 w 137581"/>
                  <a:gd name="connsiteY22" fmla="*/ 85058 h 180498"/>
                  <a:gd name="connsiteX23" fmla="*/ 107706 w 137581"/>
                  <a:gd name="connsiteY23" fmla="*/ 79629 h 180498"/>
                  <a:gd name="connsiteX24" fmla="*/ 107706 w 137581"/>
                  <a:gd name="connsiteY24" fmla="*/ 66008 h 180498"/>
                  <a:gd name="connsiteX25" fmla="*/ 98952 w 137581"/>
                  <a:gd name="connsiteY25" fmla="*/ 35243 h 180498"/>
                  <a:gd name="connsiteX26" fmla="*/ 73262 w 137581"/>
                  <a:gd name="connsiteY26" fmla="*/ 24860 h 180498"/>
                  <a:gd name="connsiteX27" fmla="*/ 54233 w 137581"/>
                  <a:gd name="connsiteY27" fmla="*/ 27718 h 180498"/>
                  <a:gd name="connsiteX28" fmla="*/ 41008 w 137581"/>
                  <a:gd name="connsiteY28" fmla="*/ 34100 h 180498"/>
                  <a:gd name="connsiteX29" fmla="*/ 31398 w 137581"/>
                  <a:gd name="connsiteY29" fmla="*/ 40481 h 180498"/>
                  <a:gd name="connsiteX30" fmla="*/ 23406 w 137581"/>
                  <a:gd name="connsiteY30" fmla="*/ 43339 h 180498"/>
                  <a:gd name="connsiteX31" fmla="*/ 18078 w 137581"/>
                  <a:gd name="connsiteY31" fmla="*/ 41720 h 180498"/>
                  <a:gd name="connsiteX32" fmla="*/ 14272 w 137581"/>
                  <a:gd name="connsiteY32" fmla="*/ 37719 h 180498"/>
                  <a:gd name="connsiteX33" fmla="*/ 8753 w 137581"/>
                  <a:gd name="connsiteY33" fmla="*/ 27908 h 180498"/>
                  <a:gd name="connsiteX34" fmla="*/ 107611 w 137581"/>
                  <a:gd name="connsiteY34" fmla="*/ 99060 h 180498"/>
                  <a:gd name="connsiteX35" fmla="*/ 71550 w 137581"/>
                  <a:gd name="connsiteY35" fmla="*/ 102394 h 180498"/>
                  <a:gd name="connsiteX36" fmla="*/ 47288 w 137581"/>
                  <a:gd name="connsiteY36" fmla="*/ 109347 h 180498"/>
                  <a:gd name="connsiteX37" fmla="*/ 33682 w 137581"/>
                  <a:gd name="connsiteY37" fmla="*/ 119539 h 180498"/>
                  <a:gd name="connsiteX38" fmla="*/ 29495 w 137581"/>
                  <a:gd name="connsiteY38" fmla="*/ 132683 h 180498"/>
                  <a:gd name="connsiteX39" fmla="*/ 31779 w 137581"/>
                  <a:gd name="connsiteY39" fmla="*/ 144590 h 180498"/>
                  <a:gd name="connsiteX40" fmla="*/ 37868 w 137581"/>
                  <a:gd name="connsiteY40" fmla="*/ 152781 h 180498"/>
                  <a:gd name="connsiteX41" fmla="*/ 47002 w 137581"/>
                  <a:gd name="connsiteY41" fmla="*/ 157448 h 180498"/>
                  <a:gd name="connsiteX42" fmla="*/ 58325 w 137581"/>
                  <a:gd name="connsiteY42" fmla="*/ 158877 h 180498"/>
                  <a:gd name="connsiteX43" fmla="*/ 73168 w 137581"/>
                  <a:gd name="connsiteY43" fmla="*/ 157258 h 180498"/>
                  <a:gd name="connsiteX44" fmla="*/ 85822 w 137581"/>
                  <a:gd name="connsiteY44" fmla="*/ 152495 h 180498"/>
                  <a:gd name="connsiteX45" fmla="*/ 97144 w 137581"/>
                  <a:gd name="connsiteY45" fmla="*/ 145066 h 180498"/>
                  <a:gd name="connsiteX46" fmla="*/ 107706 w 137581"/>
                  <a:gd name="connsiteY46" fmla="*/ 135255 h 180498"/>
                  <a:gd name="connsiteX47" fmla="*/ 107706 w 137581"/>
                  <a:gd name="connsiteY47" fmla="*/ 99060 h 180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137581" h="180498">
                    <a:moveTo>
                      <a:pt x="8563" y="27718"/>
                    </a:moveTo>
                    <a:cubicBezTo>
                      <a:pt x="18173" y="18383"/>
                      <a:pt x="28639" y="11430"/>
                      <a:pt x="39771" y="6858"/>
                    </a:cubicBezTo>
                    <a:cubicBezTo>
                      <a:pt x="50903" y="2286"/>
                      <a:pt x="63272" y="0"/>
                      <a:pt x="76783" y="0"/>
                    </a:cubicBezTo>
                    <a:cubicBezTo>
                      <a:pt x="86583" y="0"/>
                      <a:pt x="95241" y="1619"/>
                      <a:pt x="102758" y="4858"/>
                    </a:cubicBezTo>
                    <a:cubicBezTo>
                      <a:pt x="110370" y="8096"/>
                      <a:pt x="116744" y="12573"/>
                      <a:pt x="121883" y="18288"/>
                    </a:cubicBezTo>
                    <a:cubicBezTo>
                      <a:pt x="127020" y="24003"/>
                      <a:pt x="130921" y="30956"/>
                      <a:pt x="133586" y="39148"/>
                    </a:cubicBezTo>
                    <a:cubicBezTo>
                      <a:pt x="136250" y="47339"/>
                      <a:pt x="137582" y="56293"/>
                      <a:pt x="137582" y="66008"/>
                    </a:cubicBezTo>
                    <a:lnTo>
                      <a:pt x="137582" y="177737"/>
                    </a:lnTo>
                    <a:lnTo>
                      <a:pt x="123976" y="177737"/>
                    </a:lnTo>
                    <a:cubicBezTo>
                      <a:pt x="121026" y="177737"/>
                      <a:pt x="118648" y="177260"/>
                      <a:pt x="117125" y="176308"/>
                    </a:cubicBezTo>
                    <a:cubicBezTo>
                      <a:pt x="115508" y="175355"/>
                      <a:pt x="114271" y="173450"/>
                      <a:pt x="113319" y="170498"/>
                    </a:cubicBezTo>
                    <a:lnTo>
                      <a:pt x="109894" y="153924"/>
                    </a:lnTo>
                    <a:cubicBezTo>
                      <a:pt x="105327" y="158210"/>
                      <a:pt x="100855" y="161925"/>
                      <a:pt x="96478" y="165259"/>
                    </a:cubicBezTo>
                    <a:cubicBezTo>
                      <a:pt x="92102" y="168497"/>
                      <a:pt x="87534" y="171260"/>
                      <a:pt x="82682" y="173546"/>
                    </a:cubicBezTo>
                    <a:cubicBezTo>
                      <a:pt x="77830" y="175736"/>
                      <a:pt x="72692" y="177546"/>
                      <a:pt x="67269" y="178689"/>
                    </a:cubicBezTo>
                    <a:cubicBezTo>
                      <a:pt x="61845" y="179832"/>
                      <a:pt x="55756" y="180499"/>
                      <a:pt x="49095" y="180499"/>
                    </a:cubicBezTo>
                    <a:cubicBezTo>
                      <a:pt x="42435" y="180499"/>
                      <a:pt x="35965" y="179546"/>
                      <a:pt x="29971" y="177641"/>
                    </a:cubicBezTo>
                    <a:cubicBezTo>
                      <a:pt x="23977" y="175736"/>
                      <a:pt x="18839" y="172879"/>
                      <a:pt x="14367" y="169069"/>
                    </a:cubicBezTo>
                    <a:cubicBezTo>
                      <a:pt x="9990" y="165259"/>
                      <a:pt x="6470" y="160496"/>
                      <a:pt x="3901" y="154686"/>
                    </a:cubicBezTo>
                    <a:cubicBezTo>
                      <a:pt x="1332" y="148876"/>
                      <a:pt x="0" y="142018"/>
                      <a:pt x="0" y="134112"/>
                    </a:cubicBezTo>
                    <a:cubicBezTo>
                      <a:pt x="0" y="127254"/>
                      <a:pt x="1902" y="120587"/>
                      <a:pt x="5709" y="114205"/>
                    </a:cubicBezTo>
                    <a:cubicBezTo>
                      <a:pt x="9515" y="107823"/>
                      <a:pt x="15604" y="102203"/>
                      <a:pt x="24167" y="97250"/>
                    </a:cubicBezTo>
                    <a:cubicBezTo>
                      <a:pt x="32635" y="92297"/>
                      <a:pt x="43767" y="88297"/>
                      <a:pt x="57373" y="85058"/>
                    </a:cubicBezTo>
                    <a:cubicBezTo>
                      <a:pt x="71074" y="81915"/>
                      <a:pt x="87820" y="80105"/>
                      <a:pt x="107706" y="79629"/>
                    </a:cubicBezTo>
                    <a:lnTo>
                      <a:pt x="107706" y="66008"/>
                    </a:lnTo>
                    <a:cubicBezTo>
                      <a:pt x="107706" y="52483"/>
                      <a:pt x="104756" y="42196"/>
                      <a:pt x="98952" y="35243"/>
                    </a:cubicBezTo>
                    <a:cubicBezTo>
                      <a:pt x="93053" y="28289"/>
                      <a:pt x="84585" y="24860"/>
                      <a:pt x="73262" y="24860"/>
                    </a:cubicBezTo>
                    <a:cubicBezTo>
                      <a:pt x="65651" y="24860"/>
                      <a:pt x="59371" y="25813"/>
                      <a:pt x="54233" y="27718"/>
                    </a:cubicBezTo>
                    <a:cubicBezTo>
                      <a:pt x="49095" y="29623"/>
                      <a:pt x="44718" y="31718"/>
                      <a:pt x="41008" y="34100"/>
                    </a:cubicBezTo>
                    <a:cubicBezTo>
                      <a:pt x="37297" y="36481"/>
                      <a:pt x="34062" y="38576"/>
                      <a:pt x="31398" y="40481"/>
                    </a:cubicBezTo>
                    <a:cubicBezTo>
                      <a:pt x="28734" y="42386"/>
                      <a:pt x="26070" y="43339"/>
                      <a:pt x="23406" y="43339"/>
                    </a:cubicBezTo>
                    <a:cubicBezTo>
                      <a:pt x="21313" y="43339"/>
                      <a:pt x="19600" y="42767"/>
                      <a:pt x="18078" y="41720"/>
                    </a:cubicBezTo>
                    <a:cubicBezTo>
                      <a:pt x="16555" y="40672"/>
                      <a:pt x="15318" y="39243"/>
                      <a:pt x="14272" y="37719"/>
                    </a:cubicBezTo>
                    <a:lnTo>
                      <a:pt x="8753" y="27908"/>
                    </a:lnTo>
                    <a:close/>
                    <a:moveTo>
                      <a:pt x="107611" y="99060"/>
                    </a:moveTo>
                    <a:cubicBezTo>
                      <a:pt x="93529" y="99536"/>
                      <a:pt x="81445" y="100679"/>
                      <a:pt x="71550" y="102394"/>
                    </a:cubicBezTo>
                    <a:cubicBezTo>
                      <a:pt x="61655" y="104204"/>
                      <a:pt x="53568" y="106490"/>
                      <a:pt x="47288" y="109347"/>
                    </a:cubicBezTo>
                    <a:cubicBezTo>
                      <a:pt x="41008" y="112205"/>
                      <a:pt x="36536" y="115634"/>
                      <a:pt x="33682" y="119539"/>
                    </a:cubicBezTo>
                    <a:cubicBezTo>
                      <a:pt x="30827" y="123444"/>
                      <a:pt x="29495" y="127826"/>
                      <a:pt x="29495" y="132683"/>
                    </a:cubicBezTo>
                    <a:cubicBezTo>
                      <a:pt x="29495" y="137541"/>
                      <a:pt x="30257" y="141256"/>
                      <a:pt x="31779" y="144590"/>
                    </a:cubicBezTo>
                    <a:cubicBezTo>
                      <a:pt x="33301" y="147923"/>
                      <a:pt x="35299" y="150686"/>
                      <a:pt x="37868" y="152781"/>
                    </a:cubicBezTo>
                    <a:cubicBezTo>
                      <a:pt x="40437" y="154877"/>
                      <a:pt x="43482" y="156401"/>
                      <a:pt x="47002" y="157448"/>
                    </a:cubicBezTo>
                    <a:cubicBezTo>
                      <a:pt x="50523" y="158401"/>
                      <a:pt x="54233" y="158877"/>
                      <a:pt x="58325" y="158877"/>
                    </a:cubicBezTo>
                    <a:cubicBezTo>
                      <a:pt x="63748" y="158877"/>
                      <a:pt x="68696" y="158306"/>
                      <a:pt x="73168" y="157258"/>
                    </a:cubicBezTo>
                    <a:cubicBezTo>
                      <a:pt x="77639" y="156115"/>
                      <a:pt x="81826" y="154591"/>
                      <a:pt x="85822" y="152495"/>
                    </a:cubicBezTo>
                    <a:cubicBezTo>
                      <a:pt x="89818" y="150400"/>
                      <a:pt x="93529" y="147923"/>
                      <a:pt x="97144" y="145066"/>
                    </a:cubicBezTo>
                    <a:cubicBezTo>
                      <a:pt x="100760" y="142208"/>
                      <a:pt x="104280" y="138970"/>
                      <a:pt x="107706" y="135255"/>
                    </a:cubicBezTo>
                    <a:lnTo>
                      <a:pt x="107706" y="9906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" name="Freeform 33">
                <a:extLst>
                  <a:ext uri="{FF2B5EF4-FFF2-40B4-BE49-F238E27FC236}">
                    <a16:creationId xmlns:a16="http://schemas.microsoft.com/office/drawing/2014/main" id="{7D5BC49E-7502-5C37-8540-14C39653B05E}"/>
                  </a:ext>
                </a:extLst>
              </p:cNvPr>
              <p:cNvSpPr/>
              <p:nvPr/>
            </p:nvSpPr>
            <p:spPr>
              <a:xfrm>
                <a:off x="12415486" y="6430740"/>
                <a:ext cx="43767" cy="251650"/>
              </a:xfrm>
              <a:custGeom>
                <a:avLst/>
                <a:gdLst>
                  <a:gd name="connsiteX0" fmla="*/ 43767 w 43767"/>
                  <a:gd name="connsiteY0" fmla="*/ 22098 h 251650"/>
                  <a:gd name="connsiteX1" fmla="*/ 41959 w 43767"/>
                  <a:gd name="connsiteY1" fmla="*/ 30480 h 251650"/>
                  <a:gd name="connsiteX2" fmla="*/ 37107 w 43767"/>
                  <a:gd name="connsiteY2" fmla="*/ 37338 h 251650"/>
                  <a:gd name="connsiteX3" fmla="*/ 30066 w 43767"/>
                  <a:gd name="connsiteY3" fmla="*/ 42101 h 251650"/>
                  <a:gd name="connsiteX4" fmla="*/ 21503 w 43767"/>
                  <a:gd name="connsiteY4" fmla="*/ 43815 h 251650"/>
                  <a:gd name="connsiteX5" fmla="*/ 13130 w 43767"/>
                  <a:gd name="connsiteY5" fmla="*/ 42101 h 251650"/>
                  <a:gd name="connsiteX6" fmla="*/ 6375 w 43767"/>
                  <a:gd name="connsiteY6" fmla="*/ 37338 h 251650"/>
                  <a:gd name="connsiteX7" fmla="*/ 1713 w 43767"/>
                  <a:gd name="connsiteY7" fmla="*/ 30480 h 251650"/>
                  <a:gd name="connsiteX8" fmla="*/ 0 w 43767"/>
                  <a:gd name="connsiteY8" fmla="*/ 22098 h 251650"/>
                  <a:gd name="connsiteX9" fmla="*/ 1713 w 43767"/>
                  <a:gd name="connsiteY9" fmla="*/ 13526 h 251650"/>
                  <a:gd name="connsiteX10" fmla="*/ 6375 w 43767"/>
                  <a:gd name="connsiteY10" fmla="*/ 6477 h 251650"/>
                  <a:gd name="connsiteX11" fmla="*/ 13130 w 43767"/>
                  <a:gd name="connsiteY11" fmla="*/ 1715 h 251650"/>
                  <a:gd name="connsiteX12" fmla="*/ 21503 w 43767"/>
                  <a:gd name="connsiteY12" fmla="*/ 0 h 251650"/>
                  <a:gd name="connsiteX13" fmla="*/ 30066 w 43767"/>
                  <a:gd name="connsiteY13" fmla="*/ 1715 h 251650"/>
                  <a:gd name="connsiteX14" fmla="*/ 37107 w 43767"/>
                  <a:gd name="connsiteY14" fmla="*/ 6477 h 251650"/>
                  <a:gd name="connsiteX15" fmla="*/ 41959 w 43767"/>
                  <a:gd name="connsiteY15" fmla="*/ 13526 h 251650"/>
                  <a:gd name="connsiteX16" fmla="*/ 43767 w 43767"/>
                  <a:gd name="connsiteY16" fmla="*/ 22098 h 251650"/>
                  <a:gd name="connsiteX17" fmla="*/ 37202 w 43767"/>
                  <a:gd name="connsiteY17" fmla="*/ 76962 h 251650"/>
                  <a:gd name="connsiteX18" fmla="*/ 37202 w 43767"/>
                  <a:gd name="connsiteY18" fmla="*/ 251651 h 251650"/>
                  <a:gd name="connsiteX19" fmla="*/ 6565 w 43767"/>
                  <a:gd name="connsiteY19" fmla="*/ 251651 h 251650"/>
                  <a:gd name="connsiteX20" fmla="*/ 6565 w 43767"/>
                  <a:gd name="connsiteY20" fmla="*/ 76962 h 251650"/>
                  <a:gd name="connsiteX21" fmla="*/ 37202 w 43767"/>
                  <a:gd name="connsiteY21" fmla="*/ 76962 h 251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43767" h="251650">
                    <a:moveTo>
                      <a:pt x="43767" y="22098"/>
                    </a:moveTo>
                    <a:cubicBezTo>
                      <a:pt x="43767" y="25051"/>
                      <a:pt x="43196" y="27908"/>
                      <a:pt x="41959" y="30480"/>
                    </a:cubicBezTo>
                    <a:cubicBezTo>
                      <a:pt x="40722" y="33052"/>
                      <a:pt x="39105" y="35338"/>
                      <a:pt x="37107" y="37338"/>
                    </a:cubicBezTo>
                    <a:cubicBezTo>
                      <a:pt x="35109" y="39338"/>
                      <a:pt x="32730" y="40958"/>
                      <a:pt x="30066" y="42101"/>
                    </a:cubicBezTo>
                    <a:cubicBezTo>
                      <a:pt x="27402" y="43244"/>
                      <a:pt x="24548" y="43815"/>
                      <a:pt x="21503" y="43815"/>
                    </a:cubicBezTo>
                    <a:cubicBezTo>
                      <a:pt x="18458" y="43815"/>
                      <a:pt x="15699" y="43244"/>
                      <a:pt x="13130" y="42101"/>
                    </a:cubicBezTo>
                    <a:cubicBezTo>
                      <a:pt x="10561" y="40958"/>
                      <a:pt x="8278" y="39338"/>
                      <a:pt x="6375" y="37338"/>
                    </a:cubicBezTo>
                    <a:cubicBezTo>
                      <a:pt x="4472" y="35338"/>
                      <a:pt x="2854" y="33052"/>
                      <a:pt x="1713" y="30480"/>
                    </a:cubicBezTo>
                    <a:cubicBezTo>
                      <a:pt x="571" y="27908"/>
                      <a:pt x="0" y="25146"/>
                      <a:pt x="0" y="22098"/>
                    </a:cubicBezTo>
                    <a:cubicBezTo>
                      <a:pt x="0" y="19050"/>
                      <a:pt x="571" y="16288"/>
                      <a:pt x="1713" y="13526"/>
                    </a:cubicBezTo>
                    <a:cubicBezTo>
                      <a:pt x="2854" y="10859"/>
                      <a:pt x="4376" y="8477"/>
                      <a:pt x="6375" y="6477"/>
                    </a:cubicBezTo>
                    <a:cubicBezTo>
                      <a:pt x="8373" y="4477"/>
                      <a:pt x="10561" y="2858"/>
                      <a:pt x="13130" y="1715"/>
                    </a:cubicBezTo>
                    <a:cubicBezTo>
                      <a:pt x="15699" y="572"/>
                      <a:pt x="18458" y="0"/>
                      <a:pt x="21503" y="0"/>
                    </a:cubicBezTo>
                    <a:cubicBezTo>
                      <a:pt x="24548" y="0"/>
                      <a:pt x="27307" y="572"/>
                      <a:pt x="30066" y="1715"/>
                    </a:cubicBezTo>
                    <a:cubicBezTo>
                      <a:pt x="32730" y="2858"/>
                      <a:pt x="35109" y="4477"/>
                      <a:pt x="37107" y="6477"/>
                    </a:cubicBezTo>
                    <a:cubicBezTo>
                      <a:pt x="39105" y="8477"/>
                      <a:pt x="40722" y="10859"/>
                      <a:pt x="41959" y="13526"/>
                    </a:cubicBezTo>
                    <a:cubicBezTo>
                      <a:pt x="43196" y="16288"/>
                      <a:pt x="43767" y="19050"/>
                      <a:pt x="43767" y="22098"/>
                    </a:cubicBezTo>
                    <a:close/>
                    <a:moveTo>
                      <a:pt x="37202" y="76962"/>
                    </a:moveTo>
                    <a:lnTo>
                      <a:pt x="37202" y="251651"/>
                    </a:lnTo>
                    <a:lnTo>
                      <a:pt x="6565" y="251651"/>
                    </a:lnTo>
                    <a:lnTo>
                      <a:pt x="6565" y="76962"/>
                    </a:lnTo>
                    <a:lnTo>
                      <a:pt x="37202" y="76962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" name="Freeform 34">
                <a:extLst>
                  <a:ext uri="{FF2B5EF4-FFF2-40B4-BE49-F238E27FC236}">
                    <a16:creationId xmlns:a16="http://schemas.microsoft.com/office/drawing/2014/main" id="{DE809889-6C99-639D-1EFC-275CD4EEF95A}"/>
                  </a:ext>
                </a:extLst>
              </p:cNvPr>
              <p:cNvSpPr/>
              <p:nvPr/>
            </p:nvSpPr>
            <p:spPr>
              <a:xfrm>
                <a:off x="12499595" y="6504844"/>
                <a:ext cx="145384" cy="177450"/>
              </a:xfrm>
              <a:custGeom>
                <a:avLst/>
                <a:gdLst>
                  <a:gd name="connsiteX0" fmla="*/ 28925 w 145384"/>
                  <a:gd name="connsiteY0" fmla="*/ 28099 h 177450"/>
                  <a:gd name="connsiteX1" fmla="*/ 41008 w 145384"/>
                  <a:gd name="connsiteY1" fmla="*/ 16573 h 177450"/>
                  <a:gd name="connsiteX2" fmla="*/ 54519 w 145384"/>
                  <a:gd name="connsiteY2" fmla="*/ 7715 h 177450"/>
                  <a:gd name="connsiteX3" fmla="*/ 69647 w 145384"/>
                  <a:gd name="connsiteY3" fmla="*/ 2000 h 177450"/>
                  <a:gd name="connsiteX4" fmla="*/ 86964 w 145384"/>
                  <a:gd name="connsiteY4" fmla="*/ 0 h 177450"/>
                  <a:gd name="connsiteX5" fmla="*/ 112178 w 145384"/>
                  <a:gd name="connsiteY5" fmla="*/ 4763 h 177450"/>
                  <a:gd name="connsiteX6" fmla="*/ 130446 w 145384"/>
                  <a:gd name="connsiteY6" fmla="*/ 18193 h 177450"/>
                  <a:gd name="connsiteX7" fmla="*/ 141578 w 145384"/>
                  <a:gd name="connsiteY7" fmla="*/ 39148 h 177450"/>
                  <a:gd name="connsiteX8" fmla="*/ 145384 w 145384"/>
                  <a:gd name="connsiteY8" fmla="*/ 66199 h 177450"/>
                  <a:gd name="connsiteX9" fmla="*/ 145384 w 145384"/>
                  <a:gd name="connsiteY9" fmla="*/ 177451 h 177450"/>
                  <a:gd name="connsiteX10" fmla="*/ 114557 w 145384"/>
                  <a:gd name="connsiteY10" fmla="*/ 177451 h 177450"/>
                  <a:gd name="connsiteX11" fmla="*/ 114557 w 145384"/>
                  <a:gd name="connsiteY11" fmla="*/ 66199 h 177450"/>
                  <a:gd name="connsiteX12" fmla="*/ 105518 w 145384"/>
                  <a:gd name="connsiteY12" fmla="*/ 35433 h 177450"/>
                  <a:gd name="connsiteX13" fmla="*/ 78020 w 145384"/>
                  <a:gd name="connsiteY13" fmla="*/ 24479 h 177450"/>
                  <a:gd name="connsiteX14" fmla="*/ 52616 w 145384"/>
                  <a:gd name="connsiteY14" fmla="*/ 31052 h 177450"/>
                  <a:gd name="connsiteX15" fmla="*/ 30828 w 145384"/>
                  <a:gd name="connsiteY15" fmla="*/ 48768 h 177450"/>
                  <a:gd name="connsiteX16" fmla="*/ 30828 w 145384"/>
                  <a:gd name="connsiteY16" fmla="*/ 177355 h 177450"/>
                  <a:gd name="connsiteX17" fmla="*/ 0 w 145384"/>
                  <a:gd name="connsiteY17" fmla="*/ 177355 h 177450"/>
                  <a:gd name="connsiteX18" fmla="*/ 0 w 145384"/>
                  <a:gd name="connsiteY18" fmla="*/ 2667 h 177450"/>
                  <a:gd name="connsiteX19" fmla="*/ 18458 w 145384"/>
                  <a:gd name="connsiteY19" fmla="*/ 2667 h 177450"/>
                  <a:gd name="connsiteX20" fmla="*/ 26546 w 145384"/>
                  <a:gd name="connsiteY20" fmla="*/ 9049 h 177450"/>
                  <a:gd name="connsiteX21" fmla="*/ 28925 w 145384"/>
                  <a:gd name="connsiteY21" fmla="*/ 28004 h 177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45384" h="177450">
                    <a:moveTo>
                      <a:pt x="28925" y="28099"/>
                    </a:moveTo>
                    <a:cubicBezTo>
                      <a:pt x="32730" y="23813"/>
                      <a:pt x="36727" y="20003"/>
                      <a:pt x="41008" y="16573"/>
                    </a:cubicBezTo>
                    <a:cubicBezTo>
                      <a:pt x="45290" y="13144"/>
                      <a:pt x="49762" y="10192"/>
                      <a:pt x="54519" y="7715"/>
                    </a:cubicBezTo>
                    <a:cubicBezTo>
                      <a:pt x="59277" y="5239"/>
                      <a:pt x="64319" y="3334"/>
                      <a:pt x="69647" y="2000"/>
                    </a:cubicBezTo>
                    <a:cubicBezTo>
                      <a:pt x="74976" y="667"/>
                      <a:pt x="80780" y="0"/>
                      <a:pt x="86964" y="0"/>
                    </a:cubicBezTo>
                    <a:cubicBezTo>
                      <a:pt x="96479" y="0"/>
                      <a:pt x="104947" y="1619"/>
                      <a:pt x="112178" y="4763"/>
                    </a:cubicBezTo>
                    <a:cubicBezTo>
                      <a:pt x="119504" y="7906"/>
                      <a:pt x="125594" y="12382"/>
                      <a:pt x="130446" y="18193"/>
                    </a:cubicBezTo>
                    <a:cubicBezTo>
                      <a:pt x="135299" y="24003"/>
                      <a:pt x="139010" y="30956"/>
                      <a:pt x="141578" y="39148"/>
                    </a:cubicBezTo>
                    <a:cubicBezTo>
                      <a:pt x="144052" y="47339"/>
                      <a:pt x="145384" y="56293"/>
                      <a:pt x="145384" y="66199"/>
                    </a:cubicBezTo>
                    <a:lnTo>
                      <a:pt x="145384" y="177451"/>
                    </a:lnTo>
                    <a:lnTo>
                      <a:pt x="114557" y="177451"/>
                    </a:lnTo>
                    <a:lnTo>
                      <a:pt x="114557" y="66199"/>
                    </a:lnTo>
                    <a:cubicBezTo>
                      <a:pt x="114557" y="52959"/>
                      <a:pt x="111512" y="42767"/>
                      <a:pt x="105518" y="35433"/>
                    </a:cubicBezTo>
                    <a:cubicBezTo>
                      <a:pt x="99524" y="28099"/>
                      <a:pt x="90295" y="24479"/>
                      <a:pt x="78020" y="24479"/>
                    </a:cubicBezTo>
                    <a:cubicBezTo>
                      <a:pt x="68981" y="24479"/>
                      <a:pt x="60514" y="26670"/>
                      <a:pt x="52616" y="31052"/>
                    </a:cubicBezTo>
                    <a:cubicBezTo>
                      <a:pt x="44719" y="35433"/>
                      <a:pt x="37488" y="41339"/>
                      <a:pt x="30828" y="48768"/>
                    </a:cubicBezTo>
                    <a:lnTo>
                      <a:pt x="30828" y="177355"/>
                    </a:lnTo>
                    <a:lnTo>
                      <a:pt x="0" y="177355"/>
                    </a:lnTo>
                    <a:lnTo>
                      <a:pt x="0" y="2667"/>
                    </a:lnTo>
                    <a:lnTo>
                      <a:pt x="18458" y="2667"/>
                    </a:lnTo>
                    <a:cubicBezTo>
                      <a:pt x="22835" y="2667"/>
                      <a:pt x="25499" y="4763"/>
                      <a:pt x="26546" y="9049"/>
                    </a:cubicBezTo>
                    <a:lnTo>
                      <a:pt x="28925" y="28004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" name="Freeform 35">
                <a:extLst>
                  <a:ext uri="{FF2B5EF4-FFF2-40B4-BE49-F238E27FC236}">
                    <a16:creationId xmlns:a16="http://schemas.microsoft.com/office/drawing/2014/main" id="{B45D8240-59C0-F0B4-B076-1DBF78A496B2}"/>
                  </a:ext>
                </a:extLst>
              </p:cNvPr>
              <p:cNvSpPr/>
              <p:nvPr/>
            </p:nvSpPr>
            <p:spPr>
              <a:xfrm>
                <a:off x="12675712" y="6504940"/>
                <a:ext cx="124071" cy="180117"/>
              </a:xfrm>
              <a:custGeom>
                <a:avLst/>
                <a:gdLst>
                  <a:gd name="connsiteX0" fmla="*/ 114176 w 124071"/>
                  <a:gd name="connsiteY0" fmla="*/ 31528 h 180117"/>
                  <a:gd name="connsiteX1" fmla="*/ 107801 w 124071"/>
                  <a:gd name="connsiteY1" fmla="*/ 35338 h 180117"/>
                  <a:gd name="connsiteX2" fmla="*/ 101902 w 124071"/>
                  <a:gd name="connsiteY2" fmla="*/ 33433 h 180117"/>
                  <a:gd name="connsiteX3" fmla="*/ 93910 w 124071"/>
                  <a:gd name="connsiteY3" fmla="*/ 29242 h 180117"/>
                  <a:gd name="connsiteX4" fmla="*/ 82587 w 124071"/>
                  <a:gd name="connsiteY4" fmla="*/ 24955 h 180117"/>
                  <a:gd name="connsiteX5" fmla="*/ 67078 w 124071"/>
                  <a:gd name="connsiteY5" fmla="*/ 22955 h 180117"/>
                  <a:gd name="connsiteX6" fmla="*/ 53092 w 124071"/>
                  <a:gd name="connsiteY6" fmla="*/ 24955 h 180117"/>
                  <a:gd name="connsiteX7" fmla="*/ 42531 w 124071"/>
                  <a:gd name="connsiteY7" fmla="*/ 30385 h 180117"/>
                  <a:gd name="connsiteX8" fmla="*/ 35775 w 124071"/>
                  <a:gd name="connsiteY8" fmla="*/ 38386 h 180117"/>
                  <a:gd name="connsiteX9" fmla="*/ 33492 w 124071"/>
                  <a:gd name="connsiteY9" fmla="*/ 48292 h 180117"/>
                  <a:gd name="connsiteX10" fmla="*/ 37393 w 124071"/>
                  <a:gd name="connsiteY10" fmla="*/ 59531 h 180117"/>
                  <a:gd name="connsiteX11" fmla="*/ 47669 w 124071"/>
                  <a:gd name="connsiteY11" fmla="*/ 67246 h 180117"/>
                  <a:gd name="connsiteX12" fmla="*/ 62131 w 124071"/>
                  <a:gd name="connsiteY12" fmla="*/ 73057 h 180117"/>
                  <a:gd name="connsiteX13" fmla="*/ 78782 w 124071"/>
                  <a:gd name="connsiteY13" fmla="*/ 78391 h 180117"/>
                  <a:gd name="connsiteX14" fmla="*/ 95432 w 124071"/>
                  <a:gd name="connsiteY14" fmla="*/ 84677 h 180117"/>
                  <a:gd name="connsiteX15" fmla="*/ 109894 w 124071"/>
                  <a:gd name="connsiteY15" fmla="*/ 93250 h 180117"/>
                  <a:gd name="connsiteX16" fmla="*/ 120170 w 124071"/>
                  <a:gd name="connsiteY16" fmla="*/ 105918 h 180117"/>
                  <a:gd name="connsiteX17" fmla="*/ 124072 w 124071"/>
                  <a:gd name="connsiteY17" fmla="*/ 123920 h 180117"/>
                  <a:gd name="connsiteX18" fmla="*/ 119790 w 124071"/>
                  <a:gd name="connsiteY18" fmla="*/ 146209 h 180117"/>
                  <a:gd name="connsiteX19" fmla="*/ 107040 w 124071"/>
                  <a:gd name="connsiteY19" fmla="*/ 164021 h 180117"/>
                  <a:gd name="connsiteX20" fmla="*/ 86393 w 124071"/>
                  <a:gd name="connsiteY20" fmla="*/ 175832 h 180117"/>
                  <a:gd name="connsiteX21" fmla="*/ 58134 w 124071"/>
                  <a:gd name="connsiteY21" fmla="*/ 180118 h 180117"/>
                  <a:gd name="connsiteX22" fmla="*/ 25119 w 124071"/>
                  <a:gd name="connsiteY22" fmla="*/ 174212 h 180117"/>
                  <a:gd name="connsiteX23" fmla="*/ 0 w 124071"/>
                  <a:gd name="connsiteY23" fmla="*/ 158972 h 180117"/>
                  <a:gd name="connsiteX24" fmla="*/ 7231 w 124071"/>
                  <a:gd name="connsiteY24" fmla="*/ 147257 h 180117"/>
                  <a:gd name="connsiteX25" fmla="*/ 10466 w 124071"/>
                  <a:gd name="connsiteY25" fmla="*/ 143828 h 180117"/>
                  <a:gd name="connsiteX26" fmla="*/ 15318 w 124071"/>
                  <a:gd name="connsiteY26" fmla="*/ 142589 h 180117"/>
                  <a:gd name="connsiteX27" fmla="*/ 21884 w 124071"/>
                  <a:gd name="connsiteY27" fmla="*/ 144971 h 180117"/>
                  <a:gd name="connsiteX28" fmla="*/ 30257 w 124071"/>
                  <a:gd name="connsiteY28" fmla="*/ 150305 h 180117"/>
                  <a:gd name="connsiteX29" fmla="*/ 42245 w 124071"/>
                  <a:gd name="connsiteY29" fmla="*/ 155638 h 180117"/>
                  <a:gd name="connsiteX30" fmla="*/ 59848 w 124071"/>
                  <a:gd name="connsiteY30" fmla="*/ 158020 h 180117"/>
                  <a:gd name="connsiteX31" fmla="*/ 75546 w 124071"/>
                  <a:gd name="connsiteY31" fmla="*/ 155734 h 180117"/>
                  <a:gd name="connsiteX32" fmla="*/ 86774 w 124071"/>
                  <a:gd name="connsiteY32" fmla="*/ 149447 h 180117"/>
                  <a:gd name="connsiteX33" fmla="*/ 93434 w 124071"/>
                  <a:gd name="connsiteY33" fmla="*/ 140303 h 180117"/>
                  <a:gd name="connsiteX34" fmla="*/ 95622 w 124071"/>
                  <a:gd name="connsiteY34" fmla="*/ 129254 h 180117"/>
                  <a:gd name="connsiteX35" fmla="*/ 91721 w 124071"/>
                  <a:gd name="connsiteY35" fmla="*/ 117253 h 180117"/>
                  <a:gd name="connsiteX36" fmla="*/ 81445 w 124071"/>
                  <a:gd name="connsiteY36" fmla="*/ 109157 h 180117"/>
                  <a:gd name="connsiteX37" fmla="*/ 66888 w 124071"/>
                  <a:gd name="connsiteY37" fmla="*/ 103251 h 180117"/>
                  <a:gd name="connsiteX38" fmla="*/ 50142 w 124071"/>
                  <a:gd name="connsiteY38" fmla="*/ 98012 h 180117"/>
                  <a:gd name="connsiteX39" fmla="*/ 33397 w 124071"/>
                  <a:gd name="connsiteY39" fmla="*/ 91726 h 180117"/>
                  <a:gd name="connsiteX40" fmla="*/ 18839 w 124071"/>
                  <a:gd name="connsiteY40" fmla="*/ 82867 h 180117"/>
                  <a:gd name="connsiteX41" fmla="*/ 8563 w 124071"/>
                  <a:gd name="connsiteY41" fmla="*/ 69723 h 180117"/>
                  <a:gd name="connsiteX42" fmla="*/ 4662 w 124071"/>
                  <a:gd name="connsiteY42" fmla="*/ 50673 h 180117"/>
                  <a:gd name="connsiteX43" fmla="*/ 8753 w 124071"/>
                  <a:gd name="connsiteY43" fmla="*/ 31432 h 180117"/>
                  <a:gd name="connsiteX44" fmla="*/ 20837 w 124071"/>
                  <a:gd name="connsiteY44" fmla="*/ 15240 h 180117"/>
                  <a:gd name="connsiteX45" fmla="*/ 40342 w 124071"/>
                  <a:gd name="connsiteY45" fmla="*/ 4096 h 180117"/>
                  <a:gd name="connsiteX46" fmla="*/ 66698 w 124071"/>
                  <a:gd name="connsiteY46" fmla="*/ 0 h 180117"/>
                  <a:gd name="connsiteX47" fmla="*/ 97620 w 124071"/>
                  <a:gd name="connsiteY47" fmla="*/ 5429 h 180117"/>
                  <a:gd name="connsiteX48" fmla="*/ 121312 w 124071"/>
                  <a:gd name="connsiteY48" fmla="*/ 20288 h 180117"/>
                  <a:gd name="connsiteX49" fmla="*/ 114462 w 124071"/>
                  <a:gd name="connsiteY49" fmla="*/ 31528 h 1801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</a:cxnLst>
                <a:rect l="l" t="t" r="r" b="b"/>
                <a:pathLst>
                  <a:path w="124071" h="180117">
                    <a:moveTo>
                      <a:pt x="114176" y="31528"/>
                    </a:moveTo>
                    <a:cubicBezTo>
                      <a:pt x="112749" y="34100"/>
                      <a:pt x="110656" y="35338"/>
                      <a:pt x="107801" y="35338"/>
                    </a:cubicBezTo>
                    <a:cubicBezTo>
                      <a:pt x="106089" y="35338"/>
                      <a:pt x="104090" y="34671"/>
                      <a:pt x="101902" y="33433"/>
                    </a:cubicBezTo>
                    <a:cubicBezTo>
                      <a:pt x="99714" y="32194"/>
                      <a:pt x="97050" y="30766"/>
                      <a:pt x="93910" y="29242"/>
                    </a:cubicBezTo>
                    <a:cubicBezTo>
                      <a:pt x="90770" y="27718"/>
                      <a:pt x="86964" y="26289"/>
                      <a:pt x="82587" y="24955"/>
                    </a:cubicBezTo>
                    <a:cubicBezTo>
                      <a:pt x="78211" y="23622"/>
                      <a:pt x="73073" y="22955"/>
                      <a:pt x="67078" y="22955"/>
                    </a:cubicBezTo>
                    <a:cubicBezTo>
                      <a:pt x="61941" y="22955"/>
                      <a:pt x="57278" y="23622"/>
                      <a:pt x="53092" y="24955"/>
                    </a:cubicBezTo>
                    <a:cubicBezTo>
                      <a:pt x="49001" y="26289"/>
                      <a:pt x="45480" y="28099"/>
                      <a:pt x="42531" y="30385"/>
                    </a:cubicBezTo>
                    <a:cubicBezTo>
                      <a:pt x="39581" y="32671"/>
                      <a:pt x="37393" y="35338"/>
                      <a:pt x="35775" y="38386"/>
                    </a:cubicBezTo>
                    <a:cubicBezTo>
                      <a:pt x="34158" y="41434"/>
                      <a:pt x="33492" y="44767"/>
                      <a:pt x="33492" y="48292"/>
                    </a:cubicBezTo>
                    <a:cubicBezTo>
                      <a:pt x="33492" y="52768"/>
                      <a:pt x="34824" y="56483"/>
                      <a:pt x="37393" y="59531"/>
                    </a:cubicBezTo>
                    <a:cubicBezTo>
                      <a:pt x="39962" y="62579"/>
                      <a:pt x="43387" y="65151"/>
                      <a:pt x="47669" y="67246"/>
                    </a:cubicBezTo>
                    <a:cubicBezTo>
                      <a:pt x="51950" y="69342"/>
                      <a:pt x="56708" y="71342"/>
                      <a:pt x="62131" y="73057"/>
                    </a:cubicBezTo>
                    <a:cubicBezTo>
                      <a:pt x="67554" y="74771"/>
                      <a:pt x="73073" y="76486"/>
                      <a:pt x="78782" y="78391"/>
                    </a:cubicBezTo>
                    <a:cubicBezTo>
                      <a:pt x="84490" y="80296"/>
                      <a:pt x="90009" y="82391"/>
                      <a:pt x="95432" y="84677"/>
                    </a:cubicBezTo>
                    <a:cubicBezTo>
                      <a:pt x="100856" y="86963"/>
                      <a:pt x="105613" y="89821"/>
                      <a:pt x="109894" y="93250"/>
                    </a:cubicBezTo>
                    <a:cubicBezTo>
                      <a:pt x="114176" y="96679"/>
                      <a:pt x="117601" y="100965"/>
                      <a:pt x="120170" y="105918"/>
                    </a:cubicBezTo>
                    <a:cubicBezTo>
                      <a:pt x="122739" y="110966"/>
                      <a:pt x="124072" y="116967"/>
                      <a:pt x="124072" y="123920"/>
                    </a:cubicBezTo>
                    <a:cubicBezTo>
                      <a:pt x="124072" y="131921"/>
                      <a:pt x="122644" y="139446"/>
                      <a:pt x="119790" y="146209"/>
                    </a:cubicBezTo>
                    <a:cubicBezTo>
                      <a:pt x="116936" y="153067"/>
                      <a:pt x="112654" y="158972"/>
                      <a:pt x="107040" y="164021"/>
                    </a:cubicBezTo>
                    <a:cubicBezTo>
                      <a:pt x="101427" y="168974"/>
                      <a:pt x="94480" y="172974"/>
                      <a:pt x="86393" y="175832"/>
                    </a:cubicBezTo>
                    <a:cubicBezTo>
                      <a:pt x="78211" y="178689"/>
                      <a:pt x="68791" y="180118"/>
                      <a:pt x="58134" y="180118"/>
                    </a:cubicBezTo>
                    <a:cubicBezTo>
                      <a:pt x="45956" y="180118"/>
                      <a:pt x="34919" y="178117"/>
                      <a:pt x="25119" y="174212"/>
                    </a:cubicBezTo>
                    <a:cubicBezTo>
                      <a:pt x="15224" y="170212"/>
                      <a:pt x="6851" y="165163"/>
                      <a:pt x="0" y="158972"/>
                    </a:cubicBezTo>
                    <a:lnTo>
                      <a:pt x="7231" y="147257"/>
                    </a:lnTo>
                    <a:cubicBezTo>
                      <a:pt x="8182" y="145733"/>
                      <a:pt x="9230" y="144589"/>
                      <a:pt x="10466" y="143828"/>
                    </a:cubicBezTo>
                    <a:cubicBezTo>
                      <a:pt x="11703" y="142970"/>
                      <a:pt x="13321" y="142589"/>
                      <a:pt x="15318" y="142589"/>
                    </a:cubicBezTo>
                    <a:cubicBezTo>
                      <a:pt x="17412" y="142589"/>
                      <a:pt x="19600" y="143351"/>
                      <a:pt x="21884" y="144971"/>
                    </a:cubicBezTo>
                    <a:cubicBezTo>
                      <a:pt x="24168" y="146590"/>
                      <a:pt x="26927" y="148400"/>
                      <a:pt x="30257" y="150305"/>
                    </a:cubicBezTo>
                    <a:cubicBezTo>
                      <a:pt x="33492" y="152305"/>
                      <a:pt x="37488" y="154019"/>
                      <a:pt x="42245" y="155638"/>
                    </a:cubicBezTo>
                    <a:cubicBezTo>
                      <a:pt x="46907" y="157258"/>
                      <a:pt x="52806" y="158020"/>
                      <a:pt x="59848" y="158020"/>
                    </a:cubicBezTo>
                    <a:cubicBezTo>
                      <a:pt x="65841" y="158020"/>
                      <a:pt x="71075" y="157258"/>
                      <a:pt x="75546" y="155734"/>
                    </a:cubicBezTo>
                    <a:cubicBezTo>
                      <a:pt x="80019" y="154210"/>
                      <a:pt x="83729" y="152114"/>
                      <a:pt x="86774" y="149447"/>
                    </a:cubicBezTo>
                    <a:cubicBezTo>
                      <a:pt x="89723" y="146780"/>
                      <a:pt x="92007" y="143732"/>
                      <a:pt x="93434" y="140303"/>
                    </a:cubicBezTo>
                    <a:cubicBezTo>
                      <a:pt x="94861" y="136874"/>
                      <a:pt x="95622" y="133160"/>
                      <a:pt x="95622" y="129254"/>
                    </a:cubicBezTo>
                    <a:cubicBezTo>
                      <a:pt x="95622" y="124396"/>
                      <a:pt x="94291" y="120396"/>
                      <a:pt x="91721" y="117253"/>
                    </a:cubicBezTo>
                    <a:cubicBezTo>
                      <a:pt x="89152" y="114110"/>
                      <a:pt x="85727" y="111347"/>
                      <a:pt x="81445" y="109157"/>
                    </a:cubicBezTo>
                    <a:cubicBezTo>
                      <a:pt x="77164" y="106870"/>
                      <a:pt x="72312" y="104965"/>
                      <a:pt x="66888" y="103251"/>
                    </a:cubicBezTo>
                    <a:cubicBezTo>
                      <a:pt x="61465" y="101632"/>
                      <a:pt x="55851" y="99822"/>
                      <a:pt x="50142" y="98012"/>
                    </a:cubicBezTo>
                    <a:cubicBezTo>
                      <a:pt x="44433" y="96203"/>
                      <a:pt x="38915" y="94107"/>
                      <a:pt x="33397" y="91726"/>
                    </a:cubicBezTo>
                    <a:cubicBezTo>
                      <a:pt x="27973" y="89344"/>
                      <a:pt x="23121" y="86392"/>
                      <a:pt x="18839" y="82867"/>
                    </a:cubicBezTo>
                    <a:cubicBezTo>
                      <a:pt x="14558" y="79343"/>
                      <a:pt x="11132" y="74962"/>
                      <a:pt x="8563" y="69723"/>
                    </a:cubicBezTo>
                    <a:cubicBezTo>
                      <a:pt x="5994" y="64484"/>
                      <a:pt x="4662" y="58198"/>
                      <a:pt x="4662" y="50673"/>
                    </a:cubicBezTo>
                    <a:cubicBezTo>
                      <a:pt x="4662" y="44006"/>
                      <a:pt x="6090" y="37624"/>
                      <a:pt x="8753" y="31432"/>
                    </a:cubicBezTo>
                    <a:cubicBezTo>
                      <a:pt x="11513" y="25336"/>
                      <a:pt x="15509" y="19907"/>
                      <a:pt x="20837" y="15240"/>
                    </a:cubicBezTo>
                    <a:cubicBezTo>
                      <a:pt x="26165" y="10573"/>
                      <a:pt x="32635" y="6858"/>
                      <a:pt x="40342" y="4096"/>
                    </a:cubicBezTo>
                    <a:cubicBezTo>
                      <a:pt x="48049" y="1333"/>
                      <a:pt x="56803" y="0"/>
                      <a:pt x="66698" y="0"/>
                    </a:cubicBezTo>
                    <a:cubicBezTo>
                      <a:pt x="78211" y="0"/>
                      <a:pt x="88486" y="1810"/>
                      <a:pt x="97620" y="5429"/>
                    </a:cubicBezTo>
                    <a:cubicBezTo>
                      <a:pt x="106755" y="9049"/>
                      <a:pt x="114652" y="14002"/>
                      <a:pt x="121312" y="20288"/>
                    </a:cubicBezTo>
                    <a:lnTo>
                      <a:pt x="114462" y="31528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404F4A2C-71B4-85BA-FA73-5CE253675BB8}"/>
                </a:ext>
              </a:extLst>
            </p:cNvPr>
            <p:cNvSpPr/>
            <p:nvPr/>
          </p:nvSpPr>
          <p:spPr>
            <a:xfrm>
              <a:off x="6956927" y="6242050"/>
              <a:ext cx="411889" cy="575214"/>
            </a:xfrm>
            <a:custGeom>
              <a:avLst/>
              <a:gdLst>
                <a:gd name="connsiteX0" fmla="*/ 323213 w 411889"/>
                <a:gd name="connsiteY0" fmla="*/ 178880 h 575214"/>
                <a:gd name="connsiteX1" fmla="*/ 177353 w 411889"/>
                <a:gd name="connsiteY1" fmla="*/ 0 h 575214"/>
                <a:gd name="connsiteX2" fmla="*/ 0 w 411889"/>
                <a:gd name="connsiteY2" fmla="*/ 0 h 575214"/>
                <a:gd name="connsiteX3" fmla="*/ 234536 w 411889"/>
                <a:gd name="connsiteY3" fmla="*/ 287655 h 575214"/>
                <a:gd name="connsiteX4" fmla="*/ 0 w 411889"/>
                <a:gd name="connsiteY4" fmla="*/ 575215 h 575214"/>
                <a:gd name="connsiteX5" fmla="*/ 177353 w 411889"/>
                <a:gd name="connsiteY5" fmla="*/ 575215 h 575214"/>
                <a:gd name="connsiteX6" fmla="*/ 323213 w 411889"/>
                <a:gd name="connsiteY6" fmla="*/ 396335 h 575214"/>
                <a:gd name="connsiteX7" fmla="*/ 411890 w 411889"/>
                <a:gd name="connsiteY7" fmla="*/ 287655 h 575214"/>
                <a:gd name="connsiteX8" fmla="*/ 323213 w 411889"/>
                <a:gd name="connsiteY8" fmla="*/ 178880 h 5752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11889" h="575214">
                  <a:moveTo>
                    <a:pt x="323213" y="178880"/>
                  </a:moveTo>
                  <a:lnTo>
                    <a:pt x="177353" y="0"/>
                  </a:lnTo>
                  <a:lnTo>
                    <a:pt x="0" y="0"/>
                  </a:lnTo>
                  <a:lnTo>
                    <a:pt x="234536" y="287655"/>
                  </a:lnTo>
                  <a:lnTo>
                    <a:pt x="0" y="575215"/>
                  </a:lnTo>
                  <a:lnTo>
                    <a:pt x="177353" y="575215"/>
                  </a:lnTo>
                  <a:lnTo>
                    <a:pt x="323213" y="396335"/>
                  </a:lnTo>
                  <a:lnTo>
                    <a:pt x="411890" y="287655"/>
                  </a:lnTo>
                  <a:lnTo>
                    <a:pt x="323213" y="178880"/>
                  </a:lnTo>
                  <a:close/>
                </a:path>
              </a:pathLst>
            </a:custGeom>
            <a:solidFill>
              <a:schemeClr val="accent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08818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Last_Slide_Nav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A1B90ABD-CE1F-DD72-9E03-8D9B1FDC301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218983" y="3785184"/>
            <a:ext cx="3542843" cy="346559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DAFA7496-2DAB-34C2-6A76-8D1C7A877EB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74484" y="2289209"/>
            <a:ext cx="4254801" cy="1791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09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Last_Slide_Sky_Bl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D531F2D4-81D2-4DEC-7AA8-A51254856A8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64451" y="2458637"/>
            <a:ext cx="4863099" cy="1490200"/>
          </a:xfrm>
          <a:prstGeom prst="rect">
            <a:avLst/>
          </a:prstGeom>
        </p:spPr>
      </p:pic>
      <p:grpSp>
        <p:nvGrpSpPr>
          <p:cNvPr id="2" name="Graphic 5">
            <a:extLst>
              <a:ext uri="{FF2B5EF4-FFF2-40B4-BE49-F238E27FC236}">
                <a16:creationId xmlns:a16="http://schemas.microsoft.com/office/drawing/2014/main" id="{5898CD7C-DCEC-8BE9-82C7-DFDA1818AA8F}"/>
              </a:ext>
            </a:extLst>
          </p:cNvPr>
          <p:cNvGrpSpPr/>
          <p:nvPr/>
        </p:nvGrpSpPr>
        <p:grpSpPr>
          <a:xfrm>
            <a:off x="4218984" y="3785184"/>
            <a:ext cx="3543361" cy="348811"/>
            <a:chOff x="6956927" y="6242050"/>
            <a:chExt cx="5842856" cy="575214"/>
          </a:xfrm>
          <a:solidFill>
            <a:schemeClr val="tx1"/>
          </a:solidFill>
        </p:grpSpPr>
        <p:grpSp>
          <p:nvGrpSpPr>
            <p:cNvPr id="3" name="Graphic 5">
              <a:extLst>
                <a:ext uri="{FF2B5EF4-FFF2-40B4-BE49-F238E27FC236}">
                  <a16:creationId xmlns:a16="http://schemas.microsoft.com/office/drawing/2014/main" id="{F4DCAD0E-7CA6-64F8-7A4E-FE14988D5ABA}"/>
                </a:ext>
              </a:extLst>
            </p:cNvPr>
            <p:cNvGrpSpPr/>
            <p:nvPr/>
          </p:nvGrpSpPr>
          <p:grpSpPr>
            <a:xfrm>
              <a:off x="7688223" y="6418643"/>
              <a:ext cx="5111559" cy="326516"/>
              <a:chOff x="7688223" y="6418643"/>
              <a:chExt cx="5111559" cy="326516"/>
            </a:xfrm>
            <a:grpFill/>
          </p:grpSpPr>
          <p:sp>
            <p:nvSpPr>
              <p:cNvPr id="5" name="Freeform 4">
                <a:extLst>
                  <a:ext uri="{FF2B5EF4-FFF2-40B4-BE49-F238E27FC236}">
                    <a16:creationId xmlns:a16="http://schemas.microsoft.com/office/drawing/2014/main" id="{D40ECDA3-CD18-7CC5-E3CC-213478F141A5}"/>
                  </a:ext>
                </a:extLst>
              </p:cNvPr>
              <p:cNvSpPr/>
              <p:nvPr/>
            </p:nvSpPr>
            <p:spPr>
              <a:xfrm>
                <a:off x="7688223" y="6435217"/>
                <a:ext cx="164698" cy="247078"/>
              </a:xfrm>
              <a:custGeom>
                <a:avLst/>
                <a:gdLst>
                  <a:gd name="connsiteX0" fmla="*/ 72787 w 164698"/>
                  <a:gd name="connsiteY0" fmla="*/ 0 h 247078"/>
                  <a:gd name="connsiteX1" fmla="*/ 113510 w 164698"/>
                  <a:gd name="connsiteY1" fmla="*/ 5429 h 247078"/>
                  <a:gd name="connsiteX2" fmla="*/ 142149 w 164698"/>
                  <a:gd name="connsiteY2" fmla="*/ 20860 h 247078"/>
                  <a:gd name="connsiteX3" fmla="*/ 159085 w 164698"/>
                  <a:gd name="connsiteY3" fmla="*/ 45053 h 247078"/>
                  <a:gd name="connsiteX4" fmla="*/ 164699 w 164698"/>
                  <a:gd name="connsiteY4" fmla="*/ 76581 h 247078"/>
                  <a:gd name="connsiteX5" fmla="*/ 158705 w 164698"/>
                  <a:gd name="connsiteY5" fmla="*/ 108109 h 247078"/>
                  <a:gd name="connsiteX6" fmla="*/ 141007 w 164698"/>
                  <a:gd name="connsiteY6" fmla="*/ 132779 h 247078"/>
                  <a:gd name="connsiteX7" fmla="*/ 112273 w 164698"/>
                  <a:gd name="connsiteY7" fmla="*/ 148876 h 247078"/>
                  <a:gd name="connsiteX8" fmla="*/ 72787 w 164698"/>
                  <a:gd name="connsiteY8" fmla="*/ 154686 h 247078"/>
                  <a:gd name="connsiteX9" fmla="*/ 33206 w 164698"/>
                  <a:gd name="connsiteY9" fmla="*/ 154686 h 247078"/>
                  <a:gd name="connsiteX10" fmla="*/ 33206 w 164698"/>
                  <a:gd name="connsiteY10" fmla="*/ 247079 h 247078"/>
                  <a:gd name="connsiteX11" fmla="*/ 0 w 164698"/>
                  <a:gd name="connsiteY11" fmla="*/ 247079 h 247078"/>
                  <a:gd name="connsiteX12" fmla="*/ 0 w 164698"/>
                  <a:gd name="connsiteY12" fmla="*/ 0 h 247078"/>
                  <a:gd name="connsiteX13" fmla="*/ 72882 w 164698"/>
                  <a:gd name="connsiteY13" fmla="*/ 0 h 247078"/>
                  <a:gd name="connsiteX14" fmla="*/ 72787 w 164698"/>
                  <a:gd name="connsiteY14" fmla="*/ 128111 h 247078"/>
                  <a:gd name="connsiteX15" fmla="*/ 98001 w 164698"/>
                  <a:gd name="connsiteY15" fmla="*/ 124301 h 247078"/>
                  <a:gd name="connsiteX16" fmla="*/ 116459 w 164698"/>
                  <a:gd name="connsiteY16" fmla="*/ 113729 h 247078"/>
                  <a:gd name="connsiteX17" fmla="*/ 127782 w 164698"/>
                  <a:gd name="connsiteY17" fmla="*/ 97441 h 247078"/>
                  <a:gd name="connsiteX18" fmla="*/ 131588 w 164698"/>
                  <a:gd name="connsiteY18" fmla="*/ 76581 h 247078"/>
                  <a:gd name="connsiteX19" fmla="*/ 117030 w 164698"/>
                  <a:gd name="connsiteY19" fmla="*/ 39719 h 247078"/>
                  <a:gd name="connsiteX20" fmla="*/ 72882 w 164698"/>
                  <a:gd name="connsiteY20" fmla="*/ 26479 h 247078"/>
                  <a:gd name="connsiteX21" fmla="*/ 33301 w 164698"/>
                  <a:gd name="connsiteY21" fmla="*/ 26479 h 247078"/>
                  <a:gd name="connsiteX22" fmla="*/ 33301 w 164698"/>
                  <a:gd name="connsiteY22" fmla="*/ 128207 h 247078"/>
                  <a:gd name="connsiteX23" fmla="*/ 72882 w 164698"/>
                  <a:gd name="connsiteY23" fmla="*/ 128207 h 2470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64698" h="247078">
                    <a:moveTo>
                      <a:pt x="72787" y="0"/>
                    </a:moveTo>
                    <a:cubicBezTo>
                      <a:pt x="88391" y="0"/>
                      <a:pt x="101997" y="1810"/>
                      <a:pt x="113510" y="5429"/>
                    </a:cubicBezTo>
                    <a:cubicBezTo>
                      <a:pt x="125023" y="9049"/>
                      <a:pt x="134632" y="14192"/>
                      <a:pt x="142149" y="20860"/>
                    </a:cubicBezTo>
                    <a:cubicBezTo>
                      <a:pt x="149761" y="27527"/>
                      <a:pt x="155374" y="35528"/>
                      <a:pt x="159085" y="45053"/>
                    </a:cubicBezTo>
                    <a:cubicBezTo>
                      <a:pt x="162796" y="54483"/>
                      <a:pt x="164699" y="64960"/>
                      <a:pt x="164699" y="76581"/>
                    </a:cubicBezTo>
                    <a:cubicBezTo>
                      <a:pt x="164699" y="88202"/>
                      <a:pt x="162701" y="98584"/>
                      <a:pt x="158705" y="108109"/>
                    </a:cubicBezTo>
                    <a:cubicBezTo>
                      <a:pt x="154708" y="117634"/>
                      <a:pt x="148809" y="125920"/>
                      <a:pt x="141007" y="132779"/>
                    </a:cubicBezTo>
                    <a:cubicBezTo>
                      <a:pt x="133300" y="139636"/>
                      <a:pt x="123691" y="145066"/>
                      <a:pt x="112273" y="148876"/>
                    </a:cubicBezTo>
                    <a:cubicBezTo>
                      <a:pt x="100855" y="152686"/>
                      <a:pt x="87725" y="154686"/>
                      <a:pt x="72787" y="154686"/>
                    </a:cubicBezTo>
                    <a:lnTo>
                      <a:pt x="33206" y="154686"/>
                    </a:lnTo>
                    <a:lnTo>
                      <a:pt x="33206" y="247079"/>
                    </a:lnTo>
                    <a:lnTo>
                      <a:pt x="0" y="247079"/>
                    </a:lnTo>
                    <a:lnTo>
                      <a:pt x="0" y="0"/>
                    </a:lnTo>
                    <a:lnTo>
                      <a:pt x="72882" y="0"/>
                    </a:lnTo>
                    <a:close/>
                    <a:moveTo>
                      <a:pt x="72787" y="128111"/>
                    </a:moveTo>
                    <a:cubicBezTo>
                      <a:pt x="82302" y="128111"/>
                      <a:pt x="90675" y="126873"/>
                      <a:pt x="98001" y="124301"/>
                    </a:cubicBezTo>
                    <a:cubicBezTo>
                      <a:pt x="105327" y="121730"/>
                      <a:pt x="111417" y="118205"/>
                      <a:pt x="116459" y="113729"/>
                    </a:cubicBezTo>
                    <a:cubicBezTo>
                      <a:pt x="121502" y="109156"/>
                      <a:pt x="125213" y="103727"/>
                      <a:pt x="127782" y="97441"/>
                    </a:cubicBezTo>
                    <a:cubicBezTo>
                      <a:pt x="130351" y="91154"/>
                      <a:pt x="131588" y="84201"/>
                      <a:pt x="131588" y="76581"/>
                    </a:cubicBezTo>
                    <a:cubicBezTo>
                      <a:pt x="131588" y="60865"/>
                      <a:pt x="126735" y="48577"/>
                      <a:pt x="117030" y="39719"/>
                    </a:cubicBezTo>
                    <a:cubicBezTo>
                      <a:pt x="107325" y="30861"/>
                      <a:pt x="92578" y="26479"/>
                      <a:pt x="72882" y="26479"/>
                    </a:cubicBezTo>
                    <a:lnTo>
                      <a:pt x="33301" y="26479"/>
                    </a:lnTo>
                    <a:lnTo>
                      <a:pt x="33301" y="128207"/>
                    </a:lnTo>
                    <a:lnTo>
                      <a:pt x="72882" y="128207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EC3EF7B5-BE29-A3E8-7A98-395FA36354D2}"/>
                  </a:ext>
                </a:extLst>
              </p:cNvPr>
              <p:cNvSpPr/>
              <p:nvPr/>
            </p:nvSpPr>
            <p:spPr>
              <a:xfrm>
                <a:off x="7865196" y="6504844"/>
                <a:ext cx="166506" cy="179832"/>
              </a:xfrm>
              <a:custGeom>
                <a:avLst/>
                <a:gdLst>
                  <a:gd name="connsiteX0" fmla="*/ 83444 w 166506"/>
                  <a:gd name="connsiteY0" fmla="*/ 0 h 179832"/>
                  <a:gd name="connsiteX1" fmla="*/ 117887 w 166506"/>
                  <a:gd name="connsiteY1" fmla="*/ 6382 h 179832"/>
                  <a:gd name="connsiteX2" fmla="*/ 144052 w 166506"/>
                  <a:gd name="connsiteY2" fmla="*/ 24479 h 179832"/>
                  <a:gd name="connsiteX3" fmla="*/ 160703 w 166506"/>
                  <a:gd name="connsiteY3" fmla="*/ 52864 h 179832"/>
                  <a:gd name="connsiteX4" fmla="*/ 166507 w 166506"/>
                  <a:gd name="connsiteY4" fmla="*/ 90011 h 179832"/>
                  <a:gd name="connsiteX5" fmla="*/ 160703 w 166506"/>
                  <a:gd name="connsiteY5" fmla="*/ 127254 h 179832"/>
                  <a:gd name="connsiteX6" fmla="*/ 144052 w 166506"/>
                  <a:gd name="connsiteY6" fmla="*/ 155543 h 179832"/>
                  <a:gd name="connsiteX7" fmla="*/ 117887 w 166506"/>
                  <a:gd name="connsiteY7" fmla="*/ 173546 h 179832"/>
                  <a:gd name="connsiteX8" fmla="*/ 83444 w 166506"/>
                  <a:gd name="connsiteY8" fmla="*/ 179832 h 179832"/>
                  <a:gd name="connsiteX9" fmla="*/ 48715 w 166506"/>
                  <a:gd name="connsiteY9" fmla="*/ 173546 h 179832"/>
                  <a:gd name="connsiteX10" fmla="*/ 22455 w 166506"/>
                  <a:gd name="connsiteY10" fmla="*/ 155543 h 179832"/>
                  <a:gd name="connsiteX11" fmla="*/ 5804 w 166506"/>
                  <a:gd name="connsiteY11" fmla="*/ 127254 h 179832"/>
                  <a:gd name="connsiteX12" fmla="*/ 0 w 166506"/>
                  <a:gd name="connsiteY12" fmla="*/ 90011 h 179832"/>
                  <a:gd name="connsiteX13" fmla="*/ 5804 w 166506"/>
                  <a:gd name="connsiteY13" fmla="*/ 52864 h 179832"/>
                  <a:gd name="connsiteX14" fmla="*/ 22455 w 166506"/>
                  <a:gd name="connsiteY14" fmla="*/ 24479 h 179832"/>
                  <a:gd name="connsiteX15" fmla="*/ 48715 w 166506"/>
                  <a:gd name="connsiteY15" fmla="*/ 6382 h 179832"/>
                  <a:gd name="connsiteX16" fmla="*/ 83444 w 166506"/>
                  <a:gd name="connsiteY16" fmla="*/ 0 h 179832"/>
                  <a:gd name="connsiteX17" fmla="*/ 83444 w 166506"/>
                  <a:gd name="connsiteY17" fmla="*/ 155829 h 179832"/>
                  <a:gd name="connsiteX18" fmla="*/ 121978 w 166506"/>
                  <a:gd name="connsiteY18" fmla="*/ 138494 h 179832"/>
                  <a:gd name="connsiteX19" fmla="*/ 134728 w 166506"/>
                  <a:gd name="connsiteY19" fmla="*/ 90106 h 179832"/>
                  <a:gd name="connsiteX20" fmla="*/ 121978 w 166506"/>
                  <a:gd name="connsiteY20" fmla="*/ 41434 h 179832"/>
                  <a:gd name="connsiteX21" fmla="*/ 83444 w 166506"/>
                  <a:gd name="connsiteY21" fmla="*/ 24003 h 179832"/>
                  <a:gd name="connsiteX22" fmla="*/ 60608 w 166506"/>
                  <a:gd name="connsiteY22" fmla="*/ 28480 h 179832"/>
                  <a:gd name="connsiteX23" fmla="*/ 44433 w 166506"/>
                  <a:gd name="connsiteY23" fmla="*/ 41434 h 179832"/>
                  <a:gd name="connsiteX24" fmla="*/ 34824 w 166506"/>
                  <a:gd name="connsiteY24" fmla="*/ 62198 h 179832"/>
                  <a:gd name="connsiteX25" fmla="*/ 31684 w 166506"/>
                  <a:gd name="connsiteY25" fmla="*/ 90011 h 179832"/>
                  <a:gd name="connsiteX26" fmla="*/ 44529 w 166506"/>
                  <a:gd name="connsiteY26" fmla="*/ 138398 h 179832"/>
                  <a:gd name="connsiteX27" fmla="*/ 83539 w 166506"/>
                  <a:gd name="connsiteY27" fmla="*/ 155734 h 1798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166506" h="179832">
                    <a:moveTo>
                      <a:pt x="83444" y="0"/>
                    </a:moveTo>
                    <a:cubicBezTo>
                      <a:pt x="96193" y="0"/>
                      <a:pt x="107706" y="2095"/>
                      <a:pt x="117887" y="6382"/>
                    </a:cubicBezTo>
                    <a:cubicBezTo>
                      <a:pt x="128067" y="10668"/>
                      <a:pt x="136821" y="16669"/>
                      <a:pt x="144052" y="24479"/>
                    </a:cubicBezTo>
                    <a:cubicBezTo>
                      <a:pt x="151283" y="32290"/>
                      <a:pt x="156802" y="41719"/>
                      <a:pt x="160703" y="52864"/>
                    </a:cubicBezTo>
                    <a:cubicBezTo>
                      <a:pt x="164604" y="64008"/>
                      <a:pt x="166507" y="76295"/>
                      <a:pt x="166507" y="90011"/>
                    </a:cubicBezTo>
                    <a:cubicBezTo>
                      <a:pt x="166507" y="103727"/>
                      <a:pt x="164604" y="116205"/>
                      <a:pt x="160703" y="127254"/>
                    </a:cubicBezTo>
                    <a:cubicBezTo>
                      <a:pt x="156802" y="138303"/>
                      <a:pt x="151283" y="147733"/>
                      <a:pt x="144052" y="155543"/>
                    </a:cubicBezTo>
                    <a:cubicBezTo>
                      <a:pt x="136821" y="163354"/>
                      <a:pt x="128067" y="169354"/>
                      <a:pt x="117887" y="173546"/>
                    </a:cubicBezTo>
                    <a:cubicBezTo>
                      <a:pt x="107706" y="177737"/>
                      <a:pt x="96193" y="179832"/>
                      <a:pt x="83444" y="179832"/>
                    </a:cubicBezTo>
                    <a:cubicBezTo>
                      <a:pt x="70694" y="179832"/>
                      <a:pt x="58991" y="177737"/>
                      <a:pt x="48715" y="173546"/>
                    </a:cubicBezTo>
                    <a:cubicBezTo>
                      <a:pt x="38439" y="169354"/>
                      <a:pt x="29686" y="163354"/>
                      <a:pt x="22455" y="155543"/>
                    </a:cubicBezTo>
                    <a:cubicBezTo>
                      <a:pt x="15223" y="147733"/>
                      <a:pt x="9705" y="138303"/>
                      <a:pt x="5804" y="127254"/>
                    </a:cubicBezTo>
                    <a:cubicBezTo>
                      <a:pt x="1903" y="116205"/>
                      <a:pt x="0" y="103823"/>
                      <a:pt x="0" y="90011"/>
                    </a:cubicBezTo>
                    <a:cubicBezTo>
                      <a:pt x="0" y="76200"/>
                      <a:pt x="1903" y="63913"/>
                      <a:pt x="5804" y="52864"/>
                    </a:cubicBezTo>
                    <a:cubicBezTo>
                      <a:pt x="9705" y="41815"/>
                      <a:pt x="15223" y="32290"/>
                      <a:pt x="22455" y="24479"/>
                    </a:cubicBezTo>
                    <a:cubicBezTo>
                      <a:pt x="29686" y="16669"/>
                      <a:pt x="38439" y="10573"/>
                      <a:pt x="48715" y="6382"/>
                    </a:cubicBezTo>
                    <a:cubicBezTo>
                      <a:pt x="58991" y="2095"/>
                      <a:pt x="70599" y="0"/>
                      <a:pt x="83444" y="0"/>
                    </a:cubicBezTo>
                    <a:close/>
                    <a:moveTo>
                      <a:pt x="83444" y="155829"/>
                    </a:moveTo>
                    <a:cubicBezTo>
                      <a:pt x="100665" y="155829"/>
                      <a:pt x="113510" y="150019"/>
                      <a:pt x="121978" y="138494"/>
                    </a:cubicBezTo>
                    <a:cubicBezTo>
                      <a:pt x="130446" y="126968"/>
                      <a:pt x="134728" y="110871"/>
                      <a:pt x="134728" y="90106"/>
                    </a:cubicBezTo>
                    <a:cubicBezTo>
                      <a:pt x="134728" y="69342"/>
                      <a:pt x="130446" y="53054"/>
                      <a:pt x="121978" y="41434"/>
                    </a:cubicBezTo>
                    <a:cubicBezTo>
                      <a:pt x="113510" y="29813"/>
                      <a:pt x="100665" y="24003"/>
                      <a:pt x="83444" y="24003"/>
                    </a:cubicBezTo>
                    <a:cubicBezTo>
                      <a:pt x="74690" y="24003"/>
                      <a:pt x="67078" y="25527"/>
                      <a:pt x="60608" y="28480"/>
                    </a:cubicBezTo>
                    <a:cubicBezTo>
                      <a:pt x="54138" y="31432"/>
                      <a:pt x="48715" y="35814"/>
                      <a:pt x="44433" y="41434"/>
                    </a:cubicBezTo>
                    <a:cubicBezTo>
                      <a:pt x="40152" y="47053"/>
                      <a:pt x="36917" y="54007"/>
                      <a:pt x="34824" y="62198"/>
                    </a:cubicBezTo>
                    <a:cubicBezTo>
                      <a:pt x="32730" y="70390"/>
                      <a:pt x="31684" y="79724"/>
                      <a:pt x="31684" y="90011"/>
                    </a:cubicBezTo>
                    <a:cubicBezTo>
                      <a:pt x="31684" y="110680"/>
                      <a:pt x="35965" y="126778"/>
                      <a:pt x="44529" y="138398"/>
                    </a:cubicBezTo>
                    <a:cubicBezTo>
                      <a:pt x="53092" y="149924"/>
                      <a:pt x="66127" y="155734"/>
                      <a:pt x="83539" y="155734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7B475C66-DEF7-CEB5-1516-E7614998BA9C}"/>
                  </a:ext>
                </a:extLst>
              </p:cNvPr>
              <p:cNvSpPr/>
              <p:nvPr/>
            </p:nvSpPr>
            <p:spPr>
              <a:xfrm>
                <a:off x="8045689" y="6507321"/>
                <a:ext cx="259274" cy="174974"/>
              </a:xfrm>
              <a:custGeom>
                <a:avLst/>
                <a:gdLst>
                  <a:gd name="connsiteX0" fmla="*/ 259274 w 259274"/>
                  <a:gd name="connsiteY0" fmla="*/ 286 h 174974"/>
                  <a:gd name="connsiteX1" fmla="*/ 202757 w 259274"/>
                  <a:gd name="connsiteY1" fmla="*/ 174974 h 174974"/>
                  <a:gd name="connsiteX2" fmla="*/ 178495 w 259274"/>
                  <a:gd name="connsiteY2" fmla="*/ 174974 h 174974"/>
                  <a:gd name="connsiteX3" fmla="*/ 172310 w 259274"/>
                  <a:gd name="connsiteY3" fmla="*/ 169069 h 174974"/>
                  <a:gd name="connsiteX4" fmla="*/ 133776 w 259274"/>
                  <a:gd name="connsiteY4" fmla="*/ 50578 h 174974"/>
                  <a:gd name="connsiteX5" fmla="*/ 131493 w 259274"/>
                  <a:gd name="connsiteY5" fmla="*/ 42577 h 174974"/>
                  <a:gd name="connsiteX6" fmla="*/ 129780 w 259274"/>
                  <a:gd name="connsiteY6" fmla="*/ 34576 h 174974"/>
                  <a:gd name="connsiteX7" fmla="*/ 128067 w 259274"/>
                  <a:gd name="connsiteY7" fmla="*/ 42577 h 174974"/>
                  <a:gd name="connsiteX8" fmla="*/ 125784 w 259274"/>
                  <a:gd name="connsiteY8" fmla="*/ 50768 h 174974"/>
                  <a:gd name="connsiteX9" fmla="*/ 86488 w 259274"/>
                  <a:gd name="connsiteY9" fmla="*/ 169069 h 174974"/>
                  <a:gd name="connsiteX10" fmla="*/ 79638 w 259274"/>
                  <a:gd name="connsiteY10" fmla="*/ 174974 h 174974"/>
                  <a:gd name="connsiteX11" fmla="*/ 56517 w 259274"/>
                  <a:gd name="connsiteY11" fmla="*/ 174974 h 174974"/>
                  <a:gd name="connsiteX12" fmla="*/ 0 w 259274"/>
                  <a:gd name="connsiteY12" fmla="*/ 286 h 174974"/>
                  <a:gd name="connsiteX13" fmla="*/ 24072 w 259274"/>
                  <a:gd name="connsiteY13" fmla="*/ 286 h 174974"/>
                  <a:gd name="connsiteX14" fmla="*/ 30161 w 259274"/>
                  <a:gd name="connsiteY14" fmla="*/ 2191 h 174974"/>
                  <a:gd name="connsiteX15" fmla="*/ 33492 w 259274"/>
                  <a:gd name="connsiteY15" fmla="*/ 6667 h 174974"/>
                  <a:gd name="connsiteX16" fmla="*/ 66888 w 259274"/>
                  <a:gd name="connsiteY16" fmla="*/ 119062 h 174974"/>
                  <a:gd name="connsiteX17" fmla="*/ 71550 w 259274"/>
                  <a:gd name="connsiteY17" fmla="*/ 142494 h 174974"/>
                  <a:gd name="connsiteX18" fmla="*/ 74690 w 259274"/>
                  <a:gd name="connsiteY18" fmla="*/ 130969 h 174974"/>
                  <a:gd name="connsiteX19" fmla="*/ 78211 w 259274"/>
                  <a:gd name="connsiteY19" fmla="*/ 119062 h 174974"/>
                  <a:gd name="connsiteX20" fmla="*/ 115032 w 259274"/>
                  <a:gd name="connsiteY20" fmla="*/ 6001 h 174974"/>
                  <a:gd name="connsiteX21" fmla="*/ 118077 w 259274"/>
                  <a:gd name="connsiteY21" fmla="*/ 1715 h 174974"/>
                  <a:gd name="connsiteX22" fmla="*/ 123310 w 259274"/>
                  <a:gd name="connsiteY22" fmla="*/ 0 h 174974"/>
                  <a:gd name="connsiteX23" fmla="*/ 136726 w 259274"/>
                  <a:gd name="connsiteY23" fmla="*/ 0 h 174974"/>
                  <a:gd name="connsiteX24" fmla="*/ 142434 w 259274"/>
                  <a:gd name="connsiteY24" fmla="*/ 1715 h 174974"/>
                  <a:gd name="connsiteX25" fmla="*/ 145574 w 259274"/>
                  <a:gd name="connsiteY25" fmla="*/ 6001 h 174974"/>
                  <a:gd name="connsiteX26" fmla="*/ 181540 w 259274"/>
                  <a:gd name="connsiteY26" fmla="*/ 119062 h 174974"/>
                  <a:gd name="connsiteX27" fmla="*/ 184965 w 259274"/>
                  <a:gd name="connsiteY27" fmla="*/ 130969 h 174974"/>
                  <a:gd name="connsiteX28" fmla="*/ 187914 w 259274"/>
                  <a:gd name="connsiteY28" fmla="*/ 142494 h 174974"/>
                  <a:gd name="connsiteX29" fmla="*/ 190103 w 259274"/>
                  <a:gd name="connsiteY29" fmla="*/ 130969 h 174974"/>
                  <a:gd name="connsiteX30" fmla="*/ 192957 w 259274"/>
                  <a:gd name="connsiteY30" fmla="*/ 118967 h 174974"/>
                  <a:gd name="connsiteX31" fmla="*/ 227020 w 259274"/>
                  <a:gd name="connsiteY31" fmla="*/ 6572 h 174974"/>
                  <a:gd name="connsiteX32" fmla="*/ 230255 w 259274"/>
                  <a:gd name="connsiteY32" fmla="*/ 2000 h 174974"/>
                  <a:gd name="connsiteX33" fmla="*/ 235963 w 259274"/>
                  <a:gd name="connsiteY33" fmla="*/ 191 h 174974"/>
                  <a:gd name="connsiteX34" fmla="*/ 259084 w 259274"/>
                  <a:gd name="connsiteY34" fmla="*/ 191 h 1749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259274" h="174974">
                    <a:moveTo>
                      <a:pt x="259274" y="286"/>
                    </a:moveTo>
                    <a:lnTo>
                      <a:pt x="202757" y="174974"/>
                    </a:lnTo>
                    <a:lnTo>
                      <a:pt x="178495" y="174974"/>
                    </a:lnTo>
                    <a:cubicBezTo>
                      <a:pt x="175545" y="174974"/>
                      <a:pt x="173452" y="172974"/>
                      <a:pt x="172310" y="169069"/>
                    </a:cubicBezTo>
                    <a:lnTo>
                      <a:pt x="133776" y="50578"/>
                    </a:lnTo>
                    <a:cubicBezTo>
                      <a:pt x="132825" y="47911"/>
                      <a:pt x="132159" y="45244"/>
                      <a:pt x="131493" y="42577"/>
                    </a:cubicBezTo>
                    <a:cubicBezTo>
                      <a:pt x="130826" y="39910"/>
                      <a:pt x="130351" y="37243"/>
                      <a:pt x="129780" y="34576"/>
                    </a:cubicBezTo>
                    <a:cubicBezTo>
                      <a:pt x="129209" y="37243"/>
                      <a:pt x="128638" y="39910"/>
                      <a:pt x="128067" y="42577"/>
                    </a:cubicBezTo>
                    <a:cubicBezTo>
                      <a:pt x="127496" y="45244"/>
                      <a:pt x="126735" y="48006"/>
                      <a:pt x="125784" y="50768"/>
                    </a:cubicBezTo>
                    <a:lnTo>
                      <a:pt x="86488" y="169069"/>
                    </a:lnTo>
                    <a:cubicBezTo>
                      <a:pt x="85442" y="172974"/>
                      <a:pt x="83158" y="174974"/>
                      <a:pt x="79638" y="174974"/>
                    </a:cubicBezTo>
                    <a:lnTo>
                      <a:pt x="56517" y="174974"/>
                    </a:lnTo>
                    <a:lnTo>
                      <a:pt x="0" y="286"/>
                    </a:lnTo>
                    <a:lnTo>
                      <a:pt x="24072" y="286"/>
                    </a:lnTo>
                    <a:cubicBezTo>
                      <a:pt x="26451" y="286"/>
                      <a:pt x="28544" y="953"/>
                      <a:pt x="30161" y="2191"/>
                    </a:cubicBezTo>
                    <a:cubicBezTo>
                      <a:pt x="31779" y="3429"/>
                      <a:pt x="32921" y="4953"/>
                      <a:pt x="33492" y="6667"/>
                    </a:cubicBezTo>
                    <a:lnTo>
                      <a:pt x="66888" y="119062"/>
                    </a:lnTo>
                    <a:cubicBezTo>
                      <a:pt x="68791" y="127349"/>
                      <a:pt x="70408" y="135160"/>
                      <a:pt x="71550" y="142494"/>
                    </a:cubicBezTo>
                    <a:cubicBezTo>
                      <a:pt x="72597" y="138684"/>
                      <a:pt x="73643" y="134874"/>
                      <a:pt x="74690" y="130969"/>
                    </a:cubicBezTo>
                    <a:cubicBezTo>
                      <a:pt x="75737" y="127063"/>
                      <a:pt x="76974" y="123063"/>
                      <a:pt x="78211" y="119062"/>
                    </a:cubicBezTo>
                    <a:lnTo>
                      <a:pt x="115032" y="6001"/>
                    </a:lnTo>
                    <a:cubicBezTo>
                      <a:pt x="115603" y="4286"/>
                      <a:pt x="116650" y="2857"/>
                      <a:pt x="118077" y="1715"/>
                    </a:cubicBezTo>
                    <a:cubicBezTo>
                      <a:pt x="119504" y="571"/>
                      <a:pt x="121217" y="0"/>
                      <a:pt x="123310" y="0"/>
                    </a:cubicBezTo>
                    <a:lnTo>
                      <a:pt x="136726" y="0"/>
                    </a:lnTo>
                    <a:cubicBezTo>
                      <a:pt x="139009" y="0"/>
                      <a:pt x="140912" y="571"/>
                      <a:pt x="142434" y="1715"/>
                    </a:cubicBezTo>
                    <a:cubicBezTo>
                      <a:pt x="143957" y="2857"/>
                      <a:pt x="145003" y="4286"/>
                      <a:pt x="145574" y="6001"/>
                    </a:cubicBezTo>
                    <a:lnTo>
                      <a:pt x="181540" y="119062"/>
                    </a:lnTo>
                    <a:cubicBezTo>
                      <a:pt x="182777" y="123063"/>
                      <a:pt x="183918" y="127063"/>
                      <a:pt x="184965" y="130969"/>
                    </a:cubicBezTo>
                    <a:cubicBezTo>
                      <a:pt x="186012" y="134874"/>
                      <a:pt x="186963" y="138684"/>
                      <a:pt x="187914" y="142494"/>
                    </a:cubicBezTo>
                    <a:cubicBezTo>
                      <a:pt x="188485" y="138684"/>
                      <a:pt x="189247" y="134874"/>
                      <a:pt x="190103" y="130969"/>
                    </a:cubicBezTo>
                    <a:cubicBezTo>
                      <a:pt x="190959" y="127063"/>
                      <a:pt x="191911" y="123158"/>
                      <a:pt x="192957" y="118967"/>
                    </a:cubicBezTo>
                    <a:lnTo>
                      <a:pt x="227020" y="6572"/>
                    </a:lnTo>
                    <a:cubicBezTo>
                      <a:pt x="227591" y="4763"/>
                      <a:pt x="228637" y="3239"/>
                      <a:pt x="230255" y="2000"/>
                    </a:cubicBezTo>
                    <a:cubicBezTo>
                      <a:pt x="231872" y="857"/>
                      <a:pt x="233775" y="191"/>
                      <a:pt x="235963" y="191"/>
                    </a:cubicBezTo>
                    <a:lnTo>
                      <a:pt x="259084" y="191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" name="Freeform 8">
                <a:extLst>
                  <a:ext uri="{FF2B5EF4-FFF2-40B4-BE49-F238E27FC236}">
                    <a16:creationId xmlns:a16="http://schemas.microsoft.com/office/drawing/2014/main" id="{7E15C8D5-A347-D6FE-D675-103A48E6A81B}"/>
                  </a:ext>
                </a:extLst>
              </p:cNvPr>
              <p:cNvSpPr/>
              <p:nvPr/>
            </p:nvSpPr>
            <p:spPr>
              <a:xfrm>
                <a:off x="8319235" y="6504940"/>
                <a:ext cx="154327" cy="179831"/>
              </a:xfrm>
              <a:custGeom>
                <a:avLst/>
                <a:gdLst>
                  <a:gd name="connsiteX0" fmla="*/ 151473 w 154327"/>
                  <a:gd name="connsiteY0" fmla="*/ 152876 h 179831"/>
                  <a:gd name="connsiteX1" fmla="*/ 137867 w 154327"/>
                  <a:gd name="connsiteY1" fmla="*/ 164878 h 179831"/>
                  <a:gd name="connsiteX2" fmla="*/ 120931 w 154327"/>
                  <a:gd name="connsiteY2" fmla="*/ 173260 h 179831"/>
                  <a:gd name="connsiteX3" fmla="*/ 102283 w 154327"/>
                  <a:gd name="connsiteY3" fmla="*/ 178213 h 179831"/>
                  <a:gd name="connsiteX4" fmla="*/ 83158 w 154327"/>
                  <a:gd name="connsiteY4" fmla="*/ 179832 h 179831"/>
                  <a:gd name="connsiteX5" fmla="*/ 49857 w 154327"/>
                  <a:gd name="connsiteY5" fmla="*/ 173736 h 179831"/>
                  <a:gd name="connsiteX6" fmla="*/ 23501 w 154327"/>
                  <a:gd name="connsiteY6" fmla="*/ 155829 h 179831"/>
                  <a:gd name="connsiteX7" fmla="*/ 6185 w 154327"/>
                  <a:gd name="connsiteY7" fmla="*/ 126587 h 179831"/>
                  <a:gd name="connsiteX8" fmla="*/ 0 w 154327"/>
                  <a:gd name="connsiteY8" fmla="*/ 86582 h 179831"/>
                  <a:gd name="connsiteX9" fmla="*/ 5614 w 154327"/>
                  <a:gd name="connsiteY9" fmla="*/ 52483 h 179831"/>
                  <a:gd name="connsiteX10" fmla="*/ 21694 w 154327"/>
                  <a:gd name="connsiteY10" fmla="*/ 24955 h 179831"/>
                  <a:gd name="connsiteX11" fmla="*/ 47383 w 154327"/>
                  <a:gd name="connsiteY11" fmla="*/ 6667 h 179831"/>
                  <a:gd name="connsiteX12" fmla="*/ 81446 w 154327"/>
                  <a:gd name="connsiteY12" fmla="*/ 0 h 179831"/>
                  <a:gd name="connsiteX13" fmla="*/ 110465 w 154327"/>
                  <a:gd name="connsiteY13" fmla="*/ 5239 h 179831"/>
                  <a:gd name="connsiteX14" fmla="*/ 133586 w 154327"/>
                  <a:gd name="connsiteY14" fmla="*/ 20383 h 179831"/>
                  <a:gd name="connsiteX15" fmla="*/ 148809 w 154327"/>
                  <a:gd name="connsiteY15" fmla="*/ 44863 h 179831"/>
                  <a:gd name="connsiteX16" fmla="*/ 154328 w 154327"/>
                  <a:gd name="connsiteY16" fmla="*/ 78010 h 179831"/>
                  <a:gd name="connsiteX17" fmla="*/ 152806 w 154327"/>
                  <a:gd name="connsiteY17" fmla="*/ 87630 h 179831"/>
                  <a:gd name="connsiteX18" fmla="*/ 146906 w 154327"/>
                  <a:gd name="connsiteY18" fmla="*/ 90011 h 179831"/>
                  <a:gd name="connsiteX19" fmla="*/ 30352 w 154327"/>
                  <a:gd name="connsiteY19" fmla="*/ 90011 h 179831"/>
                  <a:gd name="connsiteX20" fmla="*/ 34919 w 154327"/>
                  <a:gd name="connsiteY20" fmla="*/ 118777 h 179831"/>
                  <a:gd name="connsiteX21" fmla="*/ 46241 w 154327"/>
                  <a:gd name="connsiteY21" fmla="*/ 139160 h 179831"/>
                  <a:gd name="connsiteX22" fmla="*/ 63463 w 154327"/>
                  <a:gd name="connsiteY22" fmla="*/ 151448 h 179831"/>
                  <a:gd name="connsiteX23" fmla="*/ 85822 w 154327"/>
                  <a:gd name="connsiteY23" fmla="*/ 155543 h 179831"/>
                  <a:gd name="connsiteX24" fmla="*/ 105708 w 154327"/>
                  <a:gd name="connsiteY24" fmla="*/ 152876 h 179831"/>
                  <a:gd name="connsiteX25" fmla="*/ 120075 w 154327"/>
                  <a:gd name="connsiteY25" fmla="*/ 147066 h 179831"/>
                  <a:gd name="connsiteX26" fmla="*/ 130161 w 154327"/>
                  <a:gd name="connsiteY26" fmla="*/ 141256 h 179831"/>
                  <a:gd name="connsiteX27" fmla="*/ 137106 w 154327"/>
                  <a:gd name="connsiteY27" fmla="*/ 138589 h 179831"/>
                  <a:gd name="connsiteX28" fmla="*/ 143005 w 154327"/>
                  <a:gd name="connsiteY28" fmla="*/ 141541 h 179831"/>
                  <a:gd name="connsiteX29" fmla="*/ 151664 w 154327"/>
                  <a:gd name="connsiteY29" fmla="*/ 152781 h 179831"/>
                  <a:gd name="connsiteX30" fmla="*/ 126640 w 154327"/>
                  <a:gd name="connsiteY30" fmla="*/ 70961 h 179831"/>
                  <a:gd name="connsiteX31" fmla="*/ 123595 w 154327"/>
                  <a:gd name="connsiteY31" fmla="*/ 51435 h 179831"/>
                  <a:gd name="connsiteX32" fmla="*/ 114842 w 154327"/>
                  <a:gd name="connsiteY32" fmla="*/ 36100 h 179831"/>
                  <a:gd name="connsiteX33" fmla="*/ 100855 w 154327"/>
                  <a:gd name="connsiteY33" fmla="*/ 26098 h 179831"/>
                  <a:gd name="connsiteX34" fmla="*/ 82112 w 154327"/>
                  <a:gd name="connsiteY34" fmla="*/ 22574 h 179831"/>
                  <a:gd name="connsiteX35" fmla="*/ 47193 w 154327"/>
                  <a:gd name="connsiteY35" fmla="*/ 35433 h 179831"/>
                  <a:gd name="connsiteX36" fmla="*/ 31303 w 154327"/>
                  <a:gd name="connsiteY36" fmla="*/ 71057 h 179831"/>
                  <a:gd name="connsiteX37" fmla="*/ 126735 w 154327"/>
                  <a:gd name="connsiteY37" fmla="*/ 71057 h 1798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154327" h="179831">
                    <a:moveTo>
                      <a:pt x="151473" y="152876"/>
                    </a:moveTo>
                    <a:cubicBezTo>
                      <a:pt x="147668" y="157448"/>
                      <a:pt x="143101" y="161449"/>
                      <a:pt x="137867" y="164878"/>
                    </a:cubicBezTo>
                    <a:cubicBezTo>
                      <a:pt x="132634" y="168307"/>
                      <a:pt x="126926" y="171069"/>
                      <a:pt x="120931" y="173260"/>
                    </a:cubicBezTo>
                    <a:cubicBezTo>
                      <a:pt x="114937" y="175451"/>
                      <a:pt x="108658" y="177070"/>
                      <a:pt x="102283" y="178213"/>
                    </a:cubicBezTo>
                    <a:cubicBezTo>
                      <a:pt x="95813" y="179356"/>
                      <a:pt x="89438" y="179832"/>
                      <a:pt x="83158" y="179832"/>
                    </a:cubicBezTo>
                    <a:cubicBezTo>
                      <a:pt x="71075" y="179832"/>
                      <a:pt x="60038" y="177832"/>
                      <a:pt x="49857" y="173736"/>
                    </a:cubicBezTo>
                    <a:cubicBezTo>
                      <a:pt x="39676" y="169640"/>
                      <a:pt x="30923" y="163639"/>
                      <a:pt x="23501" y="155829"/>
                    </a:cubicBezTo>
                    <a:cubicBezTo>
                      <a:pt x="16080" y="148018"/>
                      <a:pt x="10371" y="138208"/>
                      <a:pt x="6185" y="126587"/>
                    </a:cubicBezTo>
                    <a:cubicBezTo>
                      <a:pt x="2093" y="114967"/>
                      <a:pt x="0" y="101632"/>
                      <a:pt x="0" y="86582"/>
                    </a:cubicBezTo>
                    <a:cubicBezTo>
                      <a:pt x="0" y="74390"/>
                      <a:pt x="1903" y="63056"/>
                      <a:pt x="5614" y="52483"/>
                    </a:cubicBezTo>
                    <a:cubicBezTo>
                      <a:pt x="9324" y="41910"/>
                      <a:pt x="14748" y="32766"/>
                      <a:pt x="21694" y="24955"/>
                    </a:cubicBezTo>
                    <a:cubicBezTo>
                      <a:pt x="28734" y="17240"/>
                      <a:pt x="37202" y="11049"/>
                      <a:pt x="47383" y="6667"/>
                    </a:cubicBezTo>
                    <a:cubicBezTo>
                      <a:pt x="57469" y="2286"/>
                      <a:pt x="68886" y="0"/>
                      <a:pt x="81446" y="0"/>
                    </a:cubicBezTo>
                    <a:cubicBezTo>
                      <a:pt x="91912" y="0"/>
                      <a:pt x="101522" y="1715"/>
                      <a:pt x="110465" y="5239"/>
                    </a:cubicBezTo>
                    <a:cubicBezTo>
                      <a:pt x="119409" y="8763"/>
                      <a:pt x="127021" y="13811"/>
                      <a:pt x="133586" y="20383"/>
                    </a:cubicBezTo>
                    <a:cubicBezTo>
                      <a:pt x="140151" y="26956"/>
                      <a:pt x="145099" y="35147"/>
                      <a:pt x="148809" y="44863"/>
                    </a:cubicBezTo>
                    <a:cubicBezTo>
                      <a:pt x="152520" y="54578"/>
                      <a:pt x="154328" y="65627"/>
                      <a:pt x="154328" y="78010"/>
                    </a:cubicBezTo>
                    <a:cubicBezTo>
                      <a:pt x="154328" y="82867"/>
                      <a:pt x="153852" y="86011"/>
                      <a:pt x="152806" y="87630"/>
                    </a:cubicBezTo>
                    <a:cubicBezTo>
                      <a:pt x="151759" y="89249"/>
                      <a:pt x="149856" y="90011"/>
                      <a:pt x="146906" y="90011"/>
                    </a:cubicBezTo>
                    <a:lnTo>
                      <a:pt x="30352" y="90011"/>
                    </a:lnTo>
                    <a:cubicBezTo>
                      <a:pt x="30732" y="101060"/>
                      <a:pt x="32255" y="110681"/>
                      <a:pt x="34919" y="118777"/>
                    </a:cubicBezTo>
                    <a:cubicBezTo>
                      <a:pt x="37583" y="126968"/>
                      <a:pt x="41389" y="133731"/>
                      <a:pt x="46241" y="139160"/>
                    </a:cubicBezTo>
                    <a:cubicBezTo>
                      <a:pt x="51094" y="144589"/>
                      <a:pt x="56803" y="148685"/>
                      <a:pt x="63463" y="151448"/>
                    </a:cubicBezTo>
                    <a:cubicBezTo>
                      <a:pt x="70123" y="154210"/>
                      <a:pt x="77545" y="155543"/>
                      <a:pt x="85822" y="155543"/>
                    </a:cubicBezTo>
                    <a:cubicBezTo>
                      <a:pt x="93529" y="155543"/>
                      <a:pt x="100189" y="154686"/>
                      <a:pt x="105708" y="152876"/>
                    </a:cubicBezTo>
                    <a:cubicBezTo>
                      <a:pt x="111226" y="151066"/>
                      <a:pt x="116079" y="149161"/>
                      <a:pt x="120075" y="147066"/>
                    </a:cubicBezTo>
                    <a:cubicBezTo>
                      <a:pt x="124071" y="144971"/>
                      <a:pt x="127497" y="143065"/>
                      <a:pt x="130161" y="141256"/>
                    </a:cubicBezTo>
                    <a:cubicBezTo>
                      <a:pt x="132825" y="139446"/>
                      <a:pt x="135203" y="138589"/>
                      <a:pt x="137106" y="138589"/>
                    </a:cubicBezTo>
                    <a:cubicBezTo>
                      <a:pt x="139580" y="138589"/>
                      <a:pt x="141578" y="139541"/>
                      <a:pt x="143005" y="141541"/>
                    </a:cubicBezTo>
                    <a:lnTo>
                      <a:pt x="151664" y="152781"/>
                    </a:lnTo>
                    <a:close/>
                    <a:moveTo>
                      <a:pt x="126640" y="70961"/>
                    </a:moveTo>
                    <a:cubicBezTo>
                      <a:pt x="126640" y="63817"/>
                      <a:pt x="125594" y="57340"/>
                      <a:pt x="123595" y="51435"/>
                    </a:cubicBezTo>
                    <a:cubicBezTo>
                      <a:pt x="121597" y="45530"/>
                      <a:pt x="118648" y="40386"/>
                      <a:pt x="114842" y="36100"/>
                    </a:cubicBezTo>
                    <a:cubicBezTo>
                      <a:pt x="111036" y="31814"/>
                      <a:pt x="106279" y="28480"/>
                      <a:pt x="100855" y="26098"/>
                    </a:cubicBezTo>
                    <a:cubicBezTo>
                      <a:pt x="95337" y="23717"/>
                      <a:pt x="89057" y="22574"/>
                      <a:pt x="82112" y="22574"/>
                    </a:cubicBezTo>
                    <a:cubicBezTo>
                      <a:pt x="67459" y="22574"/>
                      <a:pt x="55756" y="26860"/>
                      <a:pt x="47193" y="35433"/>
                    </a:cubicBezTo>
                    <a:cubicBezTo>
                      <a:pt x="38630" y="44006"/>
                      <a:pt x="33301" y="55816"/>
                      <a:pt x="31303" y="71057"/>
                    </a:cubicBezTo>
                    <a:lnTo>
                      <a:pt x="126735" y="71057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" name="Freeform 9">
                <a:extLst>
                  <a:ext uri="{FF2B5EF4-FFF2-40B4-BE49-F238E27FC236}">
                    <a16:creationId xmlns:a16="http://schemas.microsoft.com/office/drawing/2014/main" id="{18003A33-E2D5-027F-6854-E2BFBD4E68C7}"/>
                  </a:ext>
                </a:extLst>
              </p:cNvPr>
              <p:cNvSpPr/>
              <p:nvPr/>
            </p:nvSpPr>
            <p:spPr>
              <a:xfrm>
                <a:off x="8507530" y="6504558"/>
                <a:ext cx="98476" cy="177641"/>
              </a:xfrm>
              <a:custGeom>
                <a:avLst/>
                <a:gdLst>
                  <a:gd name="connsiteX0" fmla="*/ 29115 w 98476"/>
                  <a:gd name="connsiteY0" fmla="*/ 38100 h 177641"/>
                  <a:gd name="connsiteX1" fmla="*/ 49476 w 98476"/>
                  <a:gd name="connsiteY1" fmla="*/ 10097 h 177641"/>
                  <a:gd name="connsiteX2" fmla="*/ 78876 w 98476"/>
                  <a:gd name="connsiteY2" fmla="*/ 0 h 177641"/>
                  <a:gd name="connsiteX3" fmla="*/ 89438 w 98476"/>
                  <a:gd name="connsiteY3" fmla="*/ 1238 h 177641"/>
                  <a:gd name="connsiteX4" fmla="*/ 98477 w 98476"/>
                  <a:gd name="connsiteY4" fmla="*/ 5048 h 177641"/>
                  <a:gd name="connsiteX5" fmla="*/ 96193 w 98476"/>
                  <a:gd name="connsiteY5" fmla="*/ 28004 h 177641"/>
                  <a:gd name="connsiteX6" fmla="*/ 91055 w 98476"/>
                  <a:gd name="connsiteY6" fmla="*/ 32290 h 177641"/>
                  <a:gd name="connsiteX7" fmla="*/ 84014 w 98476"/>
                  <a:gd name="connsiteY7" fmla="*/ 31242 h 177641"/>
                  <a:gd name="connsiteX8" fmla="*/ 73548 w 98476"/>
                  <a:gd name="connsiteY8" fmla="*/ 30194 h 177641"/>
                  <a:gd name="connsiteX9" fmla="*/ 58801 w 98476"/>
                  <a:gd name="connsiteY9" fmla="*/ 32576 h 177641"/>
                  <a:gd name="connsiteX10" fmla="*/ 47288 w 98476"/>
                  <a:gd name="connsiteY10" fmla="*/ 39719 h 177641"/>
                  <a:gd name="connsiteX11" fmla="*/ 38154 w 98476"/>
                  <a:gd name="connsiteY11" fmla="*/ 51435 h 177641"/>
                  <a:gd name="connsiteX12" fmla="*/ 30828 w 98476"/>
                  <a:gd name="connsiteY12" fmla="*/ 67342 h 177641"/>
                  <a:gd name="connsiteX13" fmla="*/ 30828 w 98476"/>
                  <a:gd name="connsiteY13" fmla="*/ 177641 h 177641"/>
                  <a:gd name="connsiteX14" fmla="*/ 0 w 98476"/>
                  <a:gd name="connsiteY14" fmla="*/ 177641 h 177641"/>
                  <a:gd name="connsiteX15" fmla="*/ 0 w 98476"/>
                  <a:gd name="connsiteY15" fmla="*/ 2953 h 177641"/>
                  <a:gd name="connsiteX16" fmla="*/ 17602 w 98476"/>
                  <a:gd name="connsiteY16" fmla="*/ 2953 h 177641"/>
                  <a:gd name="connsiteX17" fmla="*/ 24453 w 98476"/>
                  <a:gd name="connsiteY17" fmla="*/ 4858 h 177641"/>
                  <a:gd name="connsiteX18" fmla="*/ 27022 w 98476"/>
                  <a:gd name="connsiteY18" fmla="*/ 11430 h 177641"/>
                  <a:gd name="connsiteX19" fmla="*/ 29115 w 98476"/>
                  <a:gd name="connsiteY19" fmla="*/ 38005 h 177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98476" h="177641">
                    <a:moveTo>
                      <a:pt x="29115" y="38100"/>
                    </a:moveTo>
                    <a:cubicBezTo>
                      <a:pt x="34633" y="26194"/>
                      <a:pt x="41389" y="16859"/>
                      <a:pt x="49476" y="10097"/>
                    </a:cubicBezTo>
                    <a:cubicBezTo>
                      <a:pt x="57468" y="3334"/>
                      <a:pt x="67364" y="0"/>
                      <a:pt x="78876" y="0"/>
                    </a:cubicBezTo>
                    <a:cubicBezTo>
                      <a:pt x="82587" y="0"/>
                      <a:pt x="86108" y="381"/>
                      <a:pt x="89438" y="1238"/>
                    </a:cubicBezTo>
                    <a:cubicBezTo>
                      <a:pt x="92863" y="2000"/>
                      <a:pt x="95813" y="3334"/>
                      <a:pt x="98477" y="5048"/>
                    </a:cubicBezTo>
                    <a:lnTo>
                      <a:pt x="96193" y="28004"/>
                    </a:lnTo>
                    <a:cubicBezTo>
                      <a:pt x="95527" y="30861"/>
                      <a:pt x="93815" y="32290"/>
                      <a:pt x="91055" y="32290"/>
                    </a:cubicBezTo>
                    <a:cubicBezTo>
                      <a:pt x="89438" y="32290"/>
                      <a:pt x="87059" y="31909"/>
                      <a:pt x="84014" y="31242"/>
                    </a:cubicBezTo>
                    <a:cubicBezTo>
                      <a:pt x="80875" y="30575"/>
                      <a:pt x="77449" y="30194"/>
                      <a:pt x="73548" y="30194"/>
                    </a:cubicBezTo>
                    <a:cubicBezTo>
                      <a:pt x="68030" y="30194"/>
                      <a:pt x="63082" y="30956"/>
                      <a:pt x="58801" y="32576"/>
                    </a:cubicBezTo>
                    <a:cubicBezTo>
                      <a:pt x="54519" y="34195"/>
                      <a:pt x="50618" y="36576"/>
                      <a:pt x="47288" y="39719"/>
                    </a:cubicBezTo>
                    <a:cubicBezTo>
                      <a:pt x="43863" y="42863"/>
                      <a:pt x="40818" y="46768"/>
                      <a:pt x="38154" y="51435"/>
                    </a:cubicBezTo>
                    <a:cubicBezTo>
                      <a:pt x="35490" y="56102"/>
                      <a:pt x="33016" y="61436"/>
                      <a:pt x="30828" y="67342"/>
                    </a:cubicBezTo>
                    <a:lnTo>
                      <a:pt x="30828" y="177641"/>
                    </a:lnTo>
                    <a:lnTo>
                      <a:pt x="0" y="177641"/>
                    </a:lnTo>
                    <a:lnTo>
                      <a:pt x="0" y="2953"/>
                    </a:lnTo>
                    <a:lnTo>
                      <a:pt x="17602" y="2953"/>
                    </a:lnTo>
                    <a:cubicBezTo>
                      <a:pt x="20932" y="2953"/>
                      <a:pt x="23216" y="3620"/>
                      <a:pt x="24453" y="4858"/>
                    </a:cubicBezTo>
                    <a:cubicBezTo>
                      <a:pt x="25690" y="6096"/>
                      <a:pt x="26546" y="8287"/>
                      <a:pt x="27022" y="11430"/>
                    </a:cubicBezTo>
                    <a:lnTo>
                      <a:pt x="29115" y="38005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" name="Freeform 10">
                <a:extLst>
                  <a:ext uri="{FF2B5EF4-FFF2-40B4-BE49-F238E27FC236}">
                    <a16:creationId xmlns:a16="http://schemas.microsoft.com/office/drawing/2014/main" id="{40194131-7A37-5491-D1F8-BB8BDE191C37}"/>
                  </a:ext>
                </a:extLst>
              </p:cNvPr>
              <p:cNvSpPr/>
              <p:nvPr/>
            </p:nvSpPr>
            <p:spPr>
              <a:xfrm>
                <a:off x="8624561" y="6430740"/>
                <a:ext cx="43767" cy="251650"/>
              </a:xfrm>
              <a:custGeom>
                <a:avLst/>
                <a:gdLst>
                  <a:gd name="connsiteX0" fmla="*/ 43767 w 43767"/>
                  <a:gd name="connsiteY0" fmla="*/ 22098 h 251650"/>
                  <a:gd name="connsiteX1" fmla="*/ 41960 w 43767"/>
                  <a:gd name="connsiteY1" fmla="*/ 30480 h 251650"/>
                  <a:gd name="connsiteX2" fmla="*/ 37107 w 43767"/>
                  <a:gd name="connsiteY2" fmla="*/ 37338 h 251650"/>
                  <a:gd name="connsiteX3" fmla="*/ 30066 w 43767"/>
                  <a:gd name="connsiteY3" fmla="*/ 42101 h 251650"/>
                  <a:gd name="connsiteX4" fmla="*/ 21503 w 43767"/>
                  <a:gd name="connsiteY4" fmla="*/ 43815 h 251650"/>
                  <a:gd name="connsiteX5" fmla="*/ 13130 w 43767"/>
                  <a:gd name="connsiteY5" fmla="*/ 42101 h 251650"/>
                  <a:gd name="connsiteX6" fmla="*/ 6375 w 43767"/>
                  <a:gd name="connsiteY6" fmla="*/ 37338 h 251650"/>
                  <a:gd name="connsiteX7" fmla="*/ 1713 w 43767"/>
                  <a:gd name="connsiteY7" fmla="*/ 30480 h 251650"/>
                  <a:gd name="connsiteX8" fmla="*/ 0 w 43767"/>
                  <a:gd name="connsiteY8" fmla="*/ 22098 h 251650"/>
                  <a:gd name="connsiteX9" fmla="*/ 1713 w 43767"/>
                  <a:gd name="connsiteY9" fmla="*/ 13526 h 251650"/>
                  <a:gd name="connsiteX10" fmla="*/ 6375 w 43767"/>
                  <a:gd name="connsiteY10" fmla="*/ 6477 h 251650"/>
                  <a:gd name="connsiteX11" fmla="*/ 13130 w 43767"/>
                  <a:gd name="connsiteY11" fmla="*/ 1715 h 251650"/>
                  <a:gd name="connsiteX12" fmla="*/ 21503 w 43767"/>
                  <a:gd name="connsiteY12" fmla="*/ 0 h 251650"/>
                  <a:gd name="connsiteX13" fmla="*/ 30066 w 43767"/>
                  <a:gd name="connsiteY13" fmla="*/ 1715 h 251650"/>
                  <a:gd name="connsiteX14" fmla="*/ 37107 w 43767"/>
                  <a:gd name="connsiteY14" fmla="*/ 6477 h 251650"/>
                  <a:gd name="connsiteX15" fmla="*/ 41960 w 43767"/>
                  <a:gd name="connsiteY15" fmla="*/ 13526 h 251650"/>
                  <a:gd name="connsiteX16" fmla="*/ 43767 w 43767"/>
                  <a:gd name="connsiteY16" fmla="*/ 22098 h 251650"/>
                  <a:gd name="connsiteX17" fmla="*/ 37202 w 43767"/>
                  <a:gd name="connsiteY17" fmla="*/ 76962 h 251650"/>
                  <a:gd name="connsiteX18" fmla="*/ 37202 w 43767"/>
                  <a:gd name="connsiteY18" fmla="*/ 251651 h 251650"/>
                  <a:gd name="connsiteX19" fmla="*/ 6565 w 43767"/>
                  <a:gd name="connsiteY19" fmla="*/ 251651 h 251650"/>
                  <a:gd name="connsiteX20" fmla="*/ 6565 w 43767"/>
                  <a:gd name="connsiteY20" fmla="*/ 76962 h 251650"/>
                  <a:gd name="connsiteX21" fmla="*/ 37202 w 43767"/>
                  <a:gd name="connsiteY21" fmla="*/ 76962 h 251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43767" h="251650">
                    <a:moveTo>
                      <a:pt x="43767" y="22098"/>
                    </a:moveTo>
                    <a:cubicBezTo>
                      <a:pt x="43767" y="25051"/>
                      <a:pt x="43196" y="27908"/>
                      <a:pt x="41960" y="30480"/>
                    </a:cubicBezTo>
                    <a:cubicBezTo>
                      <a:pt x="40723" y="33052"/>
                      <a:pt x="39105" y="35338"/>
                      <a:pt x="37107" y="37338"/>
                    </a:cubicBezTo>
                    <a:cubicBezTo>
                      <a:pt x="35109" y="39338"/>
                      <a:pt x="32730" y="40958"/>
                      <a:pt x="30066" y="42101"/>
                    </a:cubicBezTo>
                    <a:cubicBezTo>
                      <a:pt x="27402" y="43244"/>
                      <a:pt x="24548" y="43815"/>
                      <a:pt x="21503" y="43815"/>
                    </a:cubicBezTo>
                    <a:cubicBezTo>
                      <a:pt x="18458" y="43815"/>
                      <a:pt x="15699" y="43244"/>
                      <a:pt x="13130" y="42101"/>
                    </a:cubicBezTo>
                    <a:cubicBezTo>
                      <a:pt x="10561" y="40958"/>
                      <a:pt x="8278" y="39338"/>
                      <a:pt x="6375" y="37338"/>
                    </a:cubicBezTo>
                    <a:cubicBezTo>
                      <a:pt x="4472" y="35338"/>
                      <a:pt x="2854" y="33052"/>
                      <a:pt x="1713" y="30480"/>
                    </a:cubicBezTo>
                    <a:cubicBezTo>
                      <a:pt x="571" y="27908"/>
                      <a:pt x="0" y="25146"/>
                      <a:pt x="0" y="22098"/>
                    </a:cubicBezTo>
                    <a:cubicBezTo>
                      <a:pt x="0" y="19050"/>
                      <a:pt x="571" y="16288"/>
                      <a:pt x="1713" y="13526"/>
                    </a:cubicBezTo>
                    <a:cubicBezTo>
                      <a:pt x="2854" y="10859"/>
                      <a:pt x="4377" y="8477"/>
                      <a:pt x="6375" y="6477"/>
                    </a:cubicBezTo>
                    <a:cubicBezTo>
                      <a:pt x="8373" y="4477"/>
                      <a:pt x="10561" y="2858"/>
                      <a:pt x="13130" y="1715"/>
                    </a:cubicBezTo>
                    <a:cubicBezTo>
                      <a:pt x="15699" y="572"/>
                      <a:pt x="18458" y="0"/>
                      <a:pt x="21503" y="0"/>
                    </a:cubicBezTo>
                    <a:cubicBezTo>
                      <a:pt x="24548" y="0"/>
                      <a:pt x="27307" y="572"/>
                      <a:pt x="30066" y="1715"/>
                    </a:cubicBezTo>
                    <a:cubicBezTo>
                      <a:pt x="32730" y="2858"/>
                      <a:pt x="35109" y="4477"/>
                      <a:pt x="37107" y="6477"/>
                    </a:cubicBezTo>
                    <a:cubicBezTo>
                      <a:pt x="39105" y="8477"/>
                      <a:pt x="40723" y="10859"/>
                      <a:pt x="41960" y="13526"/>
                    </a:cubicBezTo>
                    <a:cubicBezTo>
                      <a:pt x="43196" y="16288"/>
                      <a:pt x="43767" y="19050"/>
                      <a:pt x="43767" y="22098"/>
                    </a:cubicBezTo>
                    <a:close/>
                    <a:moveTo>
                      <a:pt x="37202" y="76962"/>
                    </a:moveTo>
                    <a:lnTo>
                      <a:pt x="37202" y="251651"/>
                    </a:lnTo>
                    <a:lnTo>
                      <a:pt x="6565" y="251651"/>
                    </a:lnTo>
                    <a:lnTo>
                      <a:pt x="6565" y="76962"/>
                    </a:lnTo>
                    <a:lnTo>
                      <a:pt x="37202" y="76962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8AE91C31-6FF5-BB6F-D64A-7A13F56BF6A0}"/>
                  </a:ext>
                </a:extLst>
              </p:cNvPr>
              <p:cNvSpPr/>
              <p:nvPr/>
            </p:nvSpPr>
            <p:spPr>
              <a:xfrm>
                <a:off x="8708670" y="6504844"/>
                <a:ext cx="145383" cy="177450"/>
              </a:xfrm>
              <a:custGeom>
                <a:avLst/>
                <a:gdLst>
                  <a:gd name="connsiteX0" fmla="*/ 28924 w 145383"/>
                  <a:gd name="connsiteY0" fmla="*/ 28099 h 177450"/>
                  <a:gd name="connsiteX1" fmla="*/ 41008 w 145383"/>
                  <a:gd name="connsiteY1" fmla="*/ 16573 h 177450"/>
                  <a:gd name="connsiteX2" fmla="*/ 54519 w 145383"/>
                  <a:gd name="connsiteY2" fmla="*/ 7715 h 177450"/>
                  <a:gd name="connsiteX3" fmla="*/ 69647 w 145383"/>
                  <a:gd name="connsiteY3" fmla="*/ 2000 h 177450"/>
                  <a:gd name="connsiteX4" fmla="*/ 86964 w 145383"/>
                  <a:gd name="connsiteY4" fmla="*/ 0 h 177450"/>
                  <a:gd name="connsiteX5" fmla="*/ 112178 w 145383"/>
                  <a:gd name="connsiteY5" fmla="*/ 4763 h 177450"/>
                  <a:gd name="connsiteX6" fmla="*/ 130446 w 145383"/>
                  <a:gd name="connsiteY6" fmla="*/ 18193 h 177450"/>
                  <a:gd name="connsiteX7" fmla="*/ 141578 w 145383"/>
                  <a:gd name="connsiteY7" fmla="*/ 39148 h 177450"/>
                  <a:gd name="connsiteX8" fmla="*/ 145384 w 145383"/>
                  <a:gd name="connsiteY8" fmla="*/ 66199 h 177450"/>
                  <a:gd name="connsiteX9" fmla="*/ 145384 w 145383"/>
                  <a:gd name="connsiteY9" fmla="*/ 177451 h 177450"/>
                  <a:gd name="connsiteX10" fmla="*/ 114556 w 145383"/>
                  <a:gd name="connsiteY10" fmla="*/ 177451 h 177450"/>
                  <a:gd name="connsiteX11" fmla="*/ 114556 w 145383"/>
                  <a:gd name="connsiteY11" fmla="*/ 66199 h 177450"/>
                  <a:gd name="connsiteX12" fmla="*/ 105518 w 145383"/>
                  <a:gd name="connsiteY12" fmla="*/ 35433 h 177450"/>
                  <a:gd name="connsiteX13" fmla="*/ 78020 w 145383"/>
                  <a:gd name="connsiteY13" fmla="*/ 24479 h 177450"/>
                  <a:gd name="connsiteX14" fmla="*/ 52616 w 145383"/>
                  <a:gd name="connsiteY14" fmla="*/ 31052 h 177450"/>
                  <a:gd name="connsiteX15" fmla="*/ 30828 w 145383"/>
                  <a:gd name="connsiteY15" fmla="*/ 48768 h 177450"/>
                  <a:gd name="connsiteX16" fmla="*/ 30828 w 145383"/>
                  <a:gd name="connsiteY16" fmla="*/ 177355 h 177450"/>
                  <a:gd name="connsiteX17" fmla="*/ 0 w 145383"/>
                  <a:gd name="connsiteY17" fmla="*/ 177355 h 177450"/>
                  <a:gd name="connsiteX18" fmla="*/ 0 w 145383"/>
                  <a:gd name="connsiteY18" fmla="*/ 2667 h 177450"/>
                  <a:gd name="connsiteX19" fmla="*/ 18458 w 145383"/>
                  <a:gd name="connsiteY19" fmla="*/ 2667 h 177450"/>
                  <a:gd name="connsiteX20" fmla="*/ 26546 w 145383"/>
                  <a:gd name="connsiteY20" fmla="*/ 9049 h 177450"/>
                  <a:gd name="connsiteX21" fmla="*/ 28924 w 145383"/>
                  <a:gd name="connsiteY21" fmla="*/ 28004 h 177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45383" h="177450">
                    <a:moveTo>
                      <a:pt x="28924" y="28099"/>
                    </a:moveTo>
                    <a:cubicBezTo>
                      <a:pt x="32730" y="23813"/>
                      <a:pt x="36727" y="20003"/>
                      <a:pt x="41008" y="16573"/>
                    </a:cubicBezTo>
                    <a:cubicBezTo>
                      <a:pt x="45290" y="13144"/>
                      <a:pt x="49762" y="10192"/>
                      <a:pt x="54519" y="7715"/>
                    </a:cubicBezTo>
                    <a:cubicBezTo>
                      <a:pt x="59276" y="5239"/>
                      <a:pt x="64319" y="3334"/>
                      <a:pt x="69647" y="2000"/>
                    </a:cubicBezTo>
                    <a:cubicBezTo>
                      <a:pt x="74976" y="667"/>
                      <a:pt x="80780" y="0"/>
                      <a:pt x="86964" y="0"/>
                    </a:cubicBezTo>
                    <a:cubicBezTo>
                      <a:pt x="96479" y="0"/>
                      <a:pt x="104947" y="1619"/>
                      <a:pt x="112178" y="4763"/>
                    </a:cubicBezTo>
                    <a:cubicBezTo>
                      <a:pt x="119504" y="7906"/>
                      <a:pt x="125593" y="12382"/>
                      <a:pt x="130446" y="18193"/>
                    </a:cubicBezTo>
                    <a:cubicBezTo>
                      <a:pt x="135298" y="24003"/>
                      <a:pt x="139009" y="30956"/>
                      <a:pt x="141578" y="39148"/>
                    </a:cubicBezTo>
                    <a:cubicBezTo>
                      <a:pt x="144052" y="47339"/>
                      <a:pt x="145384" y="56293"/>
                      <a:pt x="145384" y="66199"/>
                    </a:cubicBezTo>
                    <a:lnTo>
                      <a:pt x="145384" y="177451"/>
                    </a:lnTo>
                    <a:lnTo>
                      <a:pt x="114556" y="177451"/>
                    </a:lnTo>
                    <a:lnTo>
                      <a:pt x="114556" y="66199"/>
                    </a:lnTo>
                    <a:cubicBezTo>
                      <a:pt x="114556" y="52959"/>
                      <a:pt x="111512" y="42767"/>
                      <a:pt x="105518" y="35433"/>
                    </a:cubicBezTo>
                    <a:cubicBezTo>
                      <a:pt x="99523" y="28099"/>
                      <a:pt x="90294" y="24479"/>
                      <a:pt x="78020" y="24479"/>
                    </a:cubicBezTo>
                    <a:cubicBezTo>
                      <a:pt x="68981" y="24479"/>
                      <a:pt x="60513" y="26670"/>
                      <a:pt x="52616" y="31052"/>
                    </a:cubicBezTo>
                    <a:cubicBezTo>
                      <a:pt x="44719" y="35433"/>
                      <a:pt x="37488" y="41339"/>
                      <a:pt x="30828" y="48768"/>
                    </a:cubicBezTo>
                    <a:lnTo>
                      <a:pt x="30828" y="177355"/>
                    </a:lnTo>
                    <a:lnTo>
                      <a:pt x="0" y="177355"/>
                    </a:lnTo>
                    <a:lnTo>
                      <a:pt x="0" y="2667"/>
                    </a:lnTo>
                    <a:lnTo>
                      <a:pt x="18458" y="2667"/>
                    </a:lnTo>
                    <a:cubicBezTo>
                      <a:pt x="22835" y="2667"/>
                      <a:pt x="25499" y="4763"/>
                      <a:pt x="26546" y="9049"/>
                    </a:cubicBezTo>
                    <a:lnTo>
                      <a:pt x="28924" y="28004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60F103DD-2E2F-97CC-D595-B88A64F1C71A}"/>
                  </a:ext>
                </a:extLst>
              </p:cNvPr>
              <p:cNvSpPr/>
              <p:nvPr/>
            </p:nvSpPr>
            <p:spPr>
              <a:xfrm>
                <a:off x="8883550" y="6504463"/>
                <a:ext cx="161083" cy="240696"/>
              </a:xfrm>
              <a:custGeom>
                <a:avLst/>
                <a:gdLst>
                  <a:gd name="connsiteX0" fmla="*/ 161083 w 161083"/>
                  <a:gd name="connsiteY0" fmla="*/ 10097 h 240696"/>
                  <a:gd name="connsiteX1" fmla="*/ 161083 w 161083"/>
                  <a:gd name="connsiteY1" fmla="*/ 21431 h 240696"/>
                  <a:gd name="connsiteX2" fmla="*/ 153852 w 161083"/>
                  <a:gd name="connsiteY2" fmla="*/ 28670 h 240696"/>
                  <a:gd name="connsiteX3" fmla="*/ 134062 w 161083"/>
                  <a:gd name="connsiteY3" fmla="*/ 31242 h 240696"/>
                  <a:gd name="connsiteX4" fmla="*/ 139961 w 161083"/>
                  <a:gd name="connsiteY4" fmla="*/ 56388 h 240696"/>
                  <a:gd name="connsiteX5" fmla="*/ 135013 w 161083"/>
                  <a:gd name="connsiteY5" fmla="*/ 79534 h 240696"/>
                  <a:gd name="connsiteX6" fmla="*/ 121502 w 161083"/>
                  <a:gd name="connsiteY6" fmla="*/ 97346 h 240696"/>
                  <a:gd name="connsiteX7" fmla="*/ 100855 w 161083"/>
                  <a:gd name="connsiteY7" fmla="*/ 108776 h 240696"/>
                  <a:gd name="connsiteX8" fmla="*/ 74690 w 161083"/>
                  <a:gd name="connsiteY8" fmla="*/ 112776 h 240696"/>
                  <a:gd name="connsiteX9" fmla="*/ 51569 w 161083"/>
                  <a:gd name="connsiteY9" fmla="*/ 109823 h 240696"/>
                  <a:gd name="connsiteX10" fmla="*/ 43101 w 161083"/>
                  <a:gd name="connsiteY10" fmla="*/ 117157 h 240696"/>
                  <a:gd name="connsiteX11" fmla="*/ 40152 w 161083"/>
                  <a:gd name="connsiteY11" fmla="*/ 124968 h 240696"/>
                  <a:gd name="connsiteX12" fmla="*/ 45195 w 161083"/>
                  <a:gd name="connsiteY12" fmla="*/ 134398 h 240696"/>
                  <a:gd name="connsiteX13" fmla="*/ 58515 w 161083"/>
                  <a:gd name="connsiteY13" fmla="*/ 138970 h 240696"/>
                  <a:gd name="connsiteX14" fmla="*/ 77354 w 161083"/>
                  <a:gd name="connsiteY14" fmla="*/ 140684 h 240696"/>
                  <a:gd name="connsiteX15" fmla="*/ 99047 w 161083"/>
                  <a:gd name="connsiteY15" fmla="*/ 141827 h 240696"/>
                  <a:gd name="connsiteX16" fmla="*/ 120741 w 161083"/>
                  <a:gd name="connsiteY16" fmla="*/ 144494 h 240696"/>
                  <a:gd name="connsiteX17" fmla="*/ 139580 w 161083"/>
                  <a:gd name="connsiteY17" fmla="*/ 150686 h 240696"/>
                  <a:gd name="connsiteX18" fmla="*/ 152900 w 161083"/>
                  <a:gd name="connsiteY18" fmla="*/ 162592 h 240696"/>
                  <a:gd name="connsiteX19" fmla="*/ 157943 w 161083"/>
                  <a:gd name="connsiteY19" fmla="*/ 182213 h 240696"/>
                  <a:gd name="connsiteX20" fmla="*/ 152330 w 161083"/>
                  <a:gd name="connsiteY20" fmla="*/ 203930 h 240696"/>
                  <a:gd name="connsiteX21" fmla="*/ 136250 w 161083"/>
                  <a:gd name="connsiteY21" fmla="*/ 222599 h 240696"/>
                  <a:gd name="connsiteX22" fmla="*/ 110465 w 161083"/>
                  <a:gd name="connsiteY22" fmla="*/ 235744 h 240696"/>
                  <a:gd name="connsiteX23" fmla="*/ 76117 w 161083"/>
                  <a:gd name="connsiteY23" fmla="*/ 240697 h 240696"/>
                  <a:gd name="connsiteX24" fmla="*/ 42721 w 161083"/>
                  <a:gd name="connsiteY24" fmla="*/ 236887 h 240696"/>
                  <a:gd name="connsiteX25" fmla="*/ 18934 w 161083"/>
                  <a:gd name="connsiteY25" fmla="*/ 226695 h 240696"/>
                  <a:gd name="connsiteX26" fmla="*/ 4757 w 161083"/>
                  <a:gd name="connsiteY26" fmla="*/ 211931 h 240696"/>
                  <a:gd name="connsiteX27" fmla="*/ 0 w 161083"/>
                  <a:gd name="connsiteY27" fmla="*/ 194405 h 240696"/>
                  <a:gd name="connsiteX28" fmla="*/ 8087 w 161083"/>
                  <a:gd name="connsiteY28" fmla="*/ 172498 h 240696"/>
                  <a:gd name="connsiteX29" fmla="*/ 30257 w 161083"/>
                  <a:gd name="connsiteY29" fmla="*/ 158210 h 240696"/>
                  <a:gd name="connsiteX30" fmla="*/ 17983 w 161083"/>
                  <a:gd name="connsiteY30" fmla="*/ 148971 h 240696"/>
                  <a:gd name="connsiteX31" fmla="*/ 13416 w 161083"/>
                  <a:gd name="connsiteY31" fmla="*/ 133350 h 240696"/>
                  <a:gd name="connsiteX32" fmla="*/ 14748 w 161083"/>
                  <a:gd name="connsiteY32" fmla="*/ 125540 h 240696"/>
                  <a:gd name="connsiteX33" fmla="*/ 18934 w 161083"/>
                  <a:gd name="connsiteY33" fmla="*/ 117443 h 240696"/>
                  <a:gd name="connsiteX34" fmla="*/ 25880 w 161083"/>
                  <a:gd name="connsiteY34" fmla="*/ 109728 h 240696"/>
                  <a:gd name="connsiteX35" fmla="*/ 35490 w 161083"/>
                  <a:gd name="connsiteY35" fmla="*/ 103346 h 240696"/>
                  <a:gd name="connsiteX36" fmla="*/ 15319 w 161083"/>
                  <a:gd name="connsiteY36" fmla="*/ 84106 h 240696"/>
                  <a:gd name="connsiteX37" fmla="*/ 8087 w 161083"/>
                  <a:gd name="connsiteY37" fmla="*/ 56293 h 240696"/>
                  <a:gd name="connsiteX38" fmla="*/ 13035 w 161083"/>
                  <a:gd name="connsiteY38" fmla="*/ 33052 h 240696"/>
                  <a:gd name="connsiteX39" fmla="*/ 26736 w 161083"/>
                  <a:gd name="connsiteY39" fmla="*/ 15335 h 240696"/>
                  <a:gd name="connsiteX40" fmla="*/ 47668 w 161083"/>
                  <a:gd name="connsiteY40" fmla="*/ 4001 h 240696"/>
                  <a:gd name="connsiteX41" fmla="*/ 74309 w 161083"/>
                  <a:gd name="connsiteY41" fmla="*/ 0 h 240696"/>
                  <a:gd name="connsiteX42" fmla="*/ 95527 w 161083"/>
                  <a:gd name="connsiteY42" fmla="*/ 2477 h 240696"/>
                  <a:gd name="connsiteX43" fmla="*/ 113415 w 161083"/>
                  <a:gd name="connsiteY43" fmla="*/ 9811 h 240696"/>
                  <a:gd name="connsiteX44" fmla="*/ 160798 w 161083"/>
                  <a:gd name="connsiteY44" fmla="*/ 9811 h 240696"/>
                  <a:gd name="connsiteX45" fmla="*/ 129875 w 161083"/>
                  <a:gd name="connsiteY45" fmla="*/ 187357 h 240696"/>
                  <a:gd name="connsiteX46" fmla="*/ 126259 w 161083"/>
                  <a:gd name="connsiteY46" fmla="*/ 176975 h 240696"/>
                  <a:gd name="connsiteX47" fmla="*/ 116555 w 161083"/>
                  <a:gd name="connsiteY47" fmla="*/ 170783 h 240696"/>
                  <a:gd name="connsiteX48" fmla="*/ 102378 w 161083"/>
                  <a:gd name="connsiteY48" fmla="*/ 167545 h 240696"/>
                  <a:gd name="connsiteX49" fmla="*/ 85251 w 161083"/>
                  <a:gd name="connsiteY49" fmla="*/ 166116 h 240696"/>
                  <a:gd name="connsiteX50" fmla="*/ 66888 w 161083"/>
                  <a:gd name="connsiteY50" fmla="*/ 165068 h 240696"/>
                  <a:gd name="connsiteX51" fmla="*/ 49000 w 161083"/>
                  <a:gd name="connsiteY51" fmla="*/ 163354 h 240696"/>
                  <a:gd name="connsiteX52" fmla="*/ 33206 w 161083"/>
                  <a:gd name="connsiteY52" fmla="*/ 174689 h 240696"/>
                  <a:gd name="connsiteX53" fmla="*/ 27117 w 161083"/>
                  <a:gd name="connsiteY53" fmla="*/ 190691 h 240696"/>
                  <a:gd name="connsiteX54" fmla="*/ 30161 w 161083"/>
                  <a:gd name="connsiteY54" fmla="*/ 201644 h 240696"/>
                  <a:gd name="connsiteX55" fmla="*/ 39391 w 161083"/>
                  <a:gd name="connsiteY55" fmla="*/ 210407 h 240696"/>
                  <a:gd name="connsiteX56" fmla="*/ 54995 w 161083"/>
                  <a:gd name="connsiteY56" fmla="*/ 216313 h 240696"/>
                  <a:gd name="connsiteX57" fmla="*/ 77164 w 161083"/>
                  <a:gd name="connsiteY57" fmla="*/ 218504 h 240696"/>
                  <a:gd name="connsiteX58" fmla="*/ 99333 w 161083"/>
                  <a:gd name="connsiteY58" fmla="*/ 216218 h 240696"/>
                  <a:gd name="connsiteX59" fmla="*/ 115984 w 161083"/>
                  <a:gd name="connsiteY59" fmla="*/ 209836 h 240696"/>
                  <a:gd name="connsiteX60" fmla="*/ 126355 w 161083"/>
                  <a:gd name="connsiteY60" fmla="*/ 200025 h 240696"/>
                  <a:gd name="connsiteX61" fmla="*/ 129970 w 161083"/>
                  <a:gd name="connsiteY61" fmla="*/ 187452 h 240696"/>
                  <a:gd name="connsiteX62" fmla="*/ 74595 w 161083"/>
                  <a:gd name="connsiteY62" fmla="*/ 92488 h 240696"/>
                  <a:gd name="connsiteX63" fmla="*/ 90960 w 161083"/>
                  <a:gd name="connsiteY63" fmla="*/ 89916 h 240696"/>
                  <a:gd name="connsiteX64" fmla="*/ 102853 w 161083"/>
                  <a:gd name="connsiteY64" fmla="*/ 82677 h 240696"/>
                  <a:gd name="connsiteX65" fmla="*/ 110085 w 161083"/>
                  <a:gd name="connsiteY65" fmla="*/ 71533 h 240696"/>
                  <a:gd name="connsiteX66" fmla="*/ 112463 w 161083"/>
                  <a:gd name="connsiteY66" fmla="*/ 57341 h 240696"/>
                  <a:gd name="connsiteX67" fmla="*/ 102758 w 161083"/>
                  <a:gd name="connsiteY67" fmla="*/ 31814 h 240696"/>
                  <a:gd name="connsiteX68" fmla="*/ 74595 w 161083"/>
                  <a:gd name="connsiteY68" fmla="*/ 22384 h 240696"/>
                  <a:gd name="connsiteX69" fmla="*/ 46241 w 161083"/>
                  <a:gd name="connsiteY69" fmla="*/ 31814 h 240696"/>
                  <a:gd name="connsiteX70" fmla="*/ 36536 w 161083"/>
                  <a:gd name="connsiteY70" fmla="*/ 57341 h 240696"/>
                  <a:gd name="connsiteX71" fmla="*/ 39010 w 161083"/>
                  <a:gd name="connsiteY71" fmla="*/ 71533 h 240696"/>
                  <a:gd name="connsiteX72" fmla="*/ 46336 w 161083"/>
                  <a:gd name="connsiteY72" fmla="*/ 82677 h 240696"/>
                  <a:gd name="connsiteX73" fmla="*/ 58230 w 161083"/>
                  <a:gd name="connsiteY73" fmla="*/ 89916 h 240696"/>
                  <a:gd name="connsiteX74" fmla="*/ 74595 w 161083"/>
                  <a:gd name="connsiteY74" fmla="*/ 92488 h 2406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</a:cxnLst>
                <a:rect l="l" t="t" r="r" b="b"/>
                <a:pathLst>
                  <a:path w="161083" h="240696">
                    <a:moveTo>
                      <a:pt x="161083" y="10097"/>
                    </a:moveTo>
                    <a:lnTo>
                      <a:pt x="161083" y="21431"/>
                    </a:lnTo>
                    <a:cubicBezTo>
                      <a:pt x="161083" y="25241"/>
                      <a:pt x="158704" y="27623"/>
                      <a:pt x="153852" y="28670"/>
                    </a:cubicBezTo>
                    <a:lnTo>
                      <a:pt x="134062" y="31242"/>
                    </a:lnTo>
                    <a:cubicBezTo>
                      <a:pt x="137963" y="38767"/>
                      <a:pt x="139961" y="47244"/>
                      <a:pt x="139961" y="56388"/>
                    </a:cubicBezTo>
                    <a:cubicBezTo>
                      <a:pt x="139961" y="64865"/>
                      <a:pt x="138343" y="72580"/>
                      <a:pt x="135013" y="79534"/>
                    </a:cubicBezTo>
                    <a:cubicBezTo>
                      <a:pt x="131683" y="86487"/>
                      <a:pt x="127211" y="92488"/>
                      <a:pt x="121502" y="97346"/>
                    </a:cubicBezTo>
                    <a:cubicBezTo>
                      <a:pt x="115793" y="102299"/>
                      <a:pt x="108848" y="106108"/>
                      <a:pt x="100855" y="108776"/>
                    </a:cubicBezTo>
                    <a:cubicBezTo>
                      <a:pt x="92863" y="111443"/>
                      <a:pt x="84110" y="112776"/>
                      <a:pt x="74690" y="112776"/>
                    </a:cubicBezTo>
                    <a:cubicBezTo>
                      <a:pt x="66507" y="112776"/>
                      <a:pt x="58801" y="111824"/>
                      <a:pt x="51569" y="109823"/>
                    </a:cubicBezTo>
                    <a:cubicBezTo>
                      <a:pt x="47859" y="112109"/>
                      <a:pt x="45099" y="114586"/>
                      <a:pt x="43101" y="117157"/>
                    </a:cubicBezTo>
                    <a:cubicBezTo>
                      <a:pt x="41103" y="119729"/>
                      <a:pt x="40152" y="122396"/>
                      <a:pt x="40152" y="124968"/>
                    </a:cubicBezTo>
                    <a:cubicBezTo>
                      <a:pt x="40152" y="129064"/>
                      <a:pt x="41864" y="132207"/>
                      <a:pt x="45195" y="134398"/>
                    </a:cubicBezTo>
                    <a:cubicBezTo>
                      <a:pt x="48620" y="136493"/>
                      <a:pt x="52997" y="138017"/>
                      <a:pt x="58515" y="138970"/>
                    </a:cubicBezTo>
                    <a:cubicBezTo>
                      <a:pt x="64034" y="139922"/>
                      <a:pt x="70313" y="140494"/>
                      <a:pt x="77354" y="140684"/>
                    </a:cubicBezTo>
                    <a:cubicBezTo>
                      <a:pt x="84395" y="140970"/>
                      <a:pt x="91626" y="141256"/>
                      <a:pt x="99047" y="141827"/>
                    </a:cubicBezTo>
                    <a:cubicBezTo>
                      <a:pt x="106469" y="142304"/>
                      <a:pt x="113700" y="143256"/>
                      <a:pt x="120741" y="144494"/>
                    </a:cubicBezTo>
                    <a:cubicBezTo>
                      <a:pt x="127782" y="145733"/>
                      <a:pt x="134062" y="147828"/>
                      <a:pt x="139580" y="150686"/>
                    </a:cubicBezTo>
                    <a:cubicBezTo>
                      <a:pt x="145099" y="153543"/>
                      <a:pt x="149570" y="157544"/>
                      <a:pt x="152900" y="162592"/>
                    </a:cubicBezTo>
                    <a:cubicBezTo>
                      <a:pt x="156326" y="167640"/>
                      <a:pt x="157943" y="174212"/>
                      <a:pt x="157943" y="182213"/>
                    </a:cubicBezTo>
                    <a:cubicBezTo>
                      <a:pt x="157943" y="189643"/>
                      <a:pt x="156040" y="196882"/>
                      <a:pt x="152330" y="203930"/>
                    </a:cubicBezTo>
                    <a:cubicBezTo>
                      <a:pt x="148619" y="210979"/>
                      <a:pt x="143195" y="217170"/>
                      <a:pt x="136250" y="222599"/>
                    </a:cubicBezTo>
                    <a:cubicBezTo>
                      <a:pt x="129209" y="228029"/>
                      <a:pt x="120646" y="232410"/>
                      <a:pt x="110465" y="235744"/>
                    </a:cubicBezTo>
                    <a:cubicBezTo>
                      <a:pt x="100284" y="238982"/>
                      <a:pt x="88867" y="240697"/>
                      <a:pt x="76117" y="240697"/>
                    </a:cubicBezTo>
                    <a:cubicBezTo>
                      <a:pt x="63368" y="240697"/>
                      <a:pt x="52235" y="239459"/>
                      <a:pt x="42721" y="236887"/>
                    </a:cubicBezTo>
                    <a:cubicBezTo>
                      <a:pt x="33206" y="234315"/>
                      <a:pt x="25309" y="230981"/>
                      <a:pt x="18934" y="226695"/>
                    </a:cubicBezTo>
                    <a:cubicBezTo>
                      <a:pt x="12655" y="222409"/>
                      <a:pt x="7897" y="217551"/>
                      <a:pt x="4757" y="211931"/>
                    </a:cubicBezTo>
                    <a:cubicBezTo>
                      <a:pt x="1617" y="206407"/>
                      <a:pt x="0" y="200501"/>
                      <a:pt x="0" y="194405"/>
                    </a:cubicBezTo>
                    <a:cubicBezTo>
                      <a:pt x="0" y="185738"/>
                      <a:pt x="2664" y="178499"/>
                      <a:pt x="8087" y="172498"/>
                    </a:cubicBezTo>
                    <a:cubicBezTo>
                      <a:pt x="13511" y="166497"/>
                      <a:pt x="20932" y="161735"/>
                      <a:pt x="30257" y="158210"/>
                    </a:cubicBezTo>
                    <a:cubicBezTo>
                      <a:pt x="25119" y="155924"/>
                      <a:pt x="21027" y="152876"/>
                      <a:pt x="17983" y="148971"/>
                    </a:cubicBezTo>
                    <a:cubicBezTo>
                      <a:pt x="14938" y="145161"/>
                      <a:pt x="13416" y="139922"/>
                      <a:pt x="13416" y="133350"/>
                    </a:cubicBezTo>
                    <a:cubicBezTo>
                      <a:pt x="13416" y="130778"/>
                      <a:pt x="13891" y="128206"/>
                      <a:pt x="14748" y="125540"/>
                    </a:cubicBezTo>
                    <a:cubicBezTo>
                      <a:pt x="15699" y="122873"/>
                      <a:pt x="17031" y="120110"/>
                      <a:pt x="18934" y="117443"/>
                    </a:cubicBezTo>
                    <a:cubicBezTo>
                      <a:pt x="20837" y="114776"/>
                      <a:pt x="23121" y="112205"/>
                      <a:pt x="25880" y="109728"/>
                    </a:cubicBezTo>
                    <a:cubicBezTo>
                      <a:pt x="28639" y="107347"/>
                      <a:pt x="31874" y="105156"/>
                      <a:pt x="35490" y="103346"/>
                    </a:cubicBezTo>
                    <a:cubicBezTo>
                      <a:pt x="26831" y="98489"/>
                      <a:pt x="20171" y="92107"/>
                      <a:pt x="15319" y="84106"/>
                    </a:cubicBezTo>
                    <a:cubicBezTo>
                      <a:pt x="10466" y="76105"/>
                      <a:pt x="8087" y="66866"/>
                      <a:pt x="8087" y="56293"/>
                    </a:cubicBezTo>
                    <a:cubicBezTo>
                      <a:pt x="8087" y="47816"/>
                      <a:pt x="9705" y="40005"/>
                      <a:pt x="13035" y="33052"/>
                    </a:cubicBezTo>
                    <a:cubicBezTo>
                      <a:pt x="16365" y="26099"/>
                      <a:pt x="20837" y="20193"/>
                      <a:pt x="26736" y="15335"/>
                    </a:cubicBezTo>
                    <a:cubicBezTo>
                      <a:pt x="32635" y="10478"/>
                      <a:pt x="39581" y="6668"/>
                      <a:pt x="47668" y="4001"/>
                    </a:cubicBezTo>
                    <a:cubicBezTo>
                      <a:pt x="55756" y="1334"/>
                      <a:pt x="64604" y="0"/>
                      <a:pt x="74309" y="0"/>
                    </a:cubicBezTo>
                    <a:cubicBezTo>
                      <a:pt x="81921" y="0"/>
                      <a:pt x="88962" y="857"/>
                      <a:pt x="95527" y="2477"/>
                    </a:cubicBezTo>
                    <a:cubicBezTo>
                      <a:pt x="102092" y="4191"/>
                      <a:pt x="107991" y="6572"/>
                      <a:pt x="113415" y="9811"/>
                    </a:cubicBezTo>
                    <a:lnTo>
                      <a:pt x="160798" y="9811"/>
                    </a:lnTo>
                    <a:close/>
                    <a:moveTo>
                      <a:pt x="129875" y="187357"/>
                    </a:moveTo>
                    <a:cubicBezTo>
                      <a:pt x="129875" y="183071"/>
                      <a:pt x="128638" y="179642"/>
                      <a:pt x="126259" y="176975"/>
                    </a:cubicBezTo>
                    <a:cubicBezTo>
                      <a:pt x="123881" y="174308"/>
                      <a:pt x="120646" y="172307"/>
                      <a:pt x="116555" y="170783"/>
                    </a:cubicBezTo>
                    <a:cubicBezTo>
                      <a:pt x="112463" y="169259"/>
                      <a:pt x="107706" y="168212"/>
                      <a:pt x="102378" y="167545"/>
                    </a:cubicBezTo>
                    <a:cubicBezTo>
                      <a:pt x="97049" y="166878"/>
                      <a:pt x="91246" y="166402"/>
                      <a:pt x="85251" y="166116"/>
                    </a:cubicBezTo>
                    <a:cubicBezTo>
                      <a:pt x="79257" y="165735"/>
                      <a:pt x="73073" y="165449"/>
                      <a:pt x="66888" y="165068"/>
                    </a:cubicBezTo>
                    <a:cubicBezTo>
                      <a:pt x="60703" y="164687"/>
                      <a:pt x="54709" y="164116"/>
                      <a:pt x="49000" y="163354"/>
                    </a:cubicBezTo>
                    <a:cubicBezTo>
                      <a:pt x="42531" y="166306"/>
                      <a:pt x="37297" y="170117"/>
                      <a:pt x="33206" y="174689"/>
                    </a:cubicBezTo>
                    <a:cubicBezTo>
                      <a:pt x="29115" y="179261"/>
                      <a:pt x="27117" y="184595"/>
                      <a:pt x="27117" y="190691"/>
                    </a:cubicBezTo>
                    <a:cubicBezTo>
                      <a:pt x="27117" y="194596"/>
                      <a:pt x="28163" y="198215"/>
                      <a:pt x="30161" y="201644"/>
                    </a:cubicBezTo>
                    <a:cubicBezTo>
                      <a:pt x="32159" y="205073"/>
                      <a:pt x="35204" y="207931"/>
                      <a:pt x="39391" y="210407"/>
                    </a:cubicBezTo>
                    <a:cubicBezTo>
                      <a:pt x="43482" y="212884"/>
                      <a:pt x="48715" y="214789"/>
                      <a:pt x="54995" y="216313"/>
                    </a:cubicBezTo>
                    <a:cubicBezTo>
                      <a:pt x="61274" y="217742"/>
                      <a:pt x="68601" y="218504"/>
                      <a:pt x="77164" y="218504"/>
                    </a:cubicBezTo>
                    <a:cubicBezTo>
                      <a:pt x="85727" y="218504"/>
                      <a:pt x="92863" y="217742"/>
                      <a:pt x="99333" y="216218"/>
                    </a:cubicBezTo>
                    <a:cubicBezTo>
                      <a:pt x="105898" y="214694"/>
                      <a:pt x="111417" y="212598"/>
                      <a:pt x="115984" y="209836"/>
                    </a:cubicBezTo>
                    <a:cubicBezTo>
                      <a:pt x="120551" y="207074"/>
                      <a:pt x="123976" y="203835"/>
                      <a:pt x="126355" y="200025"/>
                    </a:cubicBezTo>
                    <a:cubicBezTo>
                      <a:pt x="128733" y="196215"/>
                      <a:pt x="129970" y="192024"/>
                      <a:pt x="129970" y="187452"/>
                    </a:cubicBezTo>
                    <a:close/>
                    <a:moveTo>
                      <a:pt x="74595" y="92488"/>
                    </a:moveTo>
                    <a:cubicBezTo>
                      <a:pt x="80779" y="92488"/>
                      <a:pt x="86203" y="91630"/>
                      <a:pt x="90960" y="89916"/>
                    </a:cubicBezTo>
                    <a:cubicBezTo>
                      <a:pt x="95622" y="88202"/>
                      <a:pt x="99618" y="85820"/>
                      <a:pt x="102853" y="82677"/>
                    </a:cubicBezTo>
                    <a:cubicBezTo>
                      <a:pt x="106088" y="79534"/>
                      <a:pt x="108467" y="75914"/>
                      <a:pt x="110085" y="71533"/>
                    </a:cubicBezTo>
                    <a:cubicBezTo>
                      <a:pt x="111702" y="67247"/>
                      <a:pt x="112463" y="62484"/>
                      <a:pt x="112463" y="57341"/>
                    </a:cubicBezTo>
                    <a:cubicBezTo>
                      <a:pt x="112463" y="46673"/>
                      <a:pt x="109228" y="38100"/>
                      <a:pt x="102758" y="31814"/>
                    </a:cubicBezTo>
                    <a:cubicBezTo>
                      <a:pt x="96288" y="25527"/>
                      <a:pt x="86869" y="22384"/>
                      <a:pt x="74595" y="22384"/>
                    </a:cubicBezTo>
                    <a:cubicBezTo>
                      <a:pt x="62321" y="22384"/>
                      <a:pt x="52711" y="25527"/>
                      <a:pt x="46241" y="31814"/>
                    </a:cubicBezTo>
                    <a:cubicBezTo>
                      <a:pt x="39771" y="38100"/>
                      <a:pt x="36536" y="46673"/>
                      <a:pt x="36536" y="57341"/>
                    </a:cubicBezTo>
                    <a:cubicBezTo>
                      <a:pt x="36536" y="62484"/>
                      <a:pt x="37393" y="67247"/>
                      <a:pt x="39010" y="71533"/>
                    </a:cubicBezTo>
                    <a:cubicBezTo>
                      <a:pt x="40627" y="75819"/>
                      <a:pt x="43101" y="79534"/>
                      <a:pt x="46336" y="82677"/>
                    </a:cubicBezTo>
                    <a:cubicBezTo>
                      <a:pt x="49571" y="85820"/>
                      <a:pt x="53472" y="88202"/>
                      <a:pt x="58230" y="89916"/>
                    </a:cubicBezTo>
                    <a:cubicBezTo>
                      <a:pt x="62987" y="91630"/>
                      <a:pt x="68410" y="92488"/>
                      <a:pt x="74595" y="92488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" name="Freeform 13">
                <a:extLst>
                  <a:ext uri="{FF2B5EF4-FFF2-40B4-BE49-F238E27FC236}">
                    <a16:creationId xmlns:a16="http://schemas.microsoft.com/office/drawing/2014/main" id="{6BDD8FC2-DB6E-4C5F-1F32-97ED58842256}"/>
                  </a:ext>
                </a:extLst>
              </p:cNvPr>
              <p:cNvSpPr/>
              <p:nvPr/>
            </p:nvSpPr>
            <p:spPr>
              <a:xfrm>
                <a:off x="9140826" y="6450933"/>
                <a:ext cx="112463" cy="234124"/>
              </a:xfrm>
              <a:custGeom>
                <a:avLst/>
                <a:gdLst>
                  <a:gd name="connsiteX0" fmla="*/ 70504 w 112463"/>
                  <a:gd name="connsiteY0" fmla="*/ 234124 h 234124"/>
                  <a:gd name="connsiteX1" fmla="*/ 38725 w 112463"/>
                  <a:gd name="connsiteY1" fmla="*/ 222599 h 234124"/>
                  <a:gd name="connsiteX2" fmla="*/ 27592 w 112463"/>
                  <a:gd name="connsiteY2" fmla="*/ 189357 h 234124"/>
                  <a:gd name="connsiteX3" fmla="*/ 27592 w 112463"/>
                  <a:gd name="connsiteY3" fmla="*/ 82487 h 234124"/>
                  <a:gd name="connsiteX4" fmla="*/ 6565 w 112463"/>
                  <a:gd name="connsiteY4" fmla="*/ 82487 h 234124"/>
                  <a:gd name="connsiteX5" fmla="*/ 1903 w 112463"/>
                  <a:gd name="connsiteY5" fmla="*/ 80867 h 234124"/>
                  <a:gd name="connsiteX6" fmla="*/ 0 w 112463"/>
                  <a:gd name="connsiteY6" fmla="*/ 75724 h 234124"/>
                  <a:gd name="connsiteX7" fmla="*/ 0 w 112463"/>
                  <a:gd name="connsiteY7" fmla="*/ 63437 h 234124"/>
                  <a:gd name="connsiteX8" fmla="*/ 28544 w 112463"/>
                  <a:gd name="connsiteY8" fmla="*/ 59817 h 234124"/>
                  <a:gd name="connsiteX9" fmla="*/ 35585 w 112463"/>
                  <a:gd name="connsiteY9" fmla="*/ 5810 h 234124"/>
                  <a:gd name="connsiteX10" fmla="*/ 37868 w 112463"/>
                  <a:gd name="connsiteY10" fmla="*/ 1619 h 234124"/>
                  <a:gd name="connsiteX11" fmla="*/ 42626 w 112463"/>
                  <a:gd name="connsiteY11" fmla="*/ 0 h 234124"/>
                  <a:gd name="connsiteX12" fmla="*/ 58135 w 112463"/>
                  <a:gd name="connsiteY12" fmla="*/ 0 h 234124"/>
                  <a:gd name="connsiteX13" fmla="*/ 58135 w 112463"/>
                  <a:gd name="connsiteY13" fmla="*/ 60198 h 234124"/>
                  <a:gd name="connsiteX14" fmla="*/ 108562 w 112463"/>
                  <a:gd name="connsiteY14" fmla="*/ 60198 h 234124"/>
                  <a:gd name="connsiteX15" fmla="*/ 108562 w 112463"/>
                  <a:gd name="connsiteY15" fmla="*/ 82487 h 234124"/>
                  <a:gd name="connsiteX16" fmla="*/ 58135 w 112463"/>
                  <a:gd name="connsiteY16" fmla="*/ 82487 h 234124"/>
                  <a:gd name="connsiteX17" fmla="*/ 58135 w 112463"/>
                  <a:gd name="connsiteY17" fmla="*/ 187262 h 234124"/>
                  <a:gd name="connsiteX18" fmla="*/ 63463 w 112463"/>
                  <a:gd name="connsiteY18" fmla="*/ 203645 h 234124"/>
                  <a:gd name="connsiteX19" fmla="*/ 77259 w 112463"/>
                  <a:gd name="connsiteY19" fmla="*/ 208978 h 234124"/>
                  <a:gd name="connsiteX20" fmla="*/ 85632 w 112463"/>
                  <a:gd name="connsiteY20" fmla="*/ 207740 h 234124"/>
                  <a:gd name="connsiteX21" fmla="*/ 91721 w 112463"/>
                  <a:gd name="connsiteY21" fmla="*/ 204883 h 234124"/>
                  <a:gd name="connsiteX22" fmla="*/ 96098 w 112463"/>
                  <a:gd name="connsiteY22" fmla="*/ 202025 h 234124"/>
                  <a:gd name="connsiteX23" fmla="*/ 99238 w 112463"/>
                  <a:gd name="connsiteY23" fmla="*/ 200692 h 234124"/>
                  <a:gd name="connsiteX24" fmla="*/ 103520 w 112463"/>
                  <a:gd name="connsiteY24" fmla="*/ 203645 h 234124"/>
                  <a:gd name="connsiteX25" fmla="*/ 112463 w 112463"/>
                  <a:gd name="connsiteY25" fmla="*/ 218313 h 234124"/>
                  <a:gd name="connsiteX26" fmla="*/ 93339 w 112463"/>
                  <a:gd name="connsiteY26" fmla="*/ 229934 h 234124"/>
                  <a:gd name="connsiteX27" fmla="*/ 70313 w 112463"/>
                  <a:gd name="connsiteY27" fmla="*/ 234124 h 2341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112463" h="234124">
                    <a:moveTo>
                      <a:pt x="70504" y="234124"/>
                    </a:moveTo>
                    <a:cubicBezTo>
                      <a:pt x="56707" y="234124"/>
                      <a:pt x="46146" y="230315"/>
                      <a:pt x="38725" y="222599"/>
                    </a:cubicBezTo>
                    <a:cubicBezTo>
                      <a:pt x="31303" y="214884"/>
                      <a:pt x="27592" y="203835"/>
                      <a:pt x="27592" y="189357"/>
                    </a:cubicBezTo>
                    <a:lnTo>
                      <a:pt x="27592" y="82487"/>
                    </a:lnTo>
                    <a:lnTo>
                      <a:pt x="6565" y="82487"/>
                    </a:lnTo>
                    <a:cubicBezTo>
                      <a:pt x="4757" y="82487"/>
                      <a:pt x="3140" y="81915"/>
                      <a:pt x="1903" y="80867"/>
                    </a:cubicBezTo>
                    <a:cubicBezTo>
                      <a:pt x="666" y="79819"/>
                      <a:pt x="0" y="78105"/>
                      <a:pt x="0" y="75724"/>
                    </a:cubicBezTo>
                    <a:lnTo>
                      <a:pt x="0" y="63437"/>
                    </a:lnTo>
                    <a:lnTo>
                      <a:pt x="28544" y="59817"/>
                    </a:lnTo>
                    <a:lnTo>
                      <a:pt x="35585" y="5810"/>
                    </a:lnTo>
                    <a:cubicBezTo>
                      <a:pt x="35965" y="4096"/>
                      <a:pt x="36727" y="2667"/>
                      <a:pt x="37868" y="1619"/>
                    </a:cubicBezTo>
                    <a:cubicBezTo>
                      <a:pt x="39105" y="571"/>
                      <a:pt x="40628" y="0"/>
                      <a:pt x="42626" y="0"/>
                    </a:cubicBezTo>
                    <a:lnTo>
                      <a:pt x="58135" y="0"/>
                    </a:lnTo>
                    <a:lnTo>
                      <a:pt x="58135" y="60198"/>
                    </a:lnTo>
                    <a:lnTo>
                      <a:pt x="108562" y="60198"/>
                    </a:lnTo>
                    <a:lnTo>
                      <a:pt x="108562" y="82487"/>
                    </a:lnTo>
                    <a:lnTo>
                      <a:pt x="58135" y="82487"/>
                    </a:lnTo>
                    <a:lnTo>
                      <a:pt x="58135" y="187262"/>
                    </a:lnTo>
                    <a:cubicBezTo>
                      <a:pt x="58135" y="194596"/>
                      <a:pt x="59942" y="200120"/>
                      <a:pt x="63463" y="203645"/>
                    </a:cubicBezTo>
                    <a:cubicBezTo>
                      <a:pt x="66983" y="207169"/>
                      <a:pt x="71645" y="208978"/>
                      <a:pt x="77259" y="208978"/>
                    </a:cubicBezTo>
                    <a:cubicBezTo>
                      <a:pt x="80494" y="208978"/>
                      <a:pt x="83253" y="208598"/>
                      <a:pt x="85632" y="207740"/>
                    </a:cubicBezTo>
                    <a:cubicBezTo>
                      <a:pt x="88011" y="206883"/>
                      <a:pt x="90009" y="205930"/>
                      <a:pt x="91721" y="204883"/>
                    </a:cubicBezTo>
                    <a:cubicBezTo>
                      <a:pt x="93434" y="203835"/>
                      <a:pt x="94861" y="202883"/>
                      <a:pt x="96098" y="202025"/>
                    </a:cubicBezTo>
                    <a:cubicBezTo>
                      <a:pt x="97335" y="201168"/>
                      <a:pt x="98382" y="200692"/>
                      <a:pt x="99238" y="200692"/>
                    </a:cubicBezTo>
                    <a:cubicBezTo>
                      <a:pt x="100855" y="200692"/>
                      <a:pt x="102283" y="201644"/>
                      <a:pt x="103520" y="203645"/>
                    </a:cubicBezTo>
                    <a:lnTo>
                      <a:pt x="112463" y="218313"/>
                    </a:lnTo>
                    <a:cubicBezTo>
                      <a:pt x="107230" y="223266"/>
                      <a:pt x="100855" y="227171"/>
                      <a:pt x="93339" y="229934"/>
                    </a:cubicBezTo>
                    <a:cubicBezTo>
                      <a:pt x="85822" y="232696"/>
                      <a:pt x="78211" y="234124"/>
                      <a:pt x="70313" y="234124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2683BC0C-22FD-2103-4269-2F275E372C14}"/>
                  </a:ext>
                </a:extLst>
              </p:cNvPr>
              <p:cNvSpPr/>
              <p:nvPr/>
            </p:nvSpPr>
            <p:spPr>
              <a:xfrm>
                <a:off x="9277837" y="6428358"/>
                <a:ext cx="145383" cy="254031"/>
              </a:xfrm>
              <a:custGeom>
                <a:avLst/>
                <a:gdLst>
                  <a:gd name="connsiteX0" fmla="*/ 30828 w 145383"/>
                  <a:gd name="connsiteY0" fmla="*/ 102584 h 254031"/>
                  <a:gd name="connsiteX1" fmla="*/ 55661 w 145383"/>
                  <a:gd name="connsiteY1" fmla="*/ 83630 h 254031"/>
                  <a:gd name="connsiteX2" fmla="*/ 86964 w 145383"/>
                  <a:gd name="connsiteY2" fmla="*/ 76581 h 254031"/>
                  <a:gd name="connsiteX3" fmla="*/ 112178 w 145383"/>
                  <a:gd name="connsiteY3" fmla="*/ 81344 h 254031"/>
                  <a:gd name="connsiteX4" fmla="*/ 130446 w 145383"/>
                  <a:gd name="connsiteY4" fmla="*/ 94774 h 254031"/>
                  <a:gd name="connsiteX5" fmla="*/ 141578 w 145383"/>
                  <a:gd name="connsiteY5" fmla="*/ 115729 h 254031"/>
                  <a:gd name="connsiteX6" fmla="*/ 145384 w 145383"/>
                  <a:gd name="connsiteY6" fmla="*/ 142780 h 254031"/>
                  <a:gd name="connsiteX7" fmla="*/ 145384 w 145383"/>
                  <a:gd name="connsiteY7" fmla="*/ 254032 h 254031"/>
                  <a:gd name="connsiteX8" fmla="*/ 114557 w 145383"/>
                  <a:gd name="connsiteY8" fmla="*/ 254032 h 254031"/>
                  <a:gd name="connsiteX9" fmla="*/ 114557 w 145383"/>
                  <a:gd name="connsiteY9" fmla="*/ 142780 h 254031"/>
                  <a:gd name="connsiteX10" fmla="*/ 105518 w 145383"/>
                  <a:gd name="connsiteY10" fmla="*/ 112014 h 254031"/>
                  <a:gd name="connsiteX11" fmla="*/ 78020 w 145383"/>
                  <a:gd name="connsiteY11" fmla="*/ 101060 h 254031"/>
                  <a:gd name="connsiteX12" fmla="*/ 52616 w 145383"/>
                  <a:gd name="connsiteY12" fmla="*/ 107633 h 254031"/>
                  <a:gd name="connsiteX13" fmla="*/ 30828 w 145383"/>
                  <a:gd name="connsiteY13" fmla="*/ 125349 h 254031"/>
                  <a:gd name="connsiteX14" fmla="*/ 30828 w 145383"/>
                  <a:gd name="connsiteY14" fmla="*/ 253937 h 254031"/>
                  <a:gd name="connsiteX15" fmla="*/ 0 w 145383"/>
                  <a:gd name="connsiteY15" fmla="*/ 253937 h 254031"/>
                  <a:gd name="connsiteX16" fmla="*/ 0 w 145383"/>
                  <a:gd name="connsiteY16" fmla="*/ 0 h 254031"/>
                  <a:gd name="connsiteX17" fmla="*/ 30828 w 145383"/>
                  <a:gd name="connsiteY17" fmla="*/ 0 h 254031"/>
                  <a:gd name="connsiteX18" fmla="*/ 30828 w 145383"/>
                  <a:gd name="connsiteY18" fmla="*/ 102584 h 2540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45383" h="254031">
                    <a:moveTo>
                      <a:pt x="30828" y="102584"/>
                    </a:moveTo>
                    <a:cubicBezTo>
                      <a:pt x="38249" y="94679"/>
                      <a:pt x="46527" y="88297"/>
                      <a:pt x="55661" y="83630"/>
                    </a:cubicBezTo>
                    <a:cubicBezTo>
                      <a:pt x="64795" y="78962"/>
                      <a:pt x="75166" y="76581"/>
                      <a:pt x="86964" y="76581"/>
                    </a:cubicBezTo>
                    <a:cubicBezTo>
                      <a:pt x="96479" y="76581"/>
                      <a:pt x="104947" y="78200"/>
                      <a:pt x="112178" y="81344"/>
                    </a:cubicBezTo>
                    <a:cubicBezTo>
                      <a:pt x="119504" y="84487"/>
                      <a:pt x="125594" y="88964"/>
                      <a:pt x="130446" y="94774"/>
                    </a:cubicBezTo>
                    <a:cubicBezTo>
                      <a:pt x="135298" y="100584"/>
                      <a:pt x="139009" y="107537"/>
                      <a:pt x="141578" y="115729"/>
                    </a:cubicBezTo>
                    <a:cubicBezTo>
                      <a:pt x="144052" y="123920"/>
                      <a:pt x="145384" y="132874"/>
                      <a:pt x="145384" y="142780"/>
                    </a:cubicBezTo>
                    <a:lnTo>
                      <a:pt x="145384" y="254032"/>
                    </a:lnTo>
                    <a:lnTo>
                      <a:pt x="114557" y="254032"/>
                    </a:lnTo>
                    <a:lnTo>
                      <a:pt x="114557" y="142780"/>
                    </a:lnTo>
                    <a:cubicBezTo>
                      <a:pt x="114557" y="129540"/>
                      <a:pt x="111512" y="119348"/>
                      <a:pt x="105518" y="112014"/>
                    </a:cubicBezTo>
                    <a:cubicBezTo>
                      <a:pt x="99523" y="104680"/>
                      <a:pt x="90294" y="101060"/>
                      <a:pt x="78020" y="101060"/>
                    </a:cubicBezTo>
                    <a:cubicBezTo>
                      <a:pt x="68981" y="101060"/>
                      <a:pt x="60513" y="103251"/>
                      <a:pt x="52616" y="107633"/>
                    </a:cubicBezTo>
                    <a:cubicBezTo>
                      <a:pt x="44719" y="112014"/>
                      <a:pt x="37488" y="117920"/>
                      <a:pt x="30828" y="125349"/>
                    </a:cubicBezTo>
                    <a:lnTo>
                      <a:pt x="30828" y="253937"/>
                    </a:lnTo>
                    <a:lnTo>
                      <a:pt x="0" y="253937"/>
                    </a:lnTo>
                    <a:lnTo>
                      <a:pt x="0" y="0"/>
                    </a:lnTo>
                    <a:lnTo>
                      <a:pt x="30828" y="0"/>
                    </a:lnTo>
                    <a:lnTo>
                      <a:pt x="30828" y="102584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F3261F2-9205-00AE-C04D-4AF8E907081D}"/>
                  </a:ext>
                </a:extLst>
              </p:cNvPr>
              <p:cNvSpPr/>
              <p:nvPr/>
            </p:nvSpPr>
            <p:spPr>
              <a:xfrm>
                <a:off x="9456617" y="6504940"/>
                <a:ext cx="154327" cy="179831"/>
              </a:xfrm>
              <a:custGeom>
                <a:avLst/>
                <a:gdLst>
                  <a:gd name="connsiteX0" fmla="*/ 151473 w 154327"/>
                  <a:gd name="connsiteY0" fmla="*/ 152876 h 179831"/>
                  <a:gd name="connsiteX1" fmla="*/ 137867 w 154327"/>
                  <a:gd name="connsiteY1" fmla="*/ 164878 h 179831"/>
                  <a:gd name="connsiteX2" fmla="*/ 120931 w 154327"/>
                  <a:gd name="connsiteY2" fmla="*/ 173260 h 179831"/>
                  <a:gd name="connsiteX3" fmla="*/ 102283 w 154327"/>
                  <a:gd name="connsiteY3" fmla="*/ 178213 h 179831"/>
                  <a:gd name="connsiteX4" fmla="*/ 83158 w 154327"/>
                  <a:gd name="connsiteY4" fmla="*/ 179832 h 179831"/>
                  <a:gd name="connsiteX5" fmla="*/ 49857 w 154327"/>
                  <a:gd name="connsiteY5" fmla="*/ 173736 h 179831"/>
                  <a:gd name="connsiteX6" fmla="*/ 23501 w 154327"/>
                  <a:gd name="connsiteY6" fmla="*/ 155829 h 179831"/>
                  <a:gd name="connsiteX7" fmla="*/ 6184 w 154327"/>
                  <a:gd name="connsiteY7" fmla="*/ 126587 h 179831"/>
                  <a:gd name="connsiteX8" fmla="*/ 0 w 154327"/>
                  <a:gd name="connsiteY8" fmla="*/ 86582 h 179831"/>
                  <a:gd name="connsiteX9" fmla="*/ 5614 w 154327"/>
                  <a:gd name="connsiteY9" fmla="*/ 52483 h 179831"/>
                  <a:gd name="connsiteX10" fmla="*/ 21693 w 154327"/>
                  <a:gd name="connsiteY10" fmla="*/ 24955 h 179831"/>
                  <a:gd name="connsiteX11" fmla="*/ 47383 w 154327"/>
                  <a:gd name="connsiteY11" fmla="*/ 6667 h 179831"/>
                  <a:gd name="connsiteX12" fmla="*/ 81445 w 154327"/>
                  <a:gd name="connsiteY12" fmla="*/ 0 h 179831"/>
                  <a:gd name="connsiteX13" fmla="*/ 110465 w 154327"/>
                  <a:gd name="connsiteY13" fmla="*/ 5239 h 179831"/>
                  <a:gd name="connsiteX14" fmla="*/ 133586 w 154327"/>
                  <a:gd name="connsiteY14" fmla="*/ 20383 h 179831"/>
                  <a:gd name="connsiteX15" fmla="*/ 148809 w 154327"/>
                  <a:gd name="connsiteY15" fmla="*/ 44863 h 179831"/>
                  <a:gd name="connsiteX16" fmla="*/ 154328 w 154327"/>
                  <a:gd name="connsiteY16" fmla="*/ 78010 h 179831"/>
                  <a:gd name="connsiteX17" fmla="*/ 152805 w 154327"/>
                  <a:gd name="connsiteY17" fmla="*/ 87630 h 179831"/>
                  <a:gd name="connsiteX18" fmla="*/ 146906 w 154327"/>
                  <a:gd name="connsiteY18" fmla="*/ 90011 h 179831"/>
                  <a:gd name="connsiteX19" fmla="*/ 30352 w 154327"/>
                  <a:gd name="connsiteY19" fmla="*/ 90011 h 179831"/>
                  <a:gd name="connsiteX20" fmla="*/ 34919 w 154327"/>
                  <a:gd name="connsiteY20" fmla="*/ 118777 h 179831"/>
                  <a:gd name="connsiteX21" fmla="*/ 46241 w 154327"/>
                  <a:gd name="connsiteY21" fmla="*/ 139160 h 179831"/>
                  <a:gd name="connsiteX22" fmla="*/ 63463 w 154327"/>
                  <a:gd name="connsiteY22" fmla="*/ 151448 h 179831"/>
                  <a:gd name="connsiteX23" fmla="*/ 85822 w 154327"/>
                  <a:gd name="connsiteY23" fmla="*/ 155543 h 179831"/>
                  <a:gd name="connsiteX24" fmla="*/ 105708 w 154327"/>
                  <a:gd name="connsiteY24" fmla="*/ 152876 h 179831"/>
                  <a:gd name="connsiteX25" fmla="*/ 120075 w 154327"/>
                  <a:gd name="connsiteY25" fmla="*/ 147066 h 179831"/>
                  <a:gd name="connsiteX26" fmla="*/ 130160 w 154327"/>
                  <a:gd name="connsiteY26" fmla="*/ 141256 h 179831"/>
                  <a:gd name="connsiteX27" fmla="*/ 137106 w 154327"/>
                  <a:gd name="connsiteY27" fmla="*/ 138589 h 179831"/>
                  <a:gd name="connsiteX28" fmla="*/ 143005 w 154327"/>
                  <a:gd name="connsiteY28" fmla="*/ 141541 h 179831"/>
                  <a:gd name="connsiteX29" fmla="*/ 151664 w 154327"/>
                  <a:gd name="connsiteY29" fmla="*/ 152781 h 179831"/>
                  <a:gd name="connsiteX30" fmla="*/ 126640 w 154327"/>
                  <a:gd name="connsiteY30" fmla="*/ 70961 h 179831"/>
                  <a:gd name="connsiteX31" fmla="*/ 123595 w 154327"/>
                  <a:gd name="connsiteY31" fmla="*/ 51435 h 179831"/>
                  <a:gd name="connsiteX32" fmla="*/ 114842 w 154327"/>
                  <a:gd name="connsiteY32" fmla="*/ 36100 h 179831"/>
                  <a:gd name="connsiteX33" fmla="*/ 100855 w 154327"/>
                  <a:gd name="connsiteY33" fmla="*/ 26098 h 179831"/>
                  <a:gd name="connsiteX34" fmla="*/ 82112 w 154327"/>
                  <a:gd name="connsiteY34" fmla="*/ 22574 h 179831"/>
                  <a:gd name="connsiteX35" fmla="*/ 47193 w 154327"/>
                  <a:gd name="connsiteY35" fmla="*/ 35433 h 179831"/>
                  <a:gd name="connsiteX36" fmla="*/ 31303 w 154327"/>
                  <a:gd name="connsiteY36" fmla="*/ 71057 h 179831"/>
                  <a:gd name="connsiteX37" fmla="*/ 126735 w 154327"/>
                  <a:gd name="connsiteY37" fmla="*/ 71057 h 1798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154327" h="179831">
                    <a:moveTo>
                      <a:pt x="151473" y="152876"/>
                    </a:moveTo>
                    <a:cubicBezTo>
                      <a:pt x="147667" y="157448"/>
                      <a:pt x="143101" y="161449"/>
                      <a:pt x="137867" y="164878"/>
                    </a:cubicBezTo>
                    <a:cubicBezTo>
                      <a:pt x="132634" y="168307"/>
                      <a:pt x="126926" y="171069"/>
                      <a:pt x="120931" y="173260"/>
                    </a:cubicBezTo>
                    <a:cubicBezTo>
                      <a:pt x="114937" y="175451"/>
                      <a:pt x="108658" y="177070"/>
                      <a:pt x="102283" y="178213"/>
                    </a:cubicBezTo>
                    <a:cubicBezTo>
                      <a:pt x="95813" y="179356"/>
                      <a:pt x="89438" y="179832"/>
                      <a:pt x="83158" y="179832"/>
                    </a:cubicBezTo>
                    <a:cubicBezTo>
                      <a:pt x="71075" y="179832"/>
                      <a:pt x="60037" y="177832"/>
                      <a:pt x="49857" y="173736"/>
                    </a:cubicBezTo>
                    <a:cubicBezTo>
                      <a:pt x="39676" y="169640"/>
                      <a:pt x="30923" y="163639"/>
                      <a:pt x="23501" y="155829"/>
                    </a:cubicBezTo>
                    <a:cubicBezTo>
                      <a:pt x="16080" y="148018"/>
                      <a:pt x="10371" y="138208"/>
                      <a:pt x="6184" y="126587"/>
                    </a:cubicBezTo>
                    <a:cubicBezTo>
                      <a:pt x="2093" y="114967"/>
                      <a:pt x="0" y="101632"/>
                      <a:pt x="0" y="86582"/>
                    </a:cubicBezTo>
                    <a:cubicBezTo>
                      <a:pt x="0" y="74390"/>
                      <a:pt x="1903" y="63056"/>
                      <a:pt x="5614" y="52483"/>
                    </a:cubicBezTo>
                    <a:cubicBezTo>
                      <a:pt x="9324" y="41910"/>
                      <a:pt x="14748" y="32766"/>
                      <a:pt x="21693" y="24955"/>
                    </a:cubicBezTo>
                    <a:cubicBezTo>
                      <a:pt x="28734" y="17240"/>
                      <a:pt x="37202" y="11049"/>
                      <a:pt x="47383" y="6667"/>
                    </a:cubicBezTo>
                    <a:cubicBezTo>
                      <a:pt x="57469" y="2286"/>
                      <a:pt x="68886" y="0"/>
                      <a:pt x="81445" y="0"/>
                    </a:cubicBezTo>
                    <a:cubicBezTo>
                      <a:pt x="91912" y="0"/>
                      <a:pt x="101522" y="1715"/>
                      <a:pt x="110465" y="5239"/>
                    </a:cubicBezTo>
                    <a:cubicBezTo>
                      <a:pt x="119409" y="8763"/>
                      <a:pt x="127021" y="13811"/>
                      <a:pt x="133586" y="20383"/>
                    </a:cubicBezTo>
                    <a:cubicBezTo>
                      <a:pt x="140151" y="26956"/>
                      <a:pt x="145099" y="35147"/>
                      <a:pt x="148809" y="44863"/>
                    </a:cubicBezTo>
                    <a:cubicBezTo>
                      <a:pt x="152520" y="54578"/>
                      <a:pt x="154328" y="65627"/>
                      <a:pt x="154328" y="78010"/>
                    </a:cubicBezTo>
                    <a:cubicBezTo>
                      <a:pt x="154328" y="82867"/>
                      <a:pt x="153852" y="86011"/>
                      <a:pt x="152805" y="87630"/>
                    </a:cubicBezTo>
                    <a:cubicBezTo>
                      <a:pt x="151759" y="89249"/>
                      <a:pt x="149856" y="90011"/>
                      <a:pt x="146906" y="90011"/>
                    </a:cubicBezTo>
                    <a:lnTo>
                      <a:pt x="30352" y="90011"/>
                    </a:lnTo>
                    <a:cubicBezTo>
                      <a:pt x="30732" y="101060"/>
                      <a:pt x="32255" y="110681"/>
                      <a:pt x="34919" y="118777"/>
                    </a:cubicBezTo>
                    <a:cubicBezTo>
                      <a:pt x="37583" y="126968"/>
                      <a:pt x="41389" y="133731"/>
                      <a:pt x="46241" y="139160"/>
                    </a:cubicBezTo>
                    <a:cubicBezTo>
                      <a:pt x="51094" y="144589"/>
                      <a:pt x="56803" y="148685"/>
                      <a:pt x="63463" y="151448"/>
                    </a:cubicBezTo>
                    <a:cubicBezTo>
                      <a:pt x="70123" y="154210"/>
                      <a:pt x="77544" y="155543"/>
                      <a:pt x="85822" y="155543"/>
                    </a:cubicBezTo>
                    <a:cubicBezTo>
                      <a:pt x="93529" y="155543"/>
                      <a:pt x="100189" y="154686"/>
                      <a:pt x="105708" y="152876"/>
                    </a:cubicBezTo>
                    <a:cubicBezTo>
                      <a:pt x="111226" y="151066"/>
                      <a:pt x="116079" y="149161"/>
                      <a:pt x="120075" y="147066"/>
                    </a:cubicBezTo>
                    <a:cubicBezTo>
                      <a:pt x="124071" y="144971"/>
                      <a:pt x="127496" y="143065"/>
                      <a:pt x="130160" y="141256"/>
                    </a:cubicBezTo>
                    <a:cubicBezTo>
                      <a:pt x="132825" y="139446"/>
                      <a:pt x="135203" y="138589"/>
                      <a:pt x="137106" y="138589"/>
                    </a:cubicBezTo>
                    <a:cubicBezTo>
                      <a:pt x="139580" y="138589"/>
                      <a:pt x="141578" y="139541"/>
                      <a:pt x="143005" y="141541"/>
                    </a:cubicBezTo>
                    <a:lnTo>
                      <a:pt x="151664" y="152781"/>
                    </a:lnTo>
                    <a:close/>
                    <a:moveTo>
                      <a:pt x="126640" y="70961"/>
                    </a:moveTo>
                    <a:cubicBezTo>
                      <a:pt x="126640" y="63817"/>
                      <a:pt x="125594" y="57340"/>
                      <a:pt x="123595" y="51435"/>
                    </a:cubicBezTo>
                    <a:cubicBezTo>
                      <a:pt x="121597" y="45530"/>
                      <a:pt x="118648" y="40386"/>
                      <a:pt x="114842" y="36100"/>
                    </a:cubicBezTo>
                    <a:cubicBezTo>
                      <a:pt x="111036" y="31814"/>
                      <a:pt x="106279" y="28480"/>
                      <a:pt x="100855" y="26098"/>
                    </a:cubicBezTo>
                    <a:cubicBezTo>
                      <a:pt x="95337" y="23717"/>
                      <a:pt x="89057" y="22574"/>
                      <a:pt x="82112" y="22574"/>
                    </a:cubicBezTo>
                    <a:cubicBezTo>
                      <a:pt x="67459" y="22574"/>
                      <a:pt x="55756" y="26860"/>
                      <a:pt x="47193" y="35433"/>
                    </a:cubicBezTo>
                    <a:cubicBezTo>
                      <a:pt x="38629" y="44006"/>
                      <a:pt x="33301" y="55816"/>
                      <a:pt x="31303" y="71057"/>
                    </a:cubicBezTo>
                    <a:lnTo>
                      <a:pt x="126735" y="71057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13274680-48CE-9F9B-23A4-80C459818524}"/>
                  </a:ext>
                </a:extLst>
              </p:cNvPr>
              <p:cNvSpPr/>
              <p:nvPr/>
            </p:nvSpPr>
            <p:spPr>
              <a:xfrm>
                <a:off x="9703903" y="6507321"/>
                <a:ext cx="259274" cy="174974"/>
              </a:xfrm>
              <a:custGeom>
                <a:avLst/>
                <a:gdLst>
                  <a:gd name="connsiteX0" fmla="*/ 259274 w 259274"/>
                  <a:gd name="connsiteY0" fmla="*/ 286 h 174974"/>
                  <a:gd name="connsiteX1" fmla="*/ 202757 w 259274"/>
                  <a:gd name="connsiteY1" fmla="*/ 174974 h 174974"/>
                  <a:gd name="connsiteX2" fmla="*/ 178495 w 259274"/>
                  <a:gd name="connsiteY2" fmla="*/ 174974 h 174974"/>
                  <a:gd name="connsiteX3" fmla="*/ 172311 w 259274"/>
                  <a:gd name="connsiteY3" fmla="*/ 169069 h 174974"/>
                  <a:gd name="connsiteX4" fmla="*/ 133776 w 259274"/>
                  <a:gd name="connsiteY4" fmla="*/ 50578 h 174974"/>
                  <a:gd name="connsiteX5" fmla="*/ 131493 w 259274"/>
                  <a:gd name="connsiteY5" fmla="*/ 42577 h 174974"/>
                  <a:gd name="connsiteX6" fmla="*/ 129780 w 259274"/>
                  <a:gd name="connsiteY6" fmla="*/ 34576 h 174974"/>
                  <a:gd name="connsiteX7" fmla="*/ 128068 w 259274"/>
                  <a:gd name="connsiteY7" fmla="*/ 42577 h 174974"/>
                  <a:gd name="connsiteX8" fmla="*/ 125784 w 259274"/>
                  <a:gd name="connsiteY8" fmla="*/ 50768 h 174974"/>
                  <a:gd name="connsiteX9" fmla="*/ 86488 w 259274"/>
                  <a:gd name="connsiteY9" fmla="*/ 169069 h 174974"/>
                  <a:gd name="connsiteX10" fmla="*/ 79638 w 259274"/>
                  <a:gd name="connsiteY10" fmla="*/ 174974 h 174974"/>
                  <a:gd name="connsiteX11" fmla="*/ 56517 w 259274"/>
                  <a:gd name="connsiteY11" fmla="*/ 174974 h 174974"/>
                  <a:gd name="connsiteX12" fmla="*/ 0 w 259274"/>
                  <a:gd name="connsiteY12" fmla="*/ 286 h 174974"/>
                  <a:gd name="connsiteX13" fmla="*/ 24072 w 259274"/>
                  <a:gd name="connsiteY13" fmla="*/ 286 h 174974"/>
                  <a:gd name="connsiteX14" fmla="*/ 30162 w 259274"/>
                  <a:gd name="connsiteY14" fmla="*/ 2191 h 174974"/>
                  <a:gd name="connsiteX15" fmla="*/ 33492 w 259274"/>
                  <a:gd name="connsiteY15" fmla="*/ 6667 h 174974"/>
                  <a:gd name="connsiteX16" fmla="*/ 66888 w 259274"/>
                  <a:gd name="connsiteY16" fmla="*/ 119062 h 174974"/>
                  <a:gd name="connsiteX17" fmla="*/ 71550 w 259274"/>
                  <a:gd name="connsiteY17" fmla="*/ 142494 h 174974"/>
                  <a:gd name="connsiteX18" fmla="*/ 74690 w 259274"/>
                  <a:gd name="connsiteY18" fmla="*/ 130969 h 174974"/>
                  <a:gd name="connsiteX19" fmla="*/ 78211 w 259274"/>
                  <a:gd name="connsiteY19" fmla="*/ 119062 h 174974"/>
                  <a:gd name="connsiteX20" fmla="*/ 115032 w 259274"/>
                  <a:gd name="connsiteY20" fmla="*/ 6001 h 174974"/>
                  <a:gd name="connsiteX21" fmla="*/ 118077 w 259274"/>
                  <a:gd name="connsiteY21" fmla="*/ 1715 h 174974"/>
                  <a:gd name="connsiteX22" fmla="*/ 123310 w 259274"/>
                  <a:gd name="connsiteY22" fmla="*/ 0 h 174974"/>
                  <a:gd name="connsiteX23" fmla="*/ 136726 w 259274"/>
                  <a:gd name="connsiteY23" fmla="*/ 0 h 174974"/>
                  <a:gd name="connsiteX24" fmla="*/ 142434 w 259274"/>
                  <a:gd name="connsiteY24" fmla="*/ 1715 h 174974"/>
                  <a:gd name="connsiteX25" fmla="*/ 145574 w 259274"/>
                  <a:gd name="connsiteY25" fmla="*/ 6001 h 174974"/>
                  <a:gd name="connsiteX26" fmla="*/ 181540 w 259274"/>
                  <a:gd name="connsiteY26" fmla="*/ 119062 h 174974"/>
                  <a:gd name="connsiteX27" fmla="*/ 184965 w 259274"/>
                  <a:gd name="connsiteY27" fmla="*/ 130969 h 174974"/>
                  <a:gd name="connsiteX28" fmla="*/ 187915 w 259274"/>
                  <a:gd name="connsiteY28" fmla="*/ 142494 h 174974"/>
                  <a:gd name="connsiteX29" fmla="*/ 190103 w 259274"/>
                  <a:gd name="connsiteY29" fmla="*/ 130969 h 174974"/>
                  <a:gd name="connsiteX30" fmla="*/ 192957 w 259274"/>
                  <a:gd name="connsiteY30" fmla="*/ 118967 h 174974"/>
                  <a:gd name="connsiteX31" fmla="*/ 227020 w 259274"/>
                  <a:gd name="connsiteY31" fmla="*/ 6572 h 174974"/>
                  <a:gd name="connsiteX32" fmla="*/ 230255 w 259274"/>
                  <a:gd name="connsiteY32" fmla="*/ 2000 h 174974"/>
                  <a:gd name="connsiteX33" fmla="*/ 235964 w 259274"/>
                  <a:gd name="connsiteY33" fmla="*/ 191 h 174974"/>
                  <a:gd name="connsiteX34" fmla="*/ 259084 w 259274"/>
                  <a:gd name="connsiteY34" fmla="*/ 191 h 1749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259274" h="174974">
                    <a:moveTo>
                      <a:pt x="259274" y="286"/>
                    </a:moveTo>
                    <a:lnTo>
                      <a:pt x="202757" y="174974"/>
                    </a:lnTo>
                    <a:lnTo>
                      <a:pt x="178495" y="174974"/>
                    </a:lnTo>
                    <a:cubicBezTo>
                      <a:pt x="175546" y="174974"/>
                      <a:pt x="173452" y="172974"/>
                      <a:pt x="172311" y="169069"/>
                    </a:cubicBezTo>
                    <a:lnTo>
                      <a:pt x="133776" y="50578"/>
                    </a:lnTo>
                    <a:cubicBezTo>
                      <a:pt x="132825" y="47911"/>
                      <a:pt x="132159" y="45244"/>
                      <a:pt x="131493" y="42577"/>
                    </a:cubicBezTo>
                    <a:cubicBezTo>
                      <a:pt x="130827" y="39910"/>
                      <a:pt x="130351" y="37243"/>
                      <a:pt x="129780" y="34576"/>
                    </a:cubicBezTo>
                    <a:cubicBezTo>
                      <a:pt x="129209" y="37243"/>
                      <a:pt x="128638" y="39910"/>
                      <a:pt x="128068" y="42577"/>
                    </a:cubicBezTo>
                    <a:cubicBezTo>
                      <a:pt x="127496" y="45244"/>
                      <a:pt x="126735" y="48006"/>
                      <a:pt x="125784" y="50768"/>
                    </a:cubicBezTo>
                    <a:lnTo>
                      <a:pt x="86488" y="169069"/>
                    </a:lnTo>
                    <a:cubicBezTo>
                      <a:pt x="85442" y="172974"/>
                      <a:pt x="83158" y="174974"/>
                      <a:pt x="79638" y="174974"/>
                    </a:cubicBezTo>
                    <a:lnTo>
                      <a:pt x="56517" y="174974"/>
                    </a:lnTo>
                    <a:lnTo>
                      <a:pt x="0" y="286"/>
                    </a:lnTo>
                    <a:lnTo>
                      <a:pt x="24072" y="286"/>
                    </a:lnTo>
                    <a:cubicBezTo>
                      <a:pt x="26451" y="286"/>
                      <a:pt x="28544" y="953"/>
                      <a:pt x="30162" y="2191"/>
                    </a:cubicBezTo>
                    <a:cubicBezTo>
                      <a:pt x="31779" y="3429"/>
                      <a:pt x="32921" y="4953"/>
                      <a:pt x="33492" y="6667"/>
                    </a:cubicBezTo>
                    <a:lnTo>
                      <a:pt x="66888" y="119062"/>
                    </a:lnTo>
                    <a:cubicBezTo>
                      <a:pt x="68791" y="127349"/>
                      <a:pt x="70408" y="135160"/>
                      <a:pt x="71550" y="142494"/>
                    </a:cubicBezTo>
                    <a:cubicBezTo>
                      <a:pt x="72597" y="138684"/>
                      <a:pt x="73644" y="134874"/>
                      <a:pt x="74690" y="130969"/>
                    </a:cubicBezTo>
                    <a:cubicBezTo>
                      <a:pt x="75737" y="127063"/>
                      <a:pt x="76974" y="123063"/>
                      <a:pt x="78211" y="119062"/>
                    </a:cubicBezTo>
                    <a:lnTo>
                      <a:pt x="115032" y="6001"/>
                    </a:lnTo>
                    <a:cubicBezTo>
                      <a:pt x="115603" y="4286"/>
                      <a:pt x="116650" y="2857"/>
                      <a:pt x="118077" y="1715"/>
                    </a:cubicBezTo>
                    <a:cubicBezTo>
                      <a:pt x="119504" y="571"/>
                      <a:pt x="121217" y="0"/>
                      <a:pt x="123310" y="0"/>
                    </a:cubicBezTo>
                    <a:lnTo>
                      <a:pt x="136726" y="0"/>
                    </a:lnTo>
                    <a:cubicBezTo>
                      <a:pt x="139009" y="0"/>
                      <a:pt x="140912" y="571"/>
                      <a:pt x="142434" y="1715"/>
                    </a:cubicBezTo>
                    <a:cubicBezTo>
                      <a:pt x="143957" y="2857"/>
                      <a:pt x="145004" y="4286"/>
                      <a:pt x="145574" y="6001"/>
                    </a:cubicBezTo>
                    <a:lnTo>
                      <a:pt x="181540" y="119062"/>
                    </a:lnTo>
                    <a:cubicBezTo>
                      <a:pt x="182777" y="123063"/>
                      <a:pt x="183919" y="127063"/>
                      <a:pt x="184965" y="130969"/>
                    </a:cubicBezTo>
                    <a:cubicBezTo>
                      <a:pt x="186012" y="134874"/>
                      <a:pt x="186963" y="138684"/>
                      <a:pt x="187915" y="142494"/>
                    </a:cubicBezTo>
                    <a:cubicBezTo>
                      <a:pt x="188485" y="138684"/>
                      <a:pt x="189247" y="134874"/>
                      <a:pt x="190103" y="130969"/>
                    </a:cubicBezTo>
                    <a:cubicBezTo>
                      <a:pt x="190959" y="127063"/>
                      <a:pt x="191911" y="123158"/>
                      <a:pt x="192957" y="118967"/>
                    </a:cubicBezTo>
                    <a:lnTo>
                      <a:pt x="227020" y="6572"/>
                    </a:lnTo>
                    <a:cubicBezTo>
                      <a:pt x="227591" y="4763"/>
                      <a:pt x="228637" y="3239"/>
                      <a:pt x="230255" y="2000"/>
                    </a:cubicBezTo>
                    <a:cubicBezTo>
                      <a:pt x="231872" y="857"/>
                      <a:pt x="233775" y="191"/>
                      <a:pt x="235964" y="191"/>
                    </a:cubicBezTo>
                    <a:lnTo>
                      <a:pt x="259084" y="191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8F0A682B-4F96-9548-F718-34EA076CF1EE}"/>
                  </a:ext>
                </a:extLst>
              </p:cNvPr>
              <p:cNvSpPr/>
              <p:nvPr/>
            </p:nvSpPr>
            <p:spPr>
              <a:xfrm>
                <a:off x="9977450" y="6504844"/>
                <a:ext cx="166506" cy="179832"/>
              </a:xfrm>
              <a:custGeom>
                <a:avLst/>
                <a:gdLst>
                  <a:gd name="connsiteX0" fmla="*/ 83444 w 166506"/>
                  <a:gd name="connsiteY0" fmla="*/ 0 h 179832"/>
                  <a:gd name="connsiteX1" fmla="*/ 117887 w 166506"/>
                  <a:gd name="connsiteY1" fmla="*/ 6382 h 179832"/>
                  <a:gd name="connsiteX2" fmla="*/ 144052 w 166506"/>
                  <a:gd name="connsiteY2" fmla="*/ 24479 h 179832"/>
                  <a:gd name="connsiteX3" fmla="*/ 160703 w 166506"/>
                  <a:gd name="connsiteY3" fmla="*/ 52864 h 179832"/>
                  <a:gd name="connsiteX4" fmla="*/ 166507 w 166506"/>
                  <a:gd name="connsiteY4" fmla="*/ 90011 h 179832"/>
                  <a:gd name="connsiteX5" fmla="*/ 160703 w 166506"/>
                  <a:gd name="connsiteY5" fmla="*/ 127254 h 179832"/>
                  <a:gd name="connsiteX6" fmla="*/ 144052 w 166506"/>
                  <a:gd name="connsiteY6" fmla="*/ 155543 h 179832"/>
                  <a:gd name="connsiteX7" fmla="*/ 117887 w 166506"/>
                  <a:gd name="connsiteY7" fmla="*/ 173546 h 179832"/>
                  <a:gd name="connsiteX8" fmla="*/ 83444 w 166506"/>
                  <a:gd name="connsiteY8" fmla="*/ 179832 h 179832"/>
                  <a:gd name="connsiteX9" fmla="*/ 48715 w 166506"/>
                  <a:gd name="connsiteY9" fmla="*/ 173546 h 179832"/>
                  <a:gd name="connsiteX10" fmla="*/ 22455 w 166506"/>
                  <a:gd name="connsiteY10" fmla="*/ 155543 h 179832"/>
                  <a:gd name="connsiteX11" fmla="*/ 5804 w 166506"/>
                  <a:gd name="connsiteY11" fmla="*/ 127254 h 179832"/>
                  <a:gd name="connsiteX12" fmla="*/ 0 w 166506"/>
                  <a:gd name="connsiteY12" fmla="*/ 90011 h 179832"/>
                  <a:gd name="connsiteX13" fmla="*/ 5804 w 166506"/>
                  <a:gd name="connsiteY13" fmla="*/ 52864 h 179832"/>
                  <a:gd name="connsiteX14" fmla="*/ 22455 w 166506"/>
                  <a:gd name="connsiteY14" fmla="*/ 24479 h 179832"/>
                  <a:gd name="connsiteX15" fmla="*/ 48715 w 166506"/>
                  <a:gd name="connsiteY15" fmla="*/ 6382 h 179832"/>
                  <a:gd name="connsiteX16" fmla="*/ 83444 w 166506"/>
                  <a:gd name="connsiteY16" fmla="*/ 0 h 179832"/>
                  <a:gd name="connsiteX17" fmla="*/ 83444 w 166506"/>
                  <a:gd name="connsiteY17" fmla="*/ 155829 h 179832"/>
                  <a:gd name="connsiteX18" fmla="*/ 121978 w 166506"/>
                  <a:gd name="connsiteY18" fmla="*/ 138494 h 179832"/>
                  <a:gd name="connsiteX19" fmla="*/ 134728 w 166506"/>
                  <a:gd name="connsiteY19" fmla="*/ 90106 h 179832"/>
                  <a:gd name="connsiteX20" fmla="*/ 121978 w 166506"/>
                  <a:gd name="connsiteY20" fmla="*/ 41434 h 179832"/>
                  <a:gd name="connsiteX21" fmla="*/ 83444 w 166506"/>
                  <a:gd name="connsiteY21" fmla="*/ 24003 h 179832"/>
                  <a:gd name="connsiteX22" fmla="*/ 60608 w 166506"/>
                  <a:gd name="connsiteY22" fmla="*/ 28480 h 179832"/>
                  <a:gd name="connsiteX23" fmla="*/ 44434 w 166506"/>
                  <a:gd name="connsiteY23" fmla="*/ 41434 h 179832"/>
                  <a:gd name="connsiteX24" fmla="*/ 34824 w 166506"/>
                  <a:gd name="connsiteY24" fmla="*/ 62198 h 179832"/>
                  <a:gd name="connsiteX25" fmla="*/ 31684 w 166506"/>
                  <a:gd name="connsiteY25" fmla="*/ 90011 h 179832"/>
                  <a:gd name="connsiteX26" fmla="*/ 44529 w 166506"/>
                  <a:gd name="connsiteY26" fmla="*/ 138398 h 179832"/>
                  <a:gd name="connsiteX27" fmla="*/ 83539 w 166506"/>
                  <a:gd name="connsiteY27" fmla="*/ 155734 h 1798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166506" h="179832">
                    <a:moveTo>
                      <a:pt x="83444" y="0"/>
                    </a:moveTo>
                    <a:cubicBezTo>
                      <a:pt x="96193" y="0"/>
                      <a:pt x="107706" y="2095"/>
                      <a:pt x="117887" y="6382"/>
                    </a:cubicBezTo>
                    <a:cubicBezTo>
                      <a:pt x="128068" y="10668"/>
                      <a:pt x="136821" y="16669"/>
                      <a:pt x="144052" y="24479"/>
                    </a:cubicBezTo>
                    <a:cubicBezTo>
                      <a:pt x="151283" y="32290"/>
                      <a:pt x="156802" y="41719"/>
                      <a:pt x="160703" y="52864"/>
                    </a:cubicBezTo>
                    <a:cubicBezTo>
                      <a:pt x="164604" y="64008"/>
                      <a:pt x="166507" y="76295"/>
                      <a:pt x="166507" y="90011"/>
                    </a:cubicBezTo>
                    <a:cubicBezTo>
                      <a:pt x="166507" y="103727"/>
                      <a:pt x="164604" y="116205"/>
                      <a:pt x="160703" y="127254"/>
                    </a:cubicBezTo>
                    <a:cubicBezTo>
                      <a:pt x="156802" y="138303"/>
                      <a:pt x="151283" y="147733"/>
                      <a:pt x="144052" y="155543"/>
                    </a:cubicBezTo>
                    <a:cubicBezTo>
                      <a:pt x="136821" y="163354"/>
                      <a:pt x="128068" y="169354"/>
                      <a:pt x="117887" y="173546"/>
                    </a:cubicBezTo>
                    <a:cubicBezTo>
                      <a:pt x="107706" y="177737"/>
                      <a:pt x="96193" y="179832"/>
                      <a:pt x="83444" y="179832"/>
                    </a:cubicBezTo>
                    <a:cubicBezTo>
                      <a:pt x="70694" y="179832"/>
                      <a:pt x="58991" y="177737"/>
                      <a:pt x="48715" y="173546"/>
                    </a:cubicBezTo>
                    <a:cubicBezTo>
                      <a:pt x="38439" y="169354"/>
                      <a:pt x="29686" y="163354"/>
                      <a:pt x="22455" y="155543"/>
                    </a:cubicBezTo>
                    <a:cubicBezTo>
                      <a:pt x="15224" y="147733"/>
                      <a:pt x="9705" y="138303"/>
                      <a:pt x="5804" y="127254"/>
                    </a:cubicBezTo>
                    <a:cubicBezTo>
                      <a:pt x="1903" y="116205"/>
                      <a:pt x="0" y="103823"/>
                      <a:pt x="0" y="90011"/>
                    </a:cubicBezTo>
                    <a:cubicBezTo>
                      <a:pt x="0" y="76200"/>
                      <a:pt x="1903" y="63913"/>
                      <a:pt x="5804" y="52864"/>
                    </a:cubicBezTo>
                    <a:cubicBezTo>
                      <a:pt x="9705" y="41815"/>
                      <a:pt x="15224" y="32290"/>
                      <a:pt x="22455" y="24479"/>
                    </a:cubicBezTo>
                    <a:cubicBezTo>
                      <a:pt x="29686" y="16669"/>
                      <a:pt x="38439" y="10573"/>
                      <a:pt x="48715" y="6382"/>
                    </a:cubicBezTo>
                    <a:cubicBezTo>
                      <a:pt x="58991" y="2095"/>
                      <a:pt x="70599" y="0"/>
                      <a:pt x="83444" y="0"/>
                    </a:cubicBezTo>
                    <a:close/>
                    <a:moveTo>
                      <a:pt x="83444" y="155829"/>
                    </a:moveTo>
                    <a:cubicBezTo>
                      <a:pt x="100665" y="155829"/>
                      <a:pt x="113510" y="150019"/>
                      <a:pt x="121978" y="138494"/>
                    </a:cubicBezTo>
                    <a:cubicBezTo>
                      <a:pt x="130446" y="126968"/>
                      <a:pt x="134728" y="110871"/>
                      <a:pt x="134728" y="90106"/>
                    </a:cubicBezTo>
                    <a:cubicBezTo>
                      <a:pt x="134728" y="69342"/>
                      <a:pt x="130446" y="53054"/>
                      <a:pt x="121978" y="41434"/>
                    </a:cubicBezTo>
                    <a:cubicBezTo>
                      <a:pt x="113510" y="29813"/>
                      <a:pt x="100665" y="24003"/>
                      <a:pt x="83444" y="24003"/>
                    </a:cubicBezTo>
                    <a:cubicBezTo>
                      <a:pt x="74690" y="24003"/>
                      <a:pt x="67079" y="25527"/>
                      <a:pt x="60608" y="28480"/>
                    </a:cubicBezTo>
                    <a:cubicBezTo>
                      <a:pt x="54138" y="31432"/>
                      <a:pt x="48715" y="35814"/>
                      <a:pt x="44434" y="41434"/>
                    </a:cubicBezTo>
                    <a:cubicBezTo>
                      <a:pt x="40152" y="47053"/>
                      <a:pt x="36917" y="54007"/>
                      <a:pt x="34824" y="62198"/>
                    </a:cubicBezTo>
                    <a:cubicBezTo>
                      <a:pt x="32730" y="70390"/>
                      <a:pt x="31684" y="79724"/>
                      <a:pt x="31684" y="90011"/>
                    </a:cubicBezTo>
                    <a:cubicBezTo>
                      <a:pt x="31684" y="110680"/>
                      <a:pt x="35965" y="126778"/>
                      <a:pt x="44529" y="138398"/>
                    </a:cubicBezTo>
                    <a:cubicBezTo>
                      <a:pt x="53092" y="149924"/>
                      <a:pt x="66127" y="155734"/>
                      <a:pt x="83539" y="155734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E2B0F357-1D7C-149F-1F18-10472172028D}"/>
                  </a:ext>
                </a:extLst>
              </p:cNvPr>
              <p:cNvSpPr/>
              <p:nvPr/>
            </p:nvSpPr>
            <p:spPr>
              <a:xfrm>
                <a:off x="10179161" y="6504558"/>
                <a:ext cx="98476" cy="177641"/>
              </a:xfrm>
              <a:custGeom>
                <a:avLst/>
                <a:gdLst>
                  <a:gd name="connsiteX0" fmla="*/ 29115 w 98476"/>
                  <a:gd name="connsiteY0" fmla="*/ 38100 h 177641"/>
                  <a:gd name="connsiteX1" fmla="*/ 49476 w 98476"/>
                  <a:gd name="connsiteY1" fmla="*/ 10097 h 177641"/>
                  <a:gd name="connsiteX2" fmla="*/ 78877 w 98476"/>
                  <a:gd name="connsiteY2" fmla="*/ 0 h 177641"/>
                  <a:gd name="connsiteX3" fmla="*/ 89438 w 98476"/>
                  <a:gd name="connsiteY3" fmla="*/ 1238 h 177641"/>
                  <a:gd name="connsiteX4" fmla="*/ 98477 w 98476"/>
                  <a:gd name="connsiteY4" fmla="*/ 5048 h 177641"/>
                  <a:gd name="connsiteX5" fmla="*/ 96193 w 98476"/>
                  <a:gd name="connsiteY5" fmla="*/ 28004 h 177641"/>
                  <a:gd name="connsiteX6" fmla="*/ 91055 w 98476"/>
                  <a:gd name="connsiteY6" fmla="*/ 32290 h 177641"/>
                  <a:gd name="connsiteX7" fmla="*/ 84014 w 98476"/>
                  <a:gd name="connsiteY7" fmla="*/ 31242 h 177641"/>
                  <a:gd name="connsiteX8" fmla="*/ 73548 w 98476"/>
                  <a:gd name="connsiteY8" fmla="*/ 30194 h 177641"/>
                  <a:gd name="connsiteX9" fmla="*/ 58801 w 98476"/>
                  <a:gd name="connsiteY9" fmla="*/ 32576 h 177641"/>
                  <a:gd name="connsiteX10" fmla="*/ 47288 w 98476"/>
                  <a:gd name="connsiteY10" fmla="*/ 39719 h 177641"/>
                  <a:gd name="connsiteX11" fmla="*/ 38154 w 98476"/>
                  <a:gd name="connsiteY11" fmla="*/ 51435 h 177641"/>
                  <a:gd name="connsiteX12" fmla="*/ 30827 w 98476"/>
                  <a:gd name="connsiteY12" fmla="*/ 67342 h 177641"/>
                  <a:gd name="connsiteX13" fmla="*/ 30827 w 98476"/>
                  <a:gd name="connsiteY13" fmla="*/ 177641 h 177641"/>
                  <a:gd name="connsiteX14" fmla="*/ 0 w 98476"/>
                  <a:gd name="connsiteY14" fmla="*/ 177641 h 177641"/>
                  <a:gd name="connsiteX15" fmla="*/ 0 w 98476"/>
                  <a:gd name="connsiteY15" fmla="*/ 2953 h 177641"/>
                  <a:gd name="connsiteX16" fmla="*/ 17602 w 98476"/>
                  <a:gd name="connsiteY16" fmla="*/ 2953 h 177641"/>
                  <a:gd name="connsiteX17" fmla="*/ 24453 w 98476"/>
                  <a:gd name="connsiteY17" fmla="*/ 4858 h 177641"/>
                  <a:gd name="connsiteX18" fmla="*/ 27022 w 98476"/>
                  <a:gd name="connsiteY18" fmla="*/ 11430 h 177641"/>
                  <a:gd name="connsiteX19" fmla="*/ 29115 w 98476"/>
                  <a:gd name="connsiteY19" fmla="*/ 38005 h 177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98476" h="177641">
                    <a:moveTo>
                      <a:pt x="29115" y="38100"/>
                    </a:moveTo>
                    <a:cubicBezTo>
                      <a:pt x="34633" y="26194"/>
                      <a:pt x="41389" y="16859"/>
                      <a:pt x="49476" y="10097"/>
                    </a:cubicBezTo>
                    <a:cubicBezTo>
                      <a:pt x="57469" y="3334"/>
                      <a:pt x="67364" y="0"/>
                      <a:pt x="78877" y="0"/>
                    </a:cubicBezTo>
                    <a:cubicBezTo>
                      <a:pt x="82587" y="0"/>
                      <a:pt x="86108" y="381"/>
                      <a:pt x="89438" y="1238"/>
                    </a:cubicBezTo>
                    <a:cubicBezTo>
                      <a:pt x="92863" y="2000"/>
                      <a:pt x="95813" y="3334"/>
                      <a:pt x="98477" y="5048"/>
                    </a:cubicBezTo>
                    <a:lnTo>
                      <a:pt x="96193" y="28004"/>
                    </a:lnTo>
                    <a:cubicBezTo>
                      <a:pt x="95527" y="30861"/>
                      <a:pt x="93814" y="32290"/>
                      <a:pt x="91055" y="32290"/>
                    </a:cubicBezTo>
                    <a:cubicBezTo>
                      <a:pt x="89438" y="32290"/>
                      <a:pt x="87059" y="31909"/>
                      <a:pt x="84014" y="31242"/>
                    </a:cubicBezTo>
                    <a:cubicBezTo>
                      <a:pt x="80875" y="30575"/>
                      <a:pt x="77449" y="30194"/>
                      <a:pt x="73548" y="30194"/>
                    </a:cubicBezTo>
                    <a:cubicBezTo>
                      <a:pt x="68030" y="30194"/>
                      <a:pt x="63082" y="30956"/>
                      <a:pt x="58801" y="32576"/>
                    </a:cubicBezTo>
                    <a:cubicBezTo>
                      <a:pt x="54519" y="34195"/>
                      <a:pt x="50618" y="36576"/>
                      <a:pt x="47288" y="39719"/>
                    </a:cubicBezTo>
                    <a:cubicBezTo>
                      <a:pt x="43862" y="42863"/>
                      <a:pt x="40818" y="46768"/>
                      <a:pt x="38154" y="51435"/>
                    </a:cubicBezTo>
                    <a:cubicBezTo>
                      <a:pt x="35490" y="56102"/>
                      <a:pt x="33016" y="61436"/>
                      <a:pt x="30827" y="67342"/>
                    </a:cubicBezTo>
                    <a:lnTo>
                      <a:pt x="30827" y="177641"/>
                    </a:lnTo>
                    <a:lnTo>
                      <a:pt x="0" y="177641"/>
                    </a:lnTo>
                    <a:lnTo>
                      <a:pt x="0" y="2953"/>
                    </a:lnTo>
                    <a:lnTo>
                      <a:pt x="17602" y="2953"/>
                    </a:lnTo>
                    <a:cubicBezTo>
                      <a:pt x="20932" y="2953"/>
                      <a:pt x="23216" y="3620"/>
                      <a:pt x="24453" y="4858"/>
                    </a:cubicBezTo>
                    <a:cubicBezTo>
                      <a:pt x="25689" y="6096"/>
                      <a:pt x="26546" y="8287"/>
                      <a:pt x="27022" y="11430"/>
                    </a:cubicBezTo>
                    <a:lnTo>
                      <a:pt x="29115" y="38005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514ACF1C-2B0A-B3BE-6ECA-77ED82A944FB}"/>
                  </a:ext>
                </a:extLst>
              </p:cNvPr>
              <p:cNvSpPr/>
              <p:nvPr/>
            </p:nvSpPr>
            <p:spPr>
              <a:xfrm>
                <a:off x="10302185" y="6428358"/>
                <a:ext cx="30637" cy="253936"/>
              </a:xfrm>
              <a:custGeom>
                <a:avLst/>
                <a:gdLst>
                  <a:gd name="connsiteX0" fmla="*/ 30637 w 30637"/>
                  <a:gd name="connsiteY0" fmla="*/ 0 h 253936"/>
                  <a:gd name="connsiteX1" fmla="*/ 30637 w 30637"/>
                  <a:gd name="connsiteY1" fmla="*/ 253937 h 253936"/>
                  <a:gd name="connsiteX2" fmla="*/ 0 w 30637"/>
                  <a:gd name="connsiteY2" fmla="*/ 253937 h 253936"/>
                  <a:gd name="connsiteX3" fmla="*/ 0 w 30637"/>
                  <a:gd name="connsiteY3" fmla="*/ 0 h 253936"/>
                  <a:gd name="connsiteX4" fmla="*/ 30637 w 30637"/>
                  <a:gd name="connsiteY4" fmla="*/ 0 h 2539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0637" h="253936">
                    <a:moveTo>
                      <a:pt x="30637" y="0"/>
                    </a:moveTo>
                    <a:lnTo>
                      <a:pt x="30637" y="253937"/>
                    </a:lnTo>
                    <a:lnTo>
                      <a:pt x="0" y="253937"/>
                    </a:lnTo>
                    <a:lnTo>
                      <a:pt x="0" y="0"/>
                    </a:lnTo>
                    <a:lnTo>
                      <a:pt x="30637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" name="Freeform 20">
                <a:extLst>
                  <a:ext uri="{FF2B5EF4-FFF2-40B4-BE49-F238E27FC236}">
                    <a16:creationId xmlns:a16="http://schemas.microsoft.com/office/drawing/2014/main" id="{466FD746-41AC-140C-7719-4C2ADCDDA4BA}"/>
                  </a:ext>
                </a:extLst>
              </p:cNvPr>
              <p:cNvSpPr/>
              <p:nvPr/>
            </p:nvSpPr>
            <p:spPr>
              <a:xfrm>
                <a:off x="10369454" y="6428358"/>
                <a:ext cx="153756" cy="256317"/>
              </a:xfrm>
              <a:custGeom>
                <a:avLst/>
                <a:gdLst>
                  <a:gd name="connsiteX0" fmla="*/ 153757 w 153756"/>
                  <a:gd name="connsiteY0" fmla="*/ 0 h 256317"/>
                  <a:gd name="connsiteX1" fmla="*/ 153757 w 153756"/>
                  <a:gd name="connsiteY1" fmla="*/ 253937 h 256317"/>
                  <a:gd name="connsiteX2" fmla="*/ 135489 w 153756"/>
                  <a:gd name="connsiteY2" fmla="*/ 253937 h 256317"/>
                  <a:gd name="connsiteX3" fmla="*/ 127211 w 153756"/>
                  <a:gd name="connsiteY3" fmla="*/ 247555 h 256317"/>
                  <a:gd name="connsiteX4" fmla="*/ 124452 w 153756"/>
                  <a:gd name="connsiteY4" fmla="*/ 226314 h 256317"/>
                  <a:gd name="connsiteX5" fmla="*/ 98952 w 153756"/>
                  <a:gd name="connsiteY5" fmla="*/ 248031 h 256317"/>
                  <a:gd name="connsiteX6" fmla="*/ 65937 w 153756"/>
                  <a:gd name="connsiteY6" fmla="*/ 256318 h 256317"/>
                  <a:gd name="connsiteX7" fmla="*/ 38725 w 153756"/>
                  <a:gd name="connsiteY7" fmla="*/ 250508 h 256317"/>
                  <a:gd name="connsiteX8" fmla="*/ 17888 w 153756"/>
                  <a:gd name="connsiteY8" fmla="*/ 233553 h 256317"/>
                  <a:gd name="connsiteX9" fmla="*/ 4662 w 153756"/>
                  <a:gd name="connsiteY9" fmla="*/ 205645 h 256317"/>
                  <a:gd name="connsiteX10" fmla="*/ 0 w 153756"/>
                  <a:gd name="connsiteY10" fmla="*/ 167164 h 256317"/>
                  <a:gd name="connsiteX11" fmla="*/ 5138 w 153756"/>
                  <a:gd name="connsiteY11" fmla="*/ 131255 h 256317"/>
                  <a:gd name="connsiteX12" fmla="*/ 19981 w 153756"/>
                  <a:gd name="connsiteY12" fmla="*/ 102394 h 256317"/>
                  <a:gd name="connsiteX13" fmla="*/ 43672 w 153756"/>
                  <a:gd name="connsiteY13" fmla="*/ 83153 h 256317"/>
                  <a:gd name="connsiteX14" fmla="*/ 75261 w 153756"/>
                  <a:gd name="connsiteY14" fmla="*/ 76200 h 256317"/>
                  <a:gd name="connsiteX15" fmla="*/ 102758 w 153756"/>
                  <a:gd name="connsiteY15" fmla="*/ 81629 h 256317"/>
                  <a:gd name="connsiteX16" fmla="*/ 123120 w 153756"/>
                  <a:gd name="connsiteY16" fmla="*/ 96679 h 256317"/>
                  <a:gd name="connsiteX17" fmla="*/ 123120 w 153756"/>
                  <a:gd name="connsiteY17" fmla="*/ 0 h 256317"/>
                  <a:gd name="connsiteX18" fmla="*/ 153757 w 153756"/>
                  <a:gd name="connsiteY18" fmla="*/ 0 h 256317"/>
                  <a:gd name="connsiteX19" fmla="*/ 123120 w 153756"/>
                  <a:gd name="connsiteY19" fmla="*/ 120872 h 256317"/>
                  <a:gd name="connsiteX20" fmla="*/ 104471 w 153756"/>
                  <a:gd name="connsiteY20" fmla="*/ 104775 h 256317"/>
                  <a:gd name="connsiteX21" fmla="*/ 82112 w 153756"/>
                  <a:gd name="connsiteY21" fmla="*/ 100203 h 256317"/>
                  <a:gd name="connsiteX22" fmla="*/ 44719 w 153756"/>
                  <a:gd name="connsiteY22" fmla="*/ 117634 h 256317"/>
                  <a:gd name="connsiteX23" fmla="*/ 31589 w 153756"/>
                  <a:gd name="connsiteY23" fmla="*/ 167259 h 256317"/>
                  <a:gd name="connsiteX24" fmla="*/ 34538 w 153756"/>
                  <a:gd name="connsiteY24" fmla="*/ 196501 h 256317"/>
                  <a:gd name="connsiteX25" fmla="*/ 43197 w 153756"/>
                  <a:gd name="connsiteY25" fmla="*/ 216503 h 256317"/>
                  <a:gd name="connsiteX26" fmla="*/ 57183 w 153756"/>
                  <a:gd name="connsiteY26" fmla="*/ 227933 h 256317"/>
                  <a:gd name="connsiteX27" fmla="*/ 75927 w 153756"/>
                  <a:gd name="connsiteY27" fmla="*/ 231553 h 256317"/>
                  <a:gd name="connsiteX28" fmla="*/ 102378 w 153756"/>
                  <a:gd name="connsiteY28" fmla="*/ 224695 h 256317"/>
                  <a:gd name="connsiteX29" fmla="*/ 123120 w 153756"/>
                  <a:gd name="connsiteY29" fmla="*/ 205264 h 256317"/>
                  <a:gd name="connsiteX30" fmla="*/ 123120 w 153756"/>
                  <a:gd name="connsiteY30" fmla="*/ 120967 h 2563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153756" h="256317">
                    <a:moveTo>
                      <a:pt x="153757" y="0"/>
                    </a:moveTo>
                    <a:lnTo>
                      <a:pt x="153757" y="253937"/>
                    </a:lnTo>
                    <a:lnTo>
                      <a:pt x="135489" y="253937"/>
                    </a:lnTo>
                    <a:cubicBezTo>
                      <a:pt x="131112" y="253937"/>
                      <a:pt x="128353" y="251841"/>
                      <a:pt x="127211" y="247555"/>
                    </a:cubicBezTo>
                    <a:lnTo>
                      <a:pt x="124452" y="226314"/>
                    </a:lnTo>
                    <a:cubicBezTo>
                      <a:pt x="117030" y="235267"/>
                      <a:pt x="108467" y="242507"/>
                      <a:pt x="98952" y="248031"/>
                    </a:cubicBezTo>
                    <a:cubicBezTo>
                      <a:pt x="89438" y="253556"/>
                      <a:pt x="78401" y="256318"/>
                      <a:pt x="65937" y="256318"/>
                    </a:cubicBezTo>
                    <a:cubicBezTo>
                      <a:pt x="55946" y="256318"/>
                      <a:pt x="46907" y="254413"/>
                      <a:pt x="38725" y="250508"/>
                    </a:cubicBezTo>
                    <a:cubicBezTo>
                      <a:pt x="30542" y="246602"/>
                      <a:pt x="23596" y="240983"/>
                      <a:pt x="17888" y="233553"/>
                    </a:cubicBezTo>
                    <a:cubicBezTo>
                      <a:pt x="12179" y="226124"/>
                      <a:pt x="7707" y="216789"/>
                      <a:pt x="4662" y="205645"/>
                    </a:cubicBezTo>
                    <a:cubicBezTo>
                      <a:pt x="1522" y="194501"/>
                      <a:pt x="0" y="181642"/>
                      <a:pt x="0" y="167164"/>
                    </a:cubicBezTo>
                    <a:cubicBezTo>
                      <a:pt x="0" y="154305"/>
                      <a:pt x="1713" y="142304"/>
                      <a:pt x="5138" y="131255"/>
                    </a:cubicBezTo>
                    <a:cubicBezTo>
                      <a:pt x="8563" y="120206"/>
                      <a:pt x="13511" y="110585"/>
                      <a:pt x="19981" y="102394"/>
                    </a:cubicBezTo>
                    <a:cubicBezTo>
                      <a:pt x="26451" y="94202"/>
                      <a:pt x="34253" y="87821"/>
                      <a:pt x="43672" y="83153"/>
                    </a:cubicBezTo>
                    <a:cubicBezTo>
                      <a:pt x="52997" y="78486"/>
                      <a:pt x="63558" y="76200"/>
                      <a:pt x="75261" y="76200"/>
                    </a:cubicBezTo>
                    <a:cubicBezTo>
                      <a:pt x="85917" y="76200"/>
                      <a:pt x="95051" y="78010"/>
                      <a:pt x="102758" y="81629"/>
                    </a:cubicBezTo>
                    <a:cubicBezTo>
                      <a:pt x="110370" y="85249"/>
                      <a:pt x="117221" y="90297"/>
                      <a:pt x="123120" y="96679"/>
                    </a:cubicBezTo>
                    <a:lnTo>
                      <a:pt x="123120" y="0"/>
                    </a:lnTo>
                    <a:lnTo>
                      <a:pt x="153757" y="0"/>
                    </a:lnTo>
                    <a:close/>
                    <a:moveTo>
                      <a:pt x="123120" y="120872"/>
                    </a:moveTo>
                    <a:cubicBezTo>
                      <a:pt x="117411" y="113157"/>
                      <a:pt x="111226" y="107823"/>
                      <a:pt x="104471" y="104775"/>
                    </a:cubicBezTo>
                    <a:cubicBezTo>
                      <a:pt x="97811" y="101727"/>
                      <a:pt x="90389" y="100203"/>
                      <a:pt x="82112" y="100203"/>
                    </a:cubicBezTo>
                    <a:cubicBezTo>
                      <a:pt x="65937" y="100203"/>
                      <a:pt x="53472" y="106013"/>
                      <a:pt x="44719" y="117634"/>
                    </a:cubicBezTo>
                    <a:cubicBezTo>
                      <a:pt x="35965" y="129254"/>
                      <a:pt x="31589" y="145828"/>
                      <a:pt x="31589" y="167259"/>
                    </a:cubicBezTo>
                    <a:cubicBezTo>
                      <a:pt x="31589" y="178689"/>
                      <a:pt x="32540" y="188405"/>
                      <a:pt x="34538" y="196501"/>
                    </a:cubicBezTo>
                    <a:cubicBezTo>
                      <a:pt x="36536" y="204597"/>
                      <a:pt x="39391" y="211265"/>
                      <a:pt x="43197" y="216503"/>
                    </a:cubicBezTo>
                    <a:cubicBezTo>
                      <a:pt x="47002" y="221742"/>
                      <a:pt x="51665" y="225552"/>
                      <a:pt x="57183" y="227933"/>
                    </a:cubicBezTo>
                    <a:cubicBezTo>
                      <a:pt x="62702" y="230315"/>
                      <a:pt x="68981" y="231553"/>
                      <a:pt x="75927" y="231553"/>
                    </a:cubicBezTo>
                    <a:cubicBezTo>
                      <a:pt x="86013" y="231553"/>
                      <a:pt x="94861" y="229267"/>
                      <a:pt x="102378" y="224695"/>
                    </a:cubicBezTo>
                    <a:cubicBezTo>
                      <a:pt x="109894" y="220123"/>
                      <a:pt x="116840" y="213646"/>
                      <a:pt x="123120" y="205264"/>
                    </a:cubicBezTo>
                    <a:lnTo>
                      <a:pt x="123120" y="120967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" name="Freeform 21">
                <a:extLst>
                  <a:ext uri="{FF2B5EF4-FFF2-40B4-BE49-F238E27FC236}">
                    <a16:creationId xmlns:a16="http://schemas.microsoft.com/office/drawing/2014/main" id="{4EFC1AFA-362E-1BCE-7FF1-3A5A1C46FD21}"/>
                  </a:ext>
                </a:extLst>
              </p:cNvPr>
              <p:cNvSpPr/>
              <p:nvPr/>
            </p:nvSpPr>
            <p:spPr>
              <a:xfrm>
                <a:off x="10562022" y="6418643"/>
                <a:ext cx="38733" cy="99917"/>
              </a:xfrm>
              <a:custGeom>
                <a:avLst/>
                <a:gdLst>
                  <a:gd name="connsiteX0" fmla="*/ 27505 w 38733"/>
                  <a:gd name="connsiteY0" fmla="*/ 0 h 99917"/>
                  <a:gd name="connsiteX1" fmla="*/ 37305 w 38733"/>
                  <a:gd name="connsiteY1" fmla="*/ 25813 h 99917"/>
                  <a:gd name="connsiteX2" fmla="*/ 37781 w 38733"/>
                  <a:gd name="connsiteY2" fmla="*/ 52673 h 99917"/>
                  <a:gd name="connsiteX3" fmla="*/ 29123 w 38733"/>
                  <a:gd name="connsiteY3" fmla="*/ 78200 h 99917"/>
                  <a:gd name="connsiteX4" fmla="*/ 11711 w 38733"/>
                  <a:gd name="connsiteY4" fmla="*/ 99917 h 99917"/>
                  <a:gd name="connsiteX5" fmla="*/ 2387 w 38733"/>
                  <a:gd name="connsiteY5" fmla="*/ 93916 h 99917"/>
                  <a:gd name="connsiteX6" fmla="*/ 8 w 38733"/>
                  <a:gd name="connsiteY6" fmla="*/ 89821 h 99917"/>
                  <a:gd name="connsiteX7" fmla="*/ 1626 w 38733"/>
                  <a:gd name="connsiteY7" fmla="*/ 85725 h 99917"/>
                  <a:gd name="connsiteX8" fmla="*/ 9332 w 38733"/>
                  <a:gd name="connsiteY8" fmla="*/ 72390 h 99917"/>
                  <a:gd name="connsiteX9" fmla="*/ 13424 w 38733"/>
                  <a:gd name="connsiteY9" fmla="*/ 55531 h 99917"/>
                  <a:gd name="connsiteX10" fmla="*/ 12567 w 38733"/>
                  <a:gd name="connsiteY10" fmla="*/ 36862 h 99917"/>
                  <a:gd name="connsiteX11" fmla="*/ 5431 w 38733"/>
                  <a:gd name="connsiteY11" fmla="*/ 18288 h 99917"/>
                  <a:gd name="connsiteX12" fmla="*/ 4099 w 38733"/>
                  <a:gd name="connsiteY12" fmla="*/ 11811 h 99917"/>
                  <a:gd name="connsiteX13" fmla="*/ 8286 w 38733"/>
                  <a:gd name="connsiteY13" fmla="*/ 7620 h 99917"/>
                  <a:gd name="connsiteX14" fmla="*/ 27220 w 38733"/>
                  <a:gd name="connsiteY14" fmla="*/ 0 h 999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8733" h="99917">
                    <a:moveTo>
                      <a:pt x="27505" y="0"/>
                    </a:moveTo>
                    <a:cubicBezTo>
                      <a:pt x="32358" y="8191"/>
                      <a:pt x="35593" y="16764"/>
                      <a:pt x="37305" y="25813"/>
                    </a:cubicBezTo>
                    <a:cubicBezTo>
                      <a:pt x="39018" y="34862"/>
                      <a:pt x="39208" y="43815"/>
                      <a:pt x="37781" y="52673"/>
                    </a:cubicBezTo>
                    <a:cubicBezTo>
                      <a:pt x="36354" y="61531"/>
                      <a:pt x="33500" y="70009"/>
                      <a:pt x="29123" y="78200"/>
                    </a:cubicBezTo>
                    <a:cubicBezTo>
                      <a:pt x="24746" y="86392"/>
                      <a:pt x="18942" y="93631"/>
                      <a:pt x="11711" y="99917"/>
                    </a:cubicBezTo>
                    <a:lnTo>
                      <a:pt x="2387" y="93916"/>
                    </a:lnTo>
                    <a:cubicBezTo>
                      <a:pt x="674" y="92869"/>
                      <a:pt x="-87" y="91535"/>
                      <a:pt x="8" y="89821"/>
                    </a:cubicBezTo>
                    <a:cubicBezTo>
                      <a:pt x="198" y="88201"/>
                      <a:pt x="769" y="86773"/>
                      <a:pt x="1626" y="85725"/>
                    </a:cubicBezTo>
                    <a:cubicBezTo>
                      <a:pt x="4575" y="82105"/>
                      <a:pt x="7144" y="77629"/>
                      <a:pt x="9332" y="72390"/>
                    </a:cubicBezTo>
                    <a:cubicBezTo>
                      <a:pt x="11521" y="67151"/>
                      <a:pt x="12853" y="61531"/>
                      <a:pt x="13424" y="55531"/>
                    </a:cubicBezTo>
                    <a:cubicBezTo>
                      <a:pt x="13994" y="49530"/>
                      <a:pt x="13804" y="43243"/>
                      <a:pt x="12567" y="36862"/>
                    </a:cubicBezTo>
                    <a:cubicBezTo>
                      <a:pt x="11330" y="30385"/>
                      <a:pt x="8952" y="24193"/>
                      <a:pt x="5431" y="18288"/>
                    </a:cubicBezTo>
                    <a:cubicBezTo>
                      <a:pt x="3909" y="15907"/>
                      <a:pt x="3528" y="13716"/>
                      <a:pt x="4099" y="11811"/>
                    </a:cubicBezTo>
                    <a:cubicBezTo>
                      <a:pt x="4670" y="9906"/>
                      <a:pt x="6097" y="8477"/>
                      <a:pt x="8286" y="7620"/>
                    </a:cubicBezTo>
                    <a:lnTo>
                      <a:pt x="27220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" name="Freeform 22">
                <a:extLst>
                  <a:ext uri="{FF2B5EF4-FFF2-40B4-BE49-F238E27FC236}">
                    <a16:creationId xmlns:a16="http://schemas.microsoft.com/office/drawing/2014/main" id="{33EE167F-8212-643A-12C4-22B77F582E63}"/>
                  </a:ext>
                </a:extLst>
              </p:cNvPr>
              <p:cNvSpPr/>
              <p:nvPr/>
            </p:nvSpPr>
            <p:spPr>
              <a:xfrm>
                <a:off x="10618167" y="6504940"/>
                <a:ext cx="124071" cy="180117"/>
              </a:xfrm>
              <a:custGeom>
                <a:avLst/>
                <a:gdLst>
                  <a:gd name="connsiteX0" fmla="*/ 114176 w 124071"/>
                  <a:gd name="connsiteY0" fmla="*/ 31528 h 180117"/>
                  <a:gd name="connsiteX1" fmla="*/ 107801 w 124071"/>
                  <a:gd name="connsiteY1" fmla="*/ 35338 h 180117"/>
                  <a:gd name="connsiteX2" fmla="*/ 101902 w 124071"/>
                  <a:gd name="connsiteY2" fmla="*/ 33433 h 180117"/>
                  <a:gd name="connsiteX3" fmla="*/ 93910 w 124071"/>
                  <a:gd name="connsiteY3" fmla="*/ 29242 h 180117"/>
                  <a:gd name="connsiteX4" fmla="*/ 82587 w 124071"/>
                  <a:gd name="connsiteY4" fmla="*/ 24955 h 180117"/>
                  <a:gd name="connsiteX5" fmla="*/ 67079 w 124071"/>
                  <a:gd name="connsiteY5" fmla="*/ 22955 h 180117"/>
                  <a:gd name="connsiteX6" fmla="*/ 53092 w 124071"/>
                  <a:gd name="connsiteY6" fmla="*/ 24955 h 180117"/>
                  <a:gd name="connsiteX7" fmla="*/ 42531 w 124071"/>
                  <a:gd name="connsiteY7" fmla="*/ 30385 h 180117"/>
                  <a:gd name="connsiteX8" fmla="*/ 35775 w 124071"/>
                  <a:gd name="connsiteY8" fmla="*/ 38386 h 180117"/>
                  <a:gd name="connsiteX9" fmla="*/ 33492 w 124071"/>
                  <a:gd name="connsiteY9" fmla="*/ 48292 h 180117"/>
                  <a:gd name="connsiteX10" fmla="*/ 37393 w 124071"/>
                  <a:gd name="connsiteY10" fmla="*/ 59531 h 180117"/>
                  <a:gd name="connsiteX11" fmla="*/ 47669 w 124071"/>
                  <a:gd name="connsiteY11" fmla="*/ 67246 h 180117"/>
                  <a:gd name="connsiteX12" fmla="*/ 62131 w 124071"/>
                  <a:gd name="connsiteY12" fmla="*/ 73057 h 180117"/>
                  <a:gd name="connsiteX13" fmla="*/ 78781 w 124071"/>
                  <a:gd name="connsiteY13" fmla="*/ 78391 h 180117"/>
                  <a:gd name="connsiteX14" fmla="*/ 95432 w 124071"/>
                  <a:gd name="connsiteY14" fmla="*/ 84677 h 180117"/>
                  <a:gd name="connsiteX15" fmla="*/ 109894 w 124071"/>
                  <a:gd name="connsiteY15" fmla="*/ 93250 h 180117"/>
                  <a:gd name="connsiteX16" fmla="*/ 120170 w 124071"/>
                  <a:gd name="connsiteY16" fmla="*/ 105918 h 180117"/>
                  <a:gd name="connsiteX17" fmla="*/ 124071 w 124071"/>
                  <a:gd name="connsiteY17" fmla="*/ 123920 h 180117"/>
                  <a:gd name="connsiteX18" fmla="*/ 119790 w 124071"/>
                  <a:gd name="connsiteY18" fmla="*/ 146209 h 180117"/>
                  <a:gd name="connsiteX19" fmla="*/ 107040 w 124071"/>
                  <a:gd name="connsiteY19" fmla="*/ 164021 h 180117"/>
                  <a:gd name="connsiteX20" fmla="*/ 86393 w 124071"/>
                  <a:gd name="connsiteY20" fmla="*/ 175832 h 180117"/>
                  <a:gd name="connsiteX21" fmla="*/ 58135 w 124071"/>
                  <a:gd name="connsiteY21" fmla="*/ 180118 h 180117"/>
                  <a:gd name="connsiteX22" fmla="*/ 25119 w 124071"/>
                  <a:gd name="connsiteY22" fmla="*/ 174212 h 180117"/>
                  <a:gd name="connsiteX23" fmla="*/ 0 w 124071"/>
                  <a:gd name="connsiteY23" fmla="*/ 158972 h 180117"/>
                  <a:gd name="connsiteX24" fmla="*/ 7231 w 124071"/>
                  <a:gd name="connsiteY24" fmla="*/ 147257 h 180117"/>
                  <a:gd name="connsiteX25" fmla="*/ 10466 w 124071"/>
                  <a:gd name="connsiteY25" fmla="*/ 143828 h 180117"/>
                  <a:gd name="connsiteX26" fmla="*/ 15319 w 124071"/>
                  <a:gd name="connsiteY26" fmla="*/ 142589 h 180117"/>
                  <a:gd name="connsiteX27" fmla="*/ 21884 w 124071"/>
                  <a:gd name="connsiteY27" fmla="*/ 144971 h 180117"/>
                  <a:gd name="connsiteX28" fmla="*/ 30257 w 124071"/>
                  <a:gd name="connsiteY28" fmla="*/ 150305 h 180117"/>
                  <a:gd name="connsiteX29" fmla="*/ 42245 w 124071"/>
                  <a:gd name="connsiteY29" fmla="*/ 155638 h 180117"/>
                  <a:gd name="connsiteX30" fmla="*/ 59847 w 124071"/>
                  <a:gd name="connsiteY30" fmla="*/ 158020 h 180117"/>
                  <a:gd name="connsiteX31" fmla="*/ 75546 w 124071"/>
                  <a:gd name="connsiteY31" fmla="*/ 155734 h 180117"/>
                  <a:gd name="connsiteX32" fmla="*/ 86774 w 124071"/>
                  <a:gd name="connsiteY32" fmla="*/ 149447 h 180117"/>
                  <a:gd name="connsiteX33" fmla="*/ 93434 w 124071"/>
                  <a:gd name="connsiteY33" fmla="*/ 140303 h 180117"/>
                  <a:gd name="connsiteX34" fmla="*/ 95622 w 124071"/>
                  <a:gd name="connsiteY34" fmla="*/ 129254 h 180117"/>
                  <a:gd name="connsiteX35" fmla="*/ 91721 w 124071"/>
                  <a:gd name="connsiteY35" fmla="*/ 117253 h 180117"/>
                  <a:gd name="connsiteX36" fmla="*/ 81445 w 124071"/>
                  <a:gd name="connsiteY36" fmla="*/ 109157 h 180117"/>
                  <a:gd name="connsiteX37" fmla="*/ 66888 w 124071"/>
                  <a:gd name="connsiteY37" fmla="*/ 103251 h 180117"/>
                  <a:gd name="connsiteX38" fmla="*/ 50142 w 124071"/>
                  <a:gd name="connsiteY38" fmla="*/ 98012 h 180117"/>
                  <a:gd name="connsiteX39" fmla="*/ 33397 w 124071"/>
                  <a:gd name="connsiteY39" fmla="*/ 91726 h 180117"/>
                  <a:gd name="connsiteX40" fmla="*/ 18839 w 124071"/>
                  <a:gd name="connsiteY40" fmla="*/ 82867 h 180117"/>
                  <a:gd name="connsiteX41" fmla="*/ 8563 w 124071"/>
                  <a:gd name="connsiteY41" fmla="*/ 69723 h 180117"/>
                  <a:gd name="connsiteX42" fmla="*/ 4662 w 124071"/>
                  <a:gd name="connsiteY42" fmla="*/ 50673 h 180117"/>
                  <a:gd name="connsiteX43" fmla="*/ 8754 w 124071"/>
                  <a:gd name="connsiteY43" fmla="*/ 31432 h 180117"/>
                  <a:gd name="connsiteX44" fmla="*/ 20837 w 124071"/>
                  <a:gd name="connsiteY44" fmla="*/ 15240 h 180117"/>
                  <a:gd name="connsiteX45" fmla="*/ 40342 w 124071"/>
                  <a:gd name="connsiteY45" fmla="*/ 4096 h 180117"/>
                  <a:gd name="connsiteX46" fmla="*/ 66698 w 124071"/>
                  <a:gd name="connsiteY46" fmla="*/ 0 h 180117"/>
                  <a:gd name="connsiteX47" fmla="*/ 97620 w 124071"/>
                  <a:gd name="connsiteY47" fmla="*/ 5429 h 180117"/>
                  <a:gd name="connsiteX48" fmla="*/ 121312 w 124071"/>
                  <a:gd name="connsiteY48" fmla="*/ 20288 h 180117"/>
                  <a:gd name="connsiteX49" fmla="*/ 114461 w 124071"/>
                  <a:gd name="connsiteY49" fmla="*/ 31528 h 1801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</a:cxnLst>
                <a:rect l="l" t="t" r="r" b="b"/>
                <a:pathLst>
                  <a:path w="124071" h="180117">
                    <a:moveTo>
                      <a:pt x="114176" y="31528"/>
                    </a:moveTo>
                    <a:cubicBezTo>
                      <a:pt x="112749" y="34100"/>
                      <a:pt x="110656" y="35338"/>
                      <a:pt x="107801" y="35338"/>
                    </a:cubicBezTo>
                    <a:cubicBezTo>
                      <a:pt x="106089" y="35338"/>
                      <a:pt x="104090" y="34671"/>
                      <a:pt x="101902" y="33433"/>
                    </a:cubicBezTo>
                    <a:cubicBezTo>
                      <a:pt x="99714" y="32194"/>
                      <a:pt x="97050" y="30766"/>
                      <a:pt x="93910" y="29242"/>
                    </a:cubicBezTo>
                    <a:cubicBezTo>
                      <a:pt x="90770" y="27718"/>
                      <a:pt x="86964" y="26289"/>
                      <a:pt x="82587" y="24955"/>
                    </a:cubicBezTo>
                    <a:cubicBezTo>
                      <a:pt x="78211" y="23622"/>
                      <a:pt x="73073" y="22955"/>
                      <a:pt x="67079" y="22955"/>
                    </a:cubicBezTo>
                    <a:cubicBezTo>
                      <a:pt x="61941" y="22955"/>
                      <a:pt x="57278" y="23622"/>
                      <a:pt x="53092" y="24955"/>
                    </a:cubicBezTo>
                    <a:cubicBezTo>
                      <a:pt x="49001" y="26289"/>
                      <a:pt x="45480" y="28099"/>
                      <a:pt x="42531" y="30385"/>
                    </a:cubicBezTo>
                    <a:cubicBezTo>
                      <a:pt x="39581" y="32671"/>
                      <a:pt x="37393" y="35338"/>
                      <a:pt x="35775" y="38386"/>
                    </a:cubicBezTo>
                    <a:cubicBezTo>
                      <a:pt x="34158" y="41434"/>
                      <a:pt x="33492" y="44767"/>
                      <a:pt x="33492" y="48292"/>
                    </a:cubicBezTo>
                    <a:cubicBezTo>
                      <a:pt x="33492" y="52768"/>
                      <a:pt x="34824" y="56483"/>
                      <a:pt x="37393" y="59531"/>
                    </a:cubicBezTo>
                    <a:cubicBezTo>
                      <a:pt x="39962" y="62579"/>
                      <a:pt x="43387" y="65151"/>
                      <a:pt x="47669" y="67246"/>
                    </a:cubicBezTo>
                    <a:cubicBezTo>
                      <a:pt x="51950" y="69342"/>
                      <a:pt x="56708" y="71342"/>
                      <a:pt x="62131" y="73057"/>
                    </a:cubicBezTo>
                    <a:cubicBezTo>
                      <a:pt x="67554" y="74771"/>
                      <a:pt x="73073" y="76486"/>
                      <a:pt x="78781" y="78391"/>
                    </a:cubicBezTo>
                    <a:cubicBezTo>
                      <a:pt x="84490" y="80296"/>
                      <a:pt x="90009" y="82391"/>
                      <a:pt x="95432" y="84677"/>
                    </a:cubicBezTo>
                    <a:cubicBezTo>
                      <a:pt x="100855" y="86963"/>
                      <a:pt x="105613" y="89821"/>
                      <a:pt x="109894" y="93250"/>
                    </a:cubicBezTo>
                    <a:cubicBezTo>
                      <a:pt x="114176" y="96679"/>
                      <a:pt x="117601" y="100965"/>
                      <a:pt x="120170" y="105918"/>
                    </a:cubicBezTo>
                    <a:cubicBezTo>
                      <a:pt x="122739" y="110966"/>
                      <a:pt x="124071" y="116967"/>
                      <a:pt x="124071" y="123920"/>
                    </a:cubicBezTo>
                    <a:cubicBezTo>
                      <a:pt x="124071" y="131921"/>
                      <a:pt x="122644" y="139446"/>
                      <a:pt x="119790" y="146209"/>
                    </a:cubicBezTo>
                    <a:cubicBezTo>
                      <a:pt x="116935" y="153067"/>
                      <a:pt x="112654" y="158972"/>
                      <a:pt x="107040" y="164021"/>
                    </a:cubicBezTo>
                    <a:cubicBezTo>
                      <a:pt x="101426" y="168974"/>
                      <a:pt x="94481" y="172974"/>
                      <a:pt x="86393" y="175832"/>
                    </a:cubicBezTo>
                    <a:cubicBezTo>
                      <a:pt x="78211" y="178689"/>
                      <a:pt x="68791" y="180118"/>
                      <a:pt x="58135" y="180118"/>
                    </a:cubicBezTo>
                    <a:cubicBezTo>
                      <a:pt x="45956" y="180118"/>
                      <a:pt x="34919" y="178117"/>
                      <a:pt x="25119" y="174212"/>
                    </a:cubicBezTo>
                    <a:cubicBezTo>
                      <a:pt x="15224" y="170212"/>
                      <a:pt x="6851" y="165163"/>
                      <a:pt x="0" y="158972"/>
                    </a:cubicBezTo>
                    <a:lnTo>
                      <a:pt x="7231" y="147257"/>
                    </a:lnTo>
                    <a:cubicBezTo>
                      <a:pt x="8183" y="145733"/>
                      <a:pt x="9229" y="144589"/>
                      <a:pt x="10466" y="143828"/>
                    </a:cubicBezTo>
                    <a:cubicBezTo>
                      <a:pt x="11703" y="142970"/>
                      <a:pt x="13321" y="142589"/>
                      <a:pt x="15319" y="142589"/>
                    </a:cubicBezTo>
                    <a:cubicBezTo>
                      <a:pt x="17412" y="142589"/>
                      <a:pt x="19600" y="143351"/>
                      <a:pt x="21884" y="144971"/>
                    </a:cubicBezTo>
                    <a:cubicBezTo>
                      <a:pt x="24167" y="146590"/>
                      <a:pt x="26927" y="148400"/>
                      <a:pt x="30257" y="150305"/>
                    </a:cubicBezTo>
                    <a:cubicBezTo>
                      <a:pt x="33492" y="152305"/>
                      <a:pt x="37488" y="154019"/>
                      <a:pt x="42245" y="155638"/>
                    </a:cubicBezTo>
                    <a:cubicBezTo>
                      <a:pt x="46907" y="157258"/>
                      <a:pt x="52807" y="158020"/>
                      <a:pt x="59847" y="158020"/>
                    </a:cubicBezTo>
                    <a:cubicBezTo>
                      <a:pt x="65842" y="158020"/>
                      <a:pt x="71075" y="157258"/>
                      <a:pt x="75546" y="155734"/>
                    </a:cubicBezTo>
                    <a:cubicBezTo>
                      <a:pt x="80018" y="154210"/>
                      <a:pt x="83729" y="152114"/>
                      <a:pt x="86774" y="149447"/>
                    </a:cubicBezTo>
                    <a:cubicBezTo>
                      <a:pt x="89723" y="146780"/>
                      <a:pt x="92007" y="143732"/>
                      <a:pt x="93434" y="140303"/>
                    </a:cubicBezTo>
                    <a:cubicBezTo>
                      <a:pt x="94861" y="136874"/>
                      <a:pt x="95622" y="133160"/>
                      <a:pt x="95622" y="129254"/>
                    </a:cubicBezTo>
                    <a:cubicBezTo>
                      <a:pt x="95622" y="124396"/>
                      <a:pt x="94290" y="120396"/>
                      <a:pt x="91721" y="117253"/>
                    </a:cubicBezTo>
                    <a:cubicBezTo>
                      <a:pt x="89153" y="114110"/>
                      <a:pt x="85727" y="111347"/>
                      <a:pt x="81445" y="109157"/>
                    </a:cubicBezTo>
                    <a:cubicBezTo>
                      <a:pt x="77164" y="106870"/>
                      <a:pt x="72311" y="104965"/>
                      <a:pt x="66888" y="103251"/>
                    </a:cubicBezTo>
                    <a:cubicBezTo>
                      <a:pt x="61465" y="101632"/>
                      <a:pt x="55851" y="99822"/>
                      <a:pt x="50142" y="98012"/>
                    </a:cubicBezTo>
                    <a:cubicBezTo>
                      <a:pt x="44434" y="96203"/>
                      <a:pt x="38915" y="94107"/>
                      <a:pt x="33397" y="91726"/>
                    </a:cubicBezTo>
                    <a:cubicBezTo>
                      <a:pt x="27973" y="89344"/>
                      <a:pt x="23121" y="86392"/>
                      <a:pt x="18839" y="82867"/>
                    </a:cubicBezTo>
                    <a:cubicBezTo>
                      <a:pt x="14557" y="79343"/>
                      <a:pt x="11132" y="74962"/>
                      <a:pt x="8563" y="69723"/>
                    </a:cubicBezTo>
                    <a:cubicBezTo>
                      <a:pt x="5994" y="64484"/>
                      <a:pt x="4662" y="58198"/>
                      <a:pt x="4662" y="50673"/>
                    </a:cubicBezTo>
                    <a:cubicBezTo>
                      <a:pt x="4662" y="44006"/>
                      <a:pt x="6090" y="37624"/>
                      <a:pt x="8754" y="31432"/>
                    </a:cubicBezTo>
                    <a:cubicBezTo>
                      <a:pt x="11513" y="25336"/>
                      <a:pt x="15509" y="19907"/>
                      <a:pt x="20837" y="15240"/>
                    </a:cubicBezTo>
                    <a:cubicBezTo>
                      <a:pt x="26165" y="10573"/>
                      <a:pt x="32635" y="6858"/>
                      <a:pt x="40342" y="4096"/>
                    </a:cubicBezTo>
                    <a:cubicBezTo>
                      <a:pt x="48049" y="1333"/>
                      <a:pt x="56803" y="0"/>
                      <a:pt x="66698" y="0"/>
                    </a:cubicBezTo>
                    <a:cubicBezTo>
                      <a:pt x="78211" y="0"/>
                      <a:pt x="88486" y="1810"/>
                      <a:pt x="97620" y="5429"/>
                    </a:cubicBezTo>
                    <a:cubicBezTo>
                      <a:pt x="106754" y="9049"/>
                      <a:pt x="114652" y="14002"/>
                      <a:pt x="121312" y="20288"/>
                    </a:cubicBezTo>
                    <a:lnTo>
                      <a:pt x="114461" y="31528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" name="Freeform 23">
                <a:extLst>
                  <a:ext uri="{FF2B5EF4-FFF2-40B4-BE49-F238E27FC236}">
                    <a16:creationId xmlns:a16="http://schemas.microsoft.com/office/drawing/2014/main" id="{0B3B03A7-91B0-CCAB-0A68-904A829657CA}"/>
                  </a:ext>
                </a:extLst>
              </p:cNvPr>
              <p:cNvSpPr/>
              <p:nvPr/>
            </p:nvSpPr>
            <p:spPr>
              <a:xfrm>
                <a:off x="10848612" y="6504940"/>
                <a:ext cx="124071" cy="180117"/>
              </a:xfrm>
              <a:custGeom>
                <a:avLst/>
                <a:gdLst>
                  <a:gd name="connsiteX0" fmla="*/ 114176 w 124071"/>
                  <a:gd name="connsiteY0" fmla="*/ 31528 h 180117"/>
                  <a:gd name="connsiteX1" fmla="*/ 107801 w 124071"/>
                  <a:gd name="connsiteY1" fmla="*/ 35338 h 180117"/>
                  <a:gd name="connsiteX2" fmla="*/ 101902 w 124071"/>
                  <a:gd name="connsiteY2" fmla="*/ 33433 h 180117"/>
                  <a:gd name="connsiteX3" fmla="*/ 93910 w 124071"/>
                  <a:gd name="connsiteY3" fmla="*/ 29242 h 180117"/>
                  <a:gd name="connsiteX4" fmla="*/ 82587 w 124071"/>
                  <a:gd name="connsiteY4" fmla="*/ 24955 h 180117"/>
                  <a:gd name="connsiteX5" fmla="*/ 67079 w 124071"/>
                  <a:gd name="connsiteY5" fmla="*/ 22955 h 180117"/>
                  <a:gd name="connsiteX6" fmla="*/ 53092 w 124071"/>
                  <a:gd name="connsiteY6" fmla="*/ 24955 h 180117"/>
                  <a:gd name="connsiteX7" fmla="*/ 42531 w 124071"/>
                  <a:gd name="connsiteY7" fmla="*/ 30385 h 180117"/>
                  <a:gd name="connsiteX8" fmla="*/ 35775 w 124071"/>
                  <a:gd name="connsiteY8" fmla="*/ 38386 h 180117"/>
                  <a:gd name="connsiteX9" fmla="*/ 33492 w 124071"/>
                  <a:gd name="connsiteY9" fmla="*/ 48292 h 180117"/>
                  <a:gd name="connsiteX10" fmla="*/ 37393 w 124071"/>
                  <a:gd name="connsiteY10" fmla="*/ 59531 h 180117"/>
                  <a:gd name="connsiteX11" fmla="*/ 47669 w 124071"/>
                  <a:gd name="connsiteY11" fmla="*/ 67246 h 180117"/>
                  <a:gd name="connsiteX12" fmla="*/ 62131 w 124071"/>
                  <a:gd name="connsiteY12" fmla="*/ 73057 h 180117"/>
                  <a:gd name="connsiteX13" fmla="*/ 78781 w 124071"/>
                  <a:gd name="connsiteY13" fmla="*/ 78391 h 180117"/>
                  <a:gd name="connsiteX14" fmla="*/ 95432 w 124071"/>
                  <a:gd name="connsiteY14" fmla="*/ 84677 h 180117"/>
                  <a:gd name="connsiteX15" fmla="*/ 109894 w 124071"/>
                  <a:gd name="connsiteY15" fmla="*/ 93250 h 180117"/>
                  <a:gd name="connsiteX16" fmla="*/ 120170 w 124071"/>
                  <a:gd name="connsiteY16" fmla="*/ 105918 h 180117"/>
                  <a:gd name="connsiteX17" fmla="*/ 124071 w 124071"/>
                  <a:gd name="connsiteY17" fmla="*/ 123920 h 180117"/>
                  <a:gd name="connsiteX18" fmla="*/ 119790 w 124071"/>
                  <a:gd name="connsiteY18" fmla="*/ 146209 h 180117"/>
                  <a:gd name="connsiteX19" fmla="*/ 107040 w 124071"/>
                  <a:gd name="connsiteY19" fmla="*/ 164021 h 180117"/>
                  <a:gd name="connsiteX20" fmla="*/ 86393 w 124071"/>
                  <a:gd name="connsiteY20" fmla="*/ 175832 h 180117"/>
                  <a:gd name="connsiteX21" fmla="*/ 58135 w 124071"/>
                  <a:gd name="connsiteY21" fmla="*/ 180118 h 180117"/>
                  <a:gd name="connsiteX22" fmla="*/ 25119 w 124071"/>
                  <a:gd name="connsiteY22" fmla="*/ 174212 h 180117"/>
                  <a:gd name="connsiteX23" fmla="*/ 0 w 124071"/>
                  <a:gd name="connsiteY23" fmla="*/ 158972 h 180117"/>
                  <a:gd name="connsiteX24" fmla="*/ 7231 w 124071"/>
                  <a:gd name="connsiteY24" fmla="*/ 147257 h 180117"/>
                  <a:gd name="connsiteX25" fmla="*/ 10466 w 124071"/>
                  <a:gd name="connsiteY25" fmla="*/ 143828 h 180117"/>
                  <a:gd name="connsiteX26" fmla="*/ 15319 w 124071"/>
                  <a:gd name="connsiteY26" fmla="*/ 142589 h 180117"/>
                  <a:gd name="connsiteX27" fmla="*/ 21884 w 124071"/>
                  <a:gd name="connsiteY27" fmla="*/ 144971 h 180117"/>
                  <a:gd name="connsiteX28" fmla="*/ 30257 w 124071"/>
                  <a:gd name="connsiteY28" fmla="*/ 150305 h 180117"/>
                  <a:gd name="connsiteX29" fmla="*/ 42245 w 124071"/>
                  <a:gd name="connsiteY29" fmla="*/ 155638 h 180117"/>
                  <a:gd name="connsiteX30" fmla="*/ 59847 w 124071"/>
                  <a:gd name="connsiteY30" fmla="*/ 158020 h 180117"/>
                  <a:gd name="connsiteX31" fmla="*/ 75546 w 124071"/>
                  <a:gd name="connsiteY31" fmla="*/ 155734 h 180117"/>
                  <a:gd name="connsiteX32" fmla="*/ 86774 w 124071"/>
                  <a:gd name="connsiteY32" fmla="*/ 149447 h 180117"/>
                  <a:gd name="connsiteX33" fmla="*/ 93434 w 124071"/>
                  <a:gd name="connsiteY33" fmla="*/ 140303 h 180117"/>
                  <a:gd name="connsiteX34" fmla="*/ 95622 w 124071"/>
                  <a:gd name="connsiteY34" fmla="*/ 129254 h 180117"/>
                  <a:gd name="connsiteX35" fmla="*/ 91721 w 124071"/>
                  <a:gd name="connsiteY35" fmla="*/ 117253 h 180117"/>
                  <a:gd name="connsiteX36" fmla="*/ 81445 w 124071"/>
                  <a:gd name="connsiteY36" fmla="*/ 109157 h 180117"/>
                  <a:gd name="connsiteX37" fmla="*/ 66888 w 124071"/>
                  <a:gd name="connsiteY37" fmla="*/ 103251 h 180117"/>
                  <a:gd name="connsiteX38" fmla="*/ 50142 w 124071"/>
                  <a:gd name="connsiteY38" fmla="*/ 98012 h 180117"/>
                  <a:gd name="connsiteX39" fmla="*/ 33397 w 124071"/>
                  <a:gd name="connsiteY39" fmla="*/ 91726 h 180117"/>
                  <a:gd name="connsiteX40" fmla="*/ 18839 w 124071"/>
                  <a:gd name="connsiteY40" fmla="*/ 82867 h 180117"/>
                  <a:gd name="connsiteX41" fmla="*/ 8563 w 124071"/>
                  <a:gd name="connsiteY41" fmla="*/ 69723 h 180117"/>
                  <a:gd name="connsiteX42" fmla="*/ 4662 w 124071"/>
                  <a:gd name="connsiteY42" fmla="*/ 50673 h 180117"/>
                  <a:gd name="connsiteX43" fmla="*/ 8754 w 124071"/>
                  <a:gd name="connsiteY43" fmla="*/ 31432 h 180117"/>
                  <a:gd name="connsiteX44" fmla="*/ 20837 w 124071"/>
                  <a:gd name="connsiteY44" fmla="*/ 15240 h 180117"/>
                  <a:gd name="connsiteX45" fmla="*/ 40342 w 124071"/>
                  <a:gd name="connsiteY45" fmla="*/ 4096 h 180117"/>
                  <a:gd name="connsiteX46" fmla="*/ 66698 w 124071"/>
                  <a:gd name="connsiteY46" fmla="*/ 0 h 180117"/>
                  <a:gd name="connsiteX47" fmla="*/ 97620 w 124071"/>
                  <a:gd name="connsiteY47" fmla="*/ 5429 h 180117"/>
                  <a:gd name="connsiteX48" fmla="*/ 121312 w 124071"/>
                  <a:gd name="connsiteY48" fmla="*/ 20288 h 180117"/>
                  <a:gd name="connsiteX49" fmla="*/ 114461 w 124071"/>
                  <a:gd name="connsiteY49" fmla="*/ 31528 h 1801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</a:cxnLst>
                <a:rect l="l" t="t" r="r" b="b"/>
                <a:pathLst>
                  <a:path w="124071" h="180117">
                    <a:moveTo>
                      <a:pt x="114176" y="31528"/>
                    </a:moveTo>
                    <a:cubicBezTo>
                      <a:pt x="112749" y="34100"/>
                      <a:pt x="110656" y="35338"/>
                      <a:pt x="107801" y="35338"/>
                    </a:cubicBezTo>
                    <a:cubicBezTo>
                      <a:pt x="106089" y="35338"/>
                      <a:pt x="104090" y="34671"/>
                      <a:pt x="101902" y="33433"/>
                    </a:cubicBezTo>
                    <a:cubicBezTo>
                      <a:pt x="99714" y="32194"/>
                      <a:pt x="97050" y="30766"/>
                      <a:pt x="93910" y="29242"/>
                    </a:cubicBezTo>
                    <a:cubicBezTo>
                      <a:pt x="90770" y="27718"/>
                      <a:pt x="86964" y="26289"/>
                      <a:pt x="82587" y="24955"/>
                    </a:cubicBezTo>
                    <a:cubicBezTo>
                      <a:pt x="78211" y="23622"/>
                      <a:pt x="73073" y="22955"/>
                      <a:pt x="67079" y="22955"/>
                    </a:cubicBezTo>
                    <a:cubicBezTo>
                      <a:pt x="61941" y="22955"/>
                      <a:pt x="57278" y="23622"/>
                      <a:pt x="53092" y="24955"/>
                    </a:cubicBezTo>
                    <a:cubicBezTo>
                      <a:pt x="49001" y="26289"/>
                      <a:pt x="45480" y="28099"/>
                      <a:pt x="42531" y="30385"/>
                    </a:cubicBezTo>
                    <a:cubicBezTo>
                      <a:pt x="39581" y="32671"/>
                      <a:pt x="37393" y="35338"/>
                      <a:pt x="35775" y="38386"/>
                    </a:cubicBezTo>
                    <a:cubicBezTo>
                      <a:pt x="34158" y="41434"/>
                      <a:pt x="33492" y="44767"/>
                      <a:pt x="33492" y="48292"/>
                    </a:cubicBezTo>
                    <a:cubicBezTo>
                      <a:pt x="33492" y="52768"/>
                      <a:pt x="34824" y="56483"/>
                      <a:pt x="37393" y="59531"/>
                    </a:cubicBezTo>
                    <a:cubicBezTo>
                      <a:pt x="39962" y="62579"/>
                      <a:pt x="43387" y="65151"/>
                      <a:pt x="47669" y="67246"/>
                    </a:cubicBezTo>
                    <a:cubicBezTo>
                      <a:pt x="51950" y="69342"/>
                      <a:pt x="56708" y="71342"/>
                      <a:pt x="62131" y="73057"/>
                    </a:cubicBezTo>
                    <a:cubicBezTo>
                      <a:pt x="67554" y="74771"/>
                      <a:pt x="73073" y="76486"/>
                      <a:pt x="78781" y="78391"/>
                    </a:cubicBezTo>
                    <a:cubicBezTo>
                      <a:pt x="84490" y="80296"/>
                      <a:pt x="90009" y="82391"/>
                      <a:pt x="95432" y="84677"/>
                    </a:cubicBezTo>
                    <a:cubicBezTo>
                      <a:pt x="100855" y="86963"/>
                      <a:pt x="105613" y="89821"/>
                      <a:pt x="109894" y="93250"/>
                    </a:cubicBezTo>
                    <a:cubicBezTo>
                      <a:pt x="114176" y="96679"/>
                      <a:pt x="117601" y="100965"/>
                      <a:pt x="120170" y="105918"/>
                    </a:cubicBezTo>
                    <a:cubicBezTo>
                      <a:pt x="122739" y="110966"/>
                      <a:pt x="124071" y="116967"/>
                      <a:pt x="124071" y="123920"/>
                    </a:cubicBezTo>
                    <a:cubicBezTo>
                      <a:pt x="124071" y="131921"/>
                      <a:pt x="122644" y="139446"/>
                      <a:pt x="119790" y="146209"/>
                    </a:cubicBezTo>
                    <a:cubicBezTo>
                      <a:pt x="116935" y="153067"/>
                      <a:pt x="112654" y="158972"/>
                      <a:pt x="107040" y="164021"/>
                    </a:cubicBezTo>
                    <a:cubicBezTo>
                      <a:pt x="101426" y="168974"/>
                      <a:pt x="94481" y="172974"/>
                      <a:pt x="86393" y="175832"/>
                    </a:cubicBezTo>
                    <a:cubicBezTo>
                      <a:pt x="78211" y="178689"/>
                      <a:pt x="68791" y="180118"/>
                      <a:pt x="58135" y="180118"/>
                    </a:cubicBezTo>
                    <a:cubicBezTo>
                      <a:pt x="45956" y="180118"/>
                      <a:pt x="34919" y="178117"/>
                      <a:pt x="25119" y="174212"/>
                    </a:cubicBezTo>
                    <a:cubicBezTo>
                      <a:pt x="15224" y="170212"/>
                      <a:pt x="6851" y="165163"/>
                      <a:pt x="0" y="158972"/>
                    </a:cubicBezTo>
                    <a:lnTo>
                      <a:pt x="7231" y="147257"/>
                    </a:lnTo>
                    <a:cubicBezTo>
                      <a:pt x="8183" y="145733"/>
                      <a:pt x="9229" y="144589"/>
                      <a:pt x="10466" y="143828"/>
                    </a:cubicBezTo>
                    <a:cubicBezTo>
                      <a:pt x="11703" y="142970"/>
                      <a:pt x="13321" y="142589"/>
                      <a:pt x="15319" y="142589"/>
                    </a:cubicBezTo>
                    <a:cubicBezTo>
                      <a:pt x="17412" y="142589"/>
                      <a:pt x="19600" y="143351"/>
                      <a:pt x="21884" y="144971"/>
                    </a:cubicBezTo>
                    <a:cubicBezTo>
                      <a:pt x="24167" y="146590"/>
                      <a:pt x="26927" y="148400"/>
                      <a:pt x="30257" y="150305"/>
                    </a:cubicBezTo>
                    <a:cubicBezTo>
                      <a:pt x="33492" y="152305"/>
                      <a:pt x="37488" y="154019"/>
                      <a:pt x="42245" y="155638"/>
                    </a:cubicBezTo>
                    <a:cubicBezTo>
                      <a:pt x="46907" y="157258"/>
                      <a:pt x="52807" y="158020"/>
                      <a:pt x="59847" y="158020"/>
                    </a:cubicBezTo>
                    <a:cubicBezTo>
                      <a:pt x="65842" y="158020"/>
                      <a:pt x="71075" y="157258"/>
                      <a:pt x="75546" y="155734"/>
                    </a:cubicBezTo>
                    <a:cubicBezTo>
                      <a:pt x="80018" y="154210"/>
                      <a:pt x="83729" y="152114"/>
                      <a:pt x="86774" y="149447"/>
                    </a:cubicBezTo>
                    <a:cubicBezTo>
                      <a:pt x="89723" y="146780"/>
                      <a:pt x="92007" y="143732"/>
                      <a:pt x="93434" y="140303"/>
                    </a:cubicBezTo>
                    <a:cubicBezTo>
                      <a:pt x="94861" y="136874"/>
                      <a:pt x="95622" y="133160"/>
                      <a:pt x="95622" y="129254"/>
                    </a:cubicBezTo>
                    <a:cubicBezTo>
                      <a:pt x="95622" y="124396"/>
                      <a:pt x="94290" y="120396"/>
                      <a:pt x="91721" y="117253"/>
                    </a:cubicBezTo>
                    <a:cubicBezTo>
                      <a:pt x="89153" y="114110"/>
                      <a:pt x="85727" y="111347"/>
                      <a:pt x="81445" y="109157"/>
                    </a:cubicBezTo>
                    <a:cubicBezTo>
                      <a:pt x="77164" y="106870"/>
                      <a:pt x="72311" y="104965"/>
                      <a:pt x="66888" y="103251"/>
                    </a:cubicBezTo>
                    <a:cubicBezTo>
                      <a:pt x="61465" y="101632"/>
                      <a:pt x="55851" y="99822"/>
                      <a:pt x="50142" y="98012"/>
                    </a:cubicBezTo>
                    <a:cubicBezTo>
                      <a:pt x="44434" y="96203"/>
                      <a:pt x="38915" y="94107"/>
                      <a:pt x="33397" y="91726"/>
                    </a:cubicBezTo>
                    <a:cubicBezTo>
                      <a:pt x="27973" y="89344"/>
                      <a:pt x="23121" y="86392"/>
                      <a:pt x="18839" y="82867"/>
                    </a:cubicBezTo>
                    <a:cubicBezTo>
                      <a:pt x="14557" y="79343"/>
                      <a:pt x="11132" y="74962"/>
                      <a:pt x="8563" y="69723"/>
                    </a:cubicBezTo>
                    <a:cubicBezTo>
                      <a:pt x="5994" y="64484"/>
                      <a:pt x="4662" y="58198"/>
                      <a:pt x="4662" y="50673"/>
                    </a:cubicBezTo>
                    <a:cubicBezTo>
                      <a:pt x="4662" y="44006"/>
                      <a:pt x="6090" y="37624"/>
                      <a:pt x="8754" y="31432"/>
                    </a:cubicBezTo>
                    <a:cubicBezTo>
                      <a:pt x="11513" y="25336"/>
                      <a:pt x="15509" y="19907"/>
                      <a:pt x="20837" y="15240"/>
                    </a:cubicBezTo>
                    <a:cubicBezTo>
                      <a:pt x="26165" y="10573"/>
                      <a:pt x="32635" y="6858"/>
                      <a:pt x="40342" y="4096"/>
                    </a:cubicBezTo>
                    <a:cubicBezTo>
                      <a:pt x="48049" y="1333"/>
                      <a:pt x="56803" y="0"/>
                      <a:pt x="66698" y="0"/>
                    </a:cubicBezTo>
                    <a:cubicBezTo>
                      <a:pt x="78211" y="0"/>
                      <a:pt x="88486" y="1810"/>
                      <a:pt x="97620" y="5429"/>
                    </a:cubicBezTo>
                    <a:cubicBezTo>
                      <a:pt x="106754" y="9049"/>
                      <a:pt x="114652" y="14002"/>
                      <a:pt x="121312" y="20288"/>
                    </a:cubicBezTo>
                    <a:lnTo>
                      <a:pt x="114461" y="31528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" name="Freeform 24">
                <a:extLst>
                  <a:ext uri="{FF2B5EF4-FFF2-40B4-BE49-F238E27FC236}">
                    <a16:creationId xmlns:a16="http://schemas.microsoft.com/office/drawing/2014/main" id="{7D2D8F7A-9566-734E-3AE6-CA6AA2C2D0A0}"/>
                  </a:ext>
                </a:extLst>
              </p:cNvPr>
              <p:cNvSpPr/>
              <p:nvPr/>
            </p:nvSpPr>
            <p:spPr>
              <a:xfrm>
                <a:off x="11005128" y="6507606"/>
                <a:ext cx="145193" cy="177450"/>
              </a:xfrm>
              <a:custGeom>
                <a:avLst/>
                <a:gdLst>
                  <a:gd name="connsiteX0" fmla="*/ 145194 w 145193"/>
                  <a:gd name="connsiteY0" fmla="*/ 0 h 177450"/>
                  <a:gd name="connsiteX1" fmla="*/ 145194 w 145193"/>
                  <a:gd name="connsiteY1" fmla="*/ 174689 h 177450"/>
                  <a:gd name="connsiteX2" fmla="*/ 126926 w 145193"/>
                  <a:gd name="connsiteY2" fmla="*/ 174689 h 177450"/>
                  <a:gd name="connsiteX3" fmla="*/ 118648 w 145193"/>
                  <a:gd name="connsiteY3" fmla="*/ 168307 h 177450"/>
                  <a:gd name="connsiteX4" fmla="*/ 116269 w 145193"/>
                  <a:gd name="connsiteY4" fmla="*/ 149543 h 177450"/>
                  <a:gd name="connsiteX5" fmla="*/ 90770 w 145193"/>
                  <a:gd name="connsiteY5" fmla="*/ 169831 h 177450"/>
                  <a:gd name="connsiteX6" fmla="*/ 58420 w 145193"/>
                  <a:gd name="connsiteY6" fmla="*/ 177451 h 177450"/>
                  <a:gd name="connsiteX7" fmla="*/ 33206 w 145193"/>
                  <a:gd name="connsiteY7" fmla="*/ 172688 h 177450"/>
                  <a:gd name="connsiteX8" fmla="*/ 14843 w 145193"/>
                  <a:gd name="connsiteY8" fmla="*/ 159353 h 177450"/>
                  <a:gd name="connsiteX9" fmla="*/ 3711 w 145193"/>
                  <a:gd name="connsiteY9" fmla="*/ 138493 h 177450"/>
                  <a:gd name="connsiteX10" fmla="*/ 0 w 145193"/>
                  <a:gd name="connsiteY10" fmla="*/ 111443 h 177450"/>
                  <a:gd name="connsiteX11" fmla="*/ 0 w 145193"/>
                  <a:gd name="connsiteY11" fmla="*/ 95 h 177450"/>
                  <a:gd name="connsiteX12" fmla="*/ 30637 w 145193"/>
                  <a:gd name="connsiteY12" fmla="*/ 95 h 177450"/>
                  <a:gd name="connsiteX13" fmla="*/ 30637 w 145193"/>
                  <a:gd name="connsiteY13" fmla="*/ 111443 h 177450"/>
                  <a:gd name="connsiteX14" fmla="*/ 39676 w 145193"/>
                  <a:gd name="connsiteY14" fmla="*/ 142113 h 177450"/>
                  <a:gd name="connsiteX15" fmla="*/ 67364 w 145193"/>
                  <a:gd name="connsiteY15" fmla="*/ 152972 h 177450"/>
                  <a:gd name="connsiteX16" fmla="*/ 92768 w 145193"/>
                  <a:gd name="connsiteY16" fmla="*/ 146494 h 177450"/>
                  <a:gd name="connsiteX17" fmla="*/ 114557 w 145193"/>
                  <a:gd name="connsiteY17" fmla="*/ 128588 h 177450"/>
                  <a:gd name="connsiteX18" fmla="*/ 114557 w 145193"/>
                  <a:gd name="connsiteY18" fmla="*/ 0 h 177450"/>
                  <a:gd name="connsiteX19" fmla="*/ 145194 w 145193"/>
                  <a:gd name="connsiteY19" fmla="*/ 0 h 177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145193" h="177450">
                    <a:moveTo>
                      <a:pt x="145194" y="0"/>
                    </a:moveTo>
                    <a:lnTo>
                      <a:pt x="145194" y="174689"/>
                    </a:lnTo>
                    <a:lnTo>
                      <a:pt x="126926" y="174689"/>
                    </a:lnTo>
                    <a:cubicBezTo>
                      <a:pt x="122549" y="174689"/>
                      <a:pt x="119790" y="172593"/>
                      <a:pt x="118648" y="168307"/>
                    </a:cubicBezTo>
                    <a:lnTo>
                      <a:pt x="116269" y="149543"/>
                    </a:lnTo>
                    <a:cubicBezTo>
                      <a:pt x="108658" y="157925"/>
                      <a:pt x="100189" y="164687"/>
                      <a:pt x="90770" y="169831"/>
                    </a:cubicBezTo>
                    <a:cubicBezTo>
                      <a:pt x="81350" y="174974"/>
                      <a:pt x="70599" y="177451"/>
                      <a:pt x="58420" y="177451"/>
                    </a:cubicBezTo>
                    <a:cubicBezTo>
                      <a:pt x="48905" y="177451"/>
                      <a:pt x="40437" y="175832"/>
                      <a:pt x="33206" y="172688"/>
                    </a:cubicBezTo>
                    <a:cubicBezTo>
                      <a:pt x="25880" y="169545"/>
                      <a:pt x="19790" y="165068"/>
                      <a:pt x="14843" y="159353"/>
                    </a:cubicBezTo>
                    <a:cubicBezTo>
                      <a:pt x="9895" y="153638"/>
                      <a:pt x="6184" y="146685"/>
                      <a:pt x="3711" y="138493"/>
                    </a:cubicBezTo>
                    <a:cubicBezTo>
                      <a:pt x="1237" y="130302"/>
                      <a:pt x="0" y="121349"/>
                      <a:pt x="0" y="111443"/>
                    </a:cubicBezTo>
                    <a:lnTo>
                      <a:pt x="0" y="95"/>
                    </a:lnTo>
                    <a:lnTo>
                      <a:pt x="30637" y="95"/>
                    </a:lnTo>
                    <a:lnTo>
                      <a:pt x="30637" y="111443"/>
                    </a:lnTo>
                    <a:cubicBezTo>
                      <a:pt x="30637" y="124682"/>
                      <a:pt x="33682" y="134874"/>
                      <a:pt x="39676" y="142113"/>
                    </a:cubicBezTo>
                    <a:cubicBezTo>
                      <a:pt x="45670" y="149352"/>
                      <a:pt x="54899" y="152972"/>
                      <a:pt x="67364" y="152972"/>
                    </a:cubicBezTo>
                    <a:cubicBezTo>
                      <a:pt x="76403" y="152972"/>
                      <a:pt x="84871" y="150781"/>
                      <a:pt x="92768" y="146494"/>
                    </a:cubicBezTo>
                    <a:cubicBezTo>
                      <a:pt x="100665" y="142208"/>
                      <a:pt x="107896" y="136208"/>
                      <a:pt x="114557" y="128588"/>
                    </a:cubicBezTo>
                    <a:lnTo>
                      <a:pt x="114557" y="0"/>
                    </a:lnTo>
                    <a:lnTo>
                      <a:pt x="145194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" name="Freeform 25">
                <a:extLst>
                  <a:ext uri="{FF2B5EF4-FFF2-40B4-BE49-F238E27FC236}">
                    <a16:creationId xmlns:a16="http://schemas.microsoft.com/office/drawing/2014/main" id="{2C468976-2B5A-9CDA-B5FE-0E88B334AE4B}"/>
                  </a:ext>
                </a:extLst>
              </p:cNvPr>
              <p:cNvSpPr/>
              <p:nvPr/>
            </p:nvSpPr>
            <p:spPr>
              <a:xfrm>
                <a:off x="11195326" y="6504558"/>
                <a:ext cx="154042" cy="236886"/>
              </a:xfrm>
              <a:custGeom>
                <a:avLst/>
                <a:gdLst>
                  <a:gd name="connsiteX0" fmla="*/ 29305 w 154042"/>
                  <a:gd name="connsiteY0" fmla="*/ 30194 h 236886"/>
                  <a:gd name="connsiteX1" fmla="*/ 54805 w 154042"/>
                  <a:gd name="connsiteY1" fmla="*/ 8287 h 236886"/>
                  <a:gd name="connsiteX2" fmla="*/ 87916 w 154042"/>
                  <a:gd name="connsiteY2" fmla="*/ 0 h 236886"/>
                  <a:gd name="connsiteX3" fmla="*/ 115318 w 154042"/>
                  <a:gd name="connsiteY3" fmla="*/ 5810 h 236886"/>
                  <a:gd name="connsiteX4" fmla="*/ 136155 w 154042"/>
                  <a:gd name="connsiteY4" fmla="*/ 22860 h 236886"/>
                  <a:gd name="connsiteX5" fmla="*/ 149380 w 154042"/>
                  <a:gd name="connsiteY5" fmla="*/ 50864 h 236886"/>
                  <a:gd name="connsiteX6" fmla="*/ 154042 w 154042"/>
                  <a:gd name="connsiteY6" fmla="*/ 89344 h 236886"/>
                  <a:gd name="connsiteX7" fmla="*/ 148904 w 154042"/>
                  <a:gd name="connsiteY7" fmla="*/ 125254 h 236886"/>
                  <a:gd name="connsiteX8" fmla="*/ 133967 w 154042"/>
                  <a:gd name="connsiteY8" fmla="*/ 154019 h 236886"/>
                  <a:gd name="connsiteX9" fmla="*/ 110180 w 154042"/>
                  <a:gd name="connsiteY9" fmla="*/ 173165 h 236886"/>
                  <a:gd name="connsiteX10" fmla="*/ 78591 w 154042"/>
                  <a:gd name="connsiteY10" fmla="*/ 180118 h 236886"/>
                  <a:gd name="connsiteX11" fmla="*/ 51094 w 154042"/>
                  <a:gd name="connsiteY11" fmla="*/ 174689 h 236886"/>
                  <a:gd name="connsiteX12" fmla="*/ 30828 w 154042"/>
                  <a:gd name="connsiteY12" fmla="*/ 159639 h 236886"/>
                  <a:gd name="connsiteX13" fmla="*/ 30828 w 154042"/>
                  <a:gd name="connsiteY13" fmla="*/ 236887 h 236886"/>
                  <a:gd name="connsiteX14" fmla="*/ 0 w 154042"/>
                  <a:gd name="connsiteY14" fmla="*/ 236887 h 236886"/>
                  <a:gd name="connsiteX15" fmla="*/ 0 w 154042"/>
                  <a:gd name="connsiteY15" fmla="*/ 3143 h 236886"/>
                  <a:gd name="connsiteX16" fmla="*/ 18458 w 154042"/>
                  <a:gd name="connsiteY16" fmla="*/ 3143 h 236886"/>
                  <a:gd name="connsiteX17" fmla="*/ 26546 w 154042"/>
                  <a:gd name="connsiteY17" fmla="*/ 9525 h 236886"/>
                  <a:gd name="connsiteX18" fmla="*/ 29305 w 154042"/>
                  <a:gd name="connsiteY18" fmla="*/ 30194 h 236886"/>
                  <a:gd name="connsiteX19" fmla="*/ 30828 w 154042"/>
                  <a:gd name="connsiteY19" fmla="*/ 135731 h 236886"/>
                  <a:gd name="connsiteX20" fmla="*/ 49286 w 154042"/>
                  <a:gd name="connsiteY20" fmla="*/ 151733 h 236886"/>
                  <a:gd name="connsiteX21" fmla="*/ 71645 w 154042"/>
                  <a:gd name="connsiteY21" fmla="*/ 156401 h 236886"/>
                  <a:gd name="connsiteX22" fmla="*/ 109228 w 154042"/>
                  <a:gd name="connsiteY22" fmla="*/ 138970 h 236886"/>
                  <a:gd name="connsiteX23" fmla="*/ 122359 w 154042"/>
                  <a:gd name="connsiteY23" fmla="*/ 89344 h 236886"/>
                  <a:gd name="connsiteX24" fmla="*/ 119314 w 154042"/>
                  <a:gd name="connsiteY24" fmla="*/ 60008 h 236886"/>
                  <a:gd name="connsiteX25" fmla="*/ 110656 w 154042"/>
                  <a:gd name="connsiteY25" fmla="*/ 39910 h 236886"/>
                  <a:gd name="connsiteX26" fmla="*/ 96669 w 154042"/>
                  <a:gd name="connsiteY26" fmla="*/ 28385 h 236886"/>
                  <a:gd name="connsiteX27" fmla="*/ 77925 w 154042"/>
                  <a:gd name="connsiteY27" fmla="*/ 24765 h 236886"/>
                  <a:gd name="connsiteX28" fmla="*/ 51665 w 154042"/>
                  <a:gd name="connsiteY28" fmla="*/ 31623 h 236886"/>
                  <a:gd name="connsiteX29" fmla="*/ 30923 w 154042"/>
                  <a:gd name="connsiteY29" fmla="*/ 51149 h 236886"/>
                  <a:gd name="connsiteX30" fmla="*/ 30923 w 154042"/>
                  <a:gd name="connsiteY30" fmla="*/ 135636 h 2368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154042" h="236886">
                    <a:moveTo>
                      <a:pt x="29305" y="30194"/>
                    </a:moveTo>
                    <a:cubicBezTo>
                      <a:pt x="36631" y="21146"/>
                      <a:pt x="45195" y="13811"/>
                      <a:pt x="54805" y="8287"/>
                    </a:cubicBezTo>
                    <a:cubicBezTo>
                      <a:pt x="64414" y="2762"/>
                      <a:pt x="75451" y="0"/>
                      <a:pt x="87916" y="0"/>
                    </a:cubicBezTo>
                    <a:cubicBezTo>
                      <a:pt x="98001" y="0"/>
                      <a:pt x="107135" y="1905"/>
                      <a:pt x="115318" y="5810"/>
                    </a:cubicBezTo>
                    <a:cubicBezTo>
                      <a:pt x="123500" y="9620"/>
                      <a:pt x="130446" y="15335"/>
                      <a:pt x="136155" y="22860"/>
                    </a:cubicBezTo>
                    <a:cubicBezTo>
                      <a:pt x="141864" y="30385"/>
                      <a:pt x="146335" y="39719"/>
                      <a:pt x="149380" y="50864"/>
                    </a:cubicBezTo>
                    <a:cubicBezTo>
                      <a:pt x="152520" y="62008"/>
                      <a:pt x="154042" y="74866"/>
                      <a:pt x="154042" y="89344"/>
                    </a:cubicBezTo>
                    <a:cubicBezTo>
                      <a:pt x="154042" y="102203"/>
                      <a:pt x="152330" y="114205"/>
                      <a:pt x="148904" y="125254"/>
                    </a:cubicBezTo>
                    <a:cubicBezTo>
                      <a:pt x="145479" y="136303"/>
                      <a:pt x="140532" y="145923"/>
                      <a:pt x="133967" y="154019"/>
                    </a:cubicBezTo>
                    <a:cubicBezTo>
                      <a:pt x="127496" y="162116"/>
                      <a:pt x="119599" y="168497"/>
                      <a:pt x="110180" y="173165"/>
                    </a:cubicBezTo>
                    <a:cubicBezTo>
                      <a:pt x="100760" y="177832"/>
                      <a:pt x="90294" y="180118"/>
                      <a:pt x="78591" y="180118"/>
                    </a:cubicBezTo>
                    <a:cubicBezTo>
                      <a:pt x="67935" y="180118"/>
                      <a:pt x="58801" y="178308"/>
                      <a:pt x="51094" y="174689"/>
                    </a:cubicBezTo>
                    <a:cubicBezTo>
                      <a:pt x="43482" y="171069"/>
                      <a:pt x="36727" y="166021"/>
                      <a:pt x="30828" y="159639"/>
                    </a:cubicBezTo>
                    <a:lnTo>
                      <a:pt x="30828" y="236887"/>
                    </a:lnTo>
                    <a:lnTo>
                      <a:pt x="0" y="236887"/>
                    </a:lnTo>
                    <a:lnTo>
                      <a:pt x="0" y="3143"/>
                    </a:lnTo>
                    <a:lnTo>
                      <a:pt x="18458" y="3143"/>
                    </a:lnTo>
                    <a:cubicBezTo>
                      <a:pt x="22835" y="3143"/>
                      <a:pt x="25500" y="5239"/>
                      <a:pt x="26546" y="9525"/>
                    </a:cubicBezTo>
                    <a:lnTo>
                      <a:pt x="29305" y="30194"/>
                    </a:lnTo>
                    <a:close/>
                    <a:moveTo>
                      <a:pt x="30828" y="135731"/>
                    </a:moveTo>
                    <a:cubicBezTo>
                      <a:pt x="36441" y="143256"/>
                      <a:pt x="42626" y="148685"/>
                      <a:pt x="49286" y="151733"/>
                    </a:cubicBezTo>
                    <a:cubicBezTo>
                      <a:pt x="55946" y="154877"/>
                      <a:pt x="63368" y="156401"/>
                      <a:pt x="71645" y="156401"/>
                    </a:cubicBezTo>
                    <a:cubicBezTo>
                      <a:pt x="87916" y="156401"/>
                      <a:pt x="100475" y="150590"/>
                      <a:pt x="109228" y="138970"/>
                    </a:cubicBezTo>
                    <a:cubicBezTo>
                      <a:pt x="117982" y="127349"/>
                      <a:pt x="122359" y="110776"/>
                      <a:pt x="122359" y="89344"/>
                    </a:cubicBezTo>
                    <a:cubicBezTo>
                      <a:pt x="122359" y="77915"/>
                      <a:pt x="121312" y="68199"/>
                      <a:pt x="119314" y="60008"/>
                    </a:cubicBezTo>
                    <a:cubicBezTo>
                      <a:pt x="117316" y="51816"/>
                      <a:pt x="114366" y="45148"/>
                      <a:pt x="110656" y="39910"/>
                    </a:cubicBezTo>
                    <a:cubicBezTo>
                      <a:pt x="106850" y="34671"/>
                      <a:pt x="102188" y="30861"/>
                      <a:pt x="96669" y="28385"/>
                    </a:cubicBezTo>
                    <a:cubicBezTo>
                      <a:pt x="91151" y="26003"/>
                      <a:pt x="84871" y="24765"/>
                      <a:pt x="77925" y="24765"/>
                    </a:cubicBezTo>
                    <a:cubicBezTo>
                      <a:pt x="67935" y="24765"/>
                      <a:pt x="59181" y="27051"/>
                      <a:pt x="51665" y="31623"/>
                    </a:cubicBezTo>
                    <a:cubicBezTo>
                      <a:pt x="44148" y="36195"/>
                      <a:pt x="37202" y="42767"/>
                      <a:pt x="30923" y="51149"/>
                    </a:cubicBezTo>
                    <a:lnTo>
                      <a:pt x="30923" y="13563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" name="Freeform 26">
                <a:extLst>
                  <a:ext uri="{FF2B5EF4-FFF2-40B4-BE49-F238E27FC236}">
                    <a16:creationId xmlns:a16="http://schemas.microsoft.com/office/drawing/2014/main" id="{6BCCB8CF-76A6-77D5-707E-AA32B204BE8A}"/>
                  </a:ext>
                </a:extLst>
              </p:cNvPr>
              <p:cNvSpPr/>
              <p:nvPr/>
            </p:nvSpPr>
            <p:spPr>
              <a:xfrm>
                <a:off x="11384953" y="6504558"/>
                <a:ext cx="154042" cy="236886"/>
              </a:xfrm>
              <a:custGeom>
                <a:avLst/>
                <a:gdLst>
                  <a:gd name="connsiteX0" fmla="*/ 29305 w 154042"/>
                  <a:gd name="connsiteY0" fmla="*/ 30194 h 236886"/>
                  <a:gd name="connsiteX1" fmla="*/ 54804 w 154042"/>
                  <a:gd name="connsiteY1" fmla="*/ 8287 h 236886"/>
                  <a:gd name="connsiteX2" fmla="*/ 87915 w 154042"/>
                  <a:gd name="connsiteY2" fmla="*/ 0 h 236886"/>
                  <a:gd name="connsiteX3" fmla="*/ 115318 w 154042"/>
                  <a:gd name="connsiteY3" fmla="*/ 5810 h 236886"/>
                  <a:gd name="connsiteX4" fmla="*/ 136155 w 154042"/>
                  <a:gd name="connsiteY4" fmla="*/ 22860 h 236886"/>
                  <a:gd name="connsiteX5" fmla="*/ 149380 w 154042"/>
                  <a:gd name="connsiteY5" fmla="*/ 50864 h 236886"/>
                  <a:gd name="connsiteX6" fmla="*/ 154042 w 154042"/>
                  <a:gd name="connsiteY6" fmla="*/ 89344 h 236886"/>
                  <a:gd name="connsiteX7" fmla="*/ 148904 w 154042"/>
                  <a:gd name="connsiteY7" fmla="*/ 125254 h 236886"/>
                  <a:gd name="connsiteX8" fmla="*/ 133966 w 154042"/>
                  <a:gd name="connsiteY8" fmla="*/ 154019 h 236886"/>
                  <a:gd name="connsiteX9" fmla="*/ 110180 w 154042"/>
                  <a:gd name="connsiteY9" fmla="*/ 173165 h 236886"/>
                  <a:gd name="connsiteX10" fmla="*/ 78591 w 154042"/>
                  <a:gd name="connsiteY10" fmla="*/ 180118 h 236886"/>
                  <a:gd name="connsiteX11" fmla="*/ 51094 w 154042"/>
                  <a:gd name="connsiteY11" fmla="*/ 174689 h 236886"/>
                  <a:gd name="connsiteX12" fmla="*/ 30827 w 154042"/>
                  <a:gd name="connsiteY12" fmla="*/ 159639 h 236886"/>
                  <a:gd name="connsiteX13" fmla="*/ 30827 w 154042"/>
                  <a:gd name="connsiteY13" fmla="*/ 236887 h 236886"/>
                  <a:gd name="connsiteX14" fmla="*/ 0 w 154042"/>
                  <a:gd name="connsiteY14" fmla="*/ 236887 h 236886"/>
                  <a:gd name="connsiteX15" fmla="*/ 0 w 154042"/>
                  <a:gd name="connsiteY15" fmla="*/ 3143 h 236886"/>
                  <a:gd name="connsiteX16" fmla="*/ 18458 w 154042"/>
                  <a:gd name="connsiteY16" fmla="*/ 3143 h 236886"/>
                  <a:gd name="connsiteX17" fmla="*/ 26546 w 154042"/>
                  <a:gd name="connsiteY17" fmla="*/ 9525 h 236886"/>
                  <a:gd name="connsiteX18" fmla="*/ 29305 w 154042"/>
                  <a:gd name="connsiteY18" fmla="*/ 30194 h 236886"/>
                  <a:gd name="connsiteX19" fmla="*/ 30827 w 154042"/>
                  <a:gd name="connsiteY19" fmla="*/ 135731 h 236886"/>
                  <a:gd name="connsiteX20" fmla="*/ 49286 w 154042"/>
                  <a:gd name="connsiteY20" fmla="*/ 151733 h 236886"/>
                  <a:gd name="connsiteX21" fmla="*/ 71645 w 154042"/>
                  <a:gd name="connsiteY21" fmla="*/ 156401 h 236886"/>
                  <a:gd name="connsiteX22" fmla="*/ 109228 w 154042"/>
                  <a:gd name="connsiteY22" fmla="*/ 138970 h 236886"/>
                  <a:gd name="connsiteX23" fmla="*/ 122358 w 154042"/>
                  <a:gd name="connsiteY23" fmla="*/ 89344 h 236886"/>
                  <a:gd name="connsiteX24" fmla="*/ 119314 w 154042"/>
                  <a:gd name="connsiteY24" fmla="*/ 60008 h 236886"/>
                  <a:gd name="connsiteX25" fmla="*/ 110655 w 154042"/>
                  <a:gd name="connsiteY25" fmla="*/ 39910 h 236886"/>
                  <a:gd name="connsiteX26" fmla="*/ 96669 w 154042"/>
                  <a:gd name="connsiteY26" fmla="*/ 28385 h 236886"/>
                  <a:gd name="connsiteX27" fmla="*/ 77925 w 154042"/>
                  <a:gd name="connsiteY27" fmla="*/ 24765 h 236886"/>
                  <a:gd name="connsiteX28" fmla="*/ 51665 w 154042"/>
                  <a:gd name="connsiteY28" fmla="*/ 31623 h 236886"/>
                  <a:gd name="connsiteX29" fmla="*/ 30923 w 154042"/>
                  <a:gd name="connsiteY29" fmla="*/ 51149 h 236886"/>
                  <a:gd name="connsiteX30" fmla="*/ 30923 w 154042"/>
                  <a:gd name="connsiteY30" fmla="*/ 135636 h 2368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154042" h="236886">
                    <a:moveTo>
                      <a:pt x="29305" y="30194"/>
                    </a:moveTo>
                    <a:cubicBezTo>
                      <a:pt x="36631" y="21146"/>
                      <a:pt x="45195" y="13811"/>
                      <a:pt x="54804" y="8287"/>
                    </a:cubicBezTo>
                    <a:cubicBezTo>
                      <a:pt x="64414" y="2762"/>
                      <a:pt x="75451" y="0"/>
                      <a:pt x="87915" y="0"/>
                    </a:cubicBezTo>
                    <a:cubicBezTo>
                      <a:pt x="98001" y="0"/>
                      <a:pt x="107135" y="1905"/>
                      <a:pt x="115318" y="5810"/>
                    </a:cubicBezTo>
                    <a:cubicBezTo>
                      <a:pt x="123500" y="9620"/>
                      <a:pt x="130446" y="15335"/>
                      <a:pt x="136155" y="22860"/>
                    </a:cubicBezTo>
                    <a:cubicBezTo>
                      <a:pt x="141863" y="30385"/>
                      <a:pt x="146335" y="39719"/>
                      <a:pt x="149380" y="50864"/>
                    </a:cubicBezTo>
                    <a:cubicBezTo>
                      <a:pt x="152520" y="62008"/>
                      <a:pt x="154042" y="74866"/>
                      <a:pt x="154042" y="89344"/>
                    </a:cubicBezTo>
                    <a:cubicBezTo>
                      <a:pt x="154042" y="102203"/>
                      <a:pt x="152329" y="114205"/>
                      <a:pt x="148904" y="125254"/>
                    </a:cubicBezTo>
                    <a:cubicBezTo>
                      <a:pt x="145479" y="136303"/>
                      <a:pt x="140531" y="145923"/>
                      <a:pt x="133966" y="154019"/>
                    </a:cubicBezTo>
                    <a:cubicBezTo>
                      <a:pt x="127496" y="162116"/>
                      <a:pt x="119599" y="168497"/>
                      <a:pt x="110180" y="173165"/>
                    </a:cubicBezTo>
                    <a:cubicBezTo>
                      <a:pt x="100760" y="177832"/>
                      <a:pt x="90294" y="180118"/>
                      <a:pt x="78591" y="180118"/>
                    </a:cubicBezTo>
                    <a:cubicBezTo>
                      <a:pt x="67935" y="180118"/>
                      <a:pt x="58801" y="178308"/>
                      <a:pt x="51094" y="174689"/>
                    </a:cubicBezTo>
                    <a:cubicBezTo>
                      <a:pt x="43482" y="171069"/>
                      <a:pt x="36726" y="166021"/>
                      <a:pt x="30827" y="159639"/>
                    </a:cubicBezTo>
                    <a:lnTo>
                      <a:pt x="30827" y="236887"/>
                    </a:lnTo>
                    <a:lnTo>
                      <a:pt x="0" y="236887"/>
                    </a:lnTo>
                    <a:lnTo>
                      <a:pt x="0" y="3143"/>
                    </a:lnTo>
                    <a:lnTo>
                      <a:pt x="18458" y="3143"/>
                    </a:lnTo>
                    <a:cubicBezTo>
                      <a:pt x="22835" y="3143"/>
                      <a:pt x="25499" y="5239"/>
                      <a:pt x="26546" y="9525"/>
                    </a:cubicBezTo>
                    <a:lnTo>
                      <a:pt x="29305" y="30194"/>
                    </a:lnTo>
                    <a:close/>
                    <a:moveTo>
                      <a:pt x="30827" y="135731"/>
                    </a:moveTo>
                    <a:cubicBezTo>
                      <a:pt x="36441" y="143256"/>
                      <a:pt x="42625" y="148685"/>
                      <a:pt x="49286" y="151733"/>
                    </a:cubicBezTo>
                    <a:cubicBezTo>
                      <a:pt x="55946" y="154877"/>
                      <a:pt x="63367" y="156401"/>
                      <a:pt x="71645" y="156401"/>
                    </a:cubicBezTo>
                    <a:cubicBezTo>
                      <a:pt x="87915" y="156401"/>
                      <a:pt x="100475" y="150590"/>
                      <a:pt x="109228" y="138970"/>
                    </a:cubicBezTo>
                    <a:cubicBezTo>
                      <a:pt x="117982" y="127349"/>
                      <a:pt x="122358" y="110776"/>
                      <a:pt x="122358" y="89344"/>
                    </a:cubicBezTo>
                    <a:cubicBezTo>
                      <a:pt x="122358" y="77915"/>
                      <a:pt x="121312" y="68199"/>
                      <a:pt x="119314" y="60008"/>
                    </a:cubicBezTo>
                    <a:cubicBezTo>
                      <a:pt x="117316" y="51816"/>
                      <a:pt x="114366" y="45148"/>
                      <a:pt x="110655" y="39910"/>
                    </a:cubicBezTo>
                    <a:cubicBezTo>
                      <a:pt x="106849" y="34671"/>
                      <a:pt x="102187" y="30861"/>
                      <a:pt x="96669" y="28385"/>
                    </a:cubicBezTo>
                    <a:cubicBezTo>
                      <a:pt x="91150" y="26003"/>
                      <a:pt x="84871" y="24765"/>
                      <a:pt x="77925" y="24765"/>
                    </a:cubicBezTo>
                    <a:cubicBezTo>
                      <a:pt x="67935" y="24765"/>
                      <a:pt x="59181" y="27051"/>
                      <a:pt x="51665" y="31623"/>
                    </a:cubicBezTo>
                    <a:cubicBezTo>
                      <a:pt x="44148" y="36195"/>
                      <a:pt x="37202" y="42767"/>
                      <a:pt x="30923" y="51149"/>
                    </a:cubicBezTo>
                    <a:lnTo>
                      <a:pt x="30923" y="13563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" name="Freeform 27">
                <a:extLst>
                  <a:ext uri="{FF2B5EF4-FFF2-40B4-BE49-F238E27FC236}">
                    <a16:creationId xmlns:a16="http://schemas.microsoft.com/office/drawing/2014/main" id="{44338738-26E7-1DCA-0EE6-2C5F0CE9FB20}"/>
                  </a:ext>
                </a:extLst>
              </p:cNvPr>
              <p:cNvSpPr/>
              <p:nvPr/>
            </p:nvSpPr>
            <p:spPr>
              <a:xfrm>
                <a:off x="11575627" y="6428358"/>
                <a:ext cx="30637" cy="253936"/>
              </a:xfrm>
              <a:custGeom>
                <a:avLst/>
                <a:gdLst>
                  <a:gd name="connsiteX0" fmla="*/ 30637 w 30637"/>
                  <a:gd name="connsiteY0" fmla="*/ 0 h 253936"/>
                  <a:gd name="connsiteX1" fmla="*/ 30637 w 30637"/>
                  <a:gd name="connsiteY1" fmla="*/ 253937 h 253936"/>
                  <a:gd name="connsiteX2" fmla="*/ 0 w 30637"/>
                  <a:gd name="connsiteY2" fmla="*/ 253937 h 253936"/>
                  <a:gd name="connsiteX3" fmla="*/ 0 w 30637"/>
                  <a:gd name="connsiteY3" fmla="*/ 0 h 253936"/>
                  <a:gd name="connsiteX4" fmla="*/ 30637 w 30637"/>
                  <a:gd name="connsiteY4" fmla="*/ 0 h 2539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0637" h="253936">
                    <a:moveTo>
                      <a:pt x="30637" y="0"/>
                    </a:moveTo>
                    <a:lnTo>
                      <a:pt x="30637" y="253937"/>
                    </a:lnTo>
                    <a:lnTo>
                      <a:pt x="0" y="253937"/>
                    </a:lnTo>
                    <a:lnTo>
                      <a:pt x="0" y="0"/>
                    </a:lnTo>
                    <a:lnTo>
                      <a:pt x="30637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" name="Freeform 28">
                <a:extLst>
                  <a:ext uri="{FF2B5EF4-FFF2-40B4-BE49-F238E27FC236}">
                    <a16:creationId xmlns:a16="http://schemas.microsoft.com/office/drawing/2014/main" id="{04BA4372-0426-C000-1DF6-4AD555FF14B2}"/>
                  </a:ext>
                </a:extLst>
              </p:cNvPr>
              <p:cNvSpPr/>
              <p:nvPr/>
            </p:nvSpPr>
            <p:spPr>
              <a:xfrm>
                <a:off x="11631668" y="6507606"/>
                <a:ext cx="171263" cy="233838"/>
              </a:xfrm>
              <a:custGeom>
                <a:avLst/>
                <a:gdLst>
                  <a:gd name="connsiteX0" fmla="*/ 171264 w 171263"/>
                  <a:gd name="connsiteY0" fmla="*/ 0 h 233838"/>
                  <a:gd name="connsiteX1" fmla="*/ 73929 w 171263"/>
                  <a:gd name="connsiteY1" fmla="*/ 226219 h 233838"/>
                  <a:gd name="connsiteX2" fmla="*/ 70028 w 171263"/>
                  <a:gd name="connsiteY2" fmla="*/ 231743 h 233838"/>
                  <a:gd name="connsiteX3" fmla="*/ 62892 w 171263"/>
                  <a:gd name="connsiteY3" fmla="*/ 233839 h 233838"/>
                  <a:gd name="connsiteX4" fmla="*/ 40152 w 171263"/>
                  <a:gd name="connsiteY4" fmla="*/ 233839 h 233838"/>
                  <a:gd name="connsiteX5" fmla="*/ 72026 w 171263"/>
                  <a:gd name="connsiteY5" fmla="*/ 164497 h 233838"/>
                  <a:gd name="connsiteX6" fmla="*/ 0 w 171263"/>
                  <a:gd name="connsiteY6" fmla="*/ 0 h 233838"/>
                  <a:gd name="connsiteX7" fmla="*/ 26546 w 171263"/>
                  <a:gd name="connsiteY7" fmla="*/ 0 h 233838"/>
                  <a:gd name="connsiteX8" fmla="*/ 32825 w 171263"/>
                  <a:gd name="connsiteY8" fmla="*/ 2000 h 233838"/>
                  <a:gd name="connsiteX9" fmla="*/ 35965 w 171263"/>
                  <a:gd name="connsiteY9" fmla="*/ 6382 h 233838"/>
                  <a:gd name="connsiteX10" fmla="*/ 82682 w 171263"/>
                  <a:gd name="connsiteY10" fmla="*/ 116395 h 233838"/>
                  <a:gd name="connsiteX11" fmla="*/ 87344 w 171263"/>
                  <a:gd name="connsiteY11" fmla="*/ 131540 h 233838"/>
                  <a:gd name="connsiteX12" fmla="*/ 92482 w 171263"/>
                  <a:gd name="connsiteY12" fmla="*/ 116205 h 233838"/>
                  <a:gd name="connsiteX13" fmla="*/ 137772 w 171263"/>
                  <a:gd name="connsiteY13" fmla="*/ 6382 h 233838"/>
                  <a:gd name="connsiteX14" fmla="*/ 141293 w 171263"/>
                  <a:gd name="connsiteY14" fmla="*/ 1810 h 233838"/>
                  <a:gd name="connsiteX15" fmla="*/ 146906 w 171263"/>
                  <a:gd name="connsiteY15" fmla="*/ 0 h 233838"/>
                  <a:gd name="connsiteX16" fmla="*/ 171169 w 171263"/>
                  <a:gd name="connsiteY16" fmla="*/ 0 h 2338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71263" h="233838">
                    <a:moveTo>
                      <a:pt x="171264" y="0"/>
                    </a:moveTo>
                    <a:lnTo>
                      <a:pt x="73929" y="226219"/>
                    </a:lnTo>
                    <a:cubicBezTo>
                      <a:pt x="72882" y="228505"/>
                      <a:pt x="71645" y="230315"/>
                      <a:pt x="70028" y="231743"/>
                    </a:cubicBezTo>
                    <a:cubicBezTo>
                      <a:pt x="68505" y="233077"/>
                      <a:pt x="66127" y="233839"/>
                      <a:pt x="62892" y="233839"/>
                    </a:cubicBezTo>
                    <a:lnTo>
                      <a:pt x="40152" y="233839"/>
                    </a:lnTo>
                    <a:lnTo>
                      <a:pt x="72026" y="164497"/>
                    </a:lnTo>
                    <a:lnTo>
                      <a:pt x="0" y="0"/>
                    </a:lnTo>
                    <a:lnTo>
                      <a:pt x="26546" y="0"/>
                    </a:lnTo>
                    <a:cubicBezTo>
                      <a:pt x="29210" y="0"/>
                      <a:pt x="31303" y="667"/>
                      <a:pt x="32825" y="2000"/>
                    </a:cubicBezTo>
                    <a:cubicBezTo>
                      <a:pt x="34348" y="3334"/>
                      <a:pt x="35395" y="4763"/>
                      <a:pt x="35965" y="6382"/>
                    </a:cubicBezTo>
                    <a:lnTo>
                      <a:pt x="82682" y="116395"/>
                    </a:lnTo>
                    <a:cubicBezTo>
                      <a:pt x="84490" y="121253"/>
                      <a:pt x="86108" y="126302"/>
                      <a:pt x="87344" y="131540"/>
                    </a:cubicBezTo>
                    <a:cubicBezTo>
                      <a:pt x="88962" y="126111"/>
                      <a:pt x="90675" y="121063"/>
                      <a:pt x="92482" y="116205"/>
                    </a:cubicBezTo>
                    <a:lnTo>
                      <a:pt x="137772" y="6382"/>
                    </a:lnTo>
                    <a:cubicBezTo>
                      <a:pt x="138438" y="4572"/>
                      <a:pt x="139675" y="3048"/>
                      <a:pt x="141293" y="1810"/>
                    </a:cubicBezTo>
                    <a:cubicBezTo>
                      <a:pt x="142910" y="667"/>
                      <a:pt x="144813" y="0"/>
                      <a:pt x="146906" y="0"/>
                    </a:cubicBezTo>
                    <a:lnTo>
                      <a:pt x="171169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" name="Freeform 29">
                <a:extLst>
                  <a:ext uri="{FF2B5EF4-FFF2-40B4-BE49-F238E27FC236}">
                    <a16:creationId xmlns:a16="http://schemas.microsoft.com/office/drawing/2014/main" id="{D6A75B06-0871-E9F1-78AD-628C5C643FAE}"/>
                  </a:ext>
                </a:extLst>
              </p:cNvPr>
              <p:cNvSpPr/>
              <p:nvPr/>
            </p:nvSpPr>
            <p:spPr>
              <a:xfrm>
                <a:off x="11892941" y="6505035"/>
                <a:ext cx="141482" cy="179736"/>
              </a:xfrm>
              <a:custGeom>
                <a:avLst/>
                <a:gdLst>
                  <a:gd name="connsiteX0" fmla="*/ 131302 w 141482"/>
                  <a:gd name="connsiteY0" fmla="*/ 33623 h 179736"/>
                  <a:gd name="connsiteX1" fmla="*/ 128543 w 141482"/>
                  <a:gd name="connsiteY1" fmla="*/ 36576 h 179736"/>
                  <a:gd name="connsiteX2" fmla="*/ 124737 w 141482"/>
                  <a:gd name="connsiteY2" fmla="*/ 37624 h 179736"/>
                  <a:gd name="connsiteX3" fmla="*/ 119028 w 141482"/>
                  <a:gd name="connsiteY3" fmla="*/ 35433 h 179736"/>
                  <a:gd name="connsiteX4" fmla="*/ 111321 w 141482"/>
                  <a:gd name="connsiteY4" fmla="*/ 30670 h 179736"/>
                  <a:gd name="connsiteX5" fmla="*/ 100094 w 141482"/>
                  <a:gd name="connsiteY5" fmla="*/ 25908 h 179736"/>
                  <a:gd name="connsiteX6" fmla="*/ 83824 w 141482"/>
                  <a:gd name="connsiteY6" fmla="*/ 23717 h 179736"/>
                  <a:gd name="connsiteX7" fmla="*/ 61084 w 141482"/>
                  <a:gd name="connsiteY7" fmla="*/ 28289 h 179736"/>
                  <a:gd name="connsiteX8" fmla="*/ 44623 w 141482"/>
                  <a:gd name="connsiteY8" fmla="*/ 41434 h 179736"/>
                  <a:gd name="connsiteX9" fmla="*/ 34633 w 141482"/>
                  <a:gd name="connsiteY9" fmla="*/ 62294 h 179736"/>
                  <a:gd name="connsiteX10" fmla="*/ 31303 w 141482"/>
                  <a:gd name="connsiteY10" fmla="*/ 89725 h 179736"/>
                  <a:gd name="connsiteX11" fmla="*/ 34919 w 141482"/>
                  <a:gd name="connsiteY11" fmla="*/ 117920 h 179736"/>
                  <a:gd name="connsiteX12" fmla="*/ 45195 w 141482"/>
                  <a:gd name="connsiteY12" fmla="*/ 138589 h 179736"/>
                  <a:gd name="connsiteX13" fmla="*/ 61179 w 141482"/>
                  <a:gd name="connsiteY13" fmla="*/ 151352 h 179736"/>
                  <a:gd name="connsiteX14" fmla="*/ 82301 w 141482"/>
                  <a:gd name="connsiteY14" fmla="*/ 155734 h 179736"/>
                  <a:gd name="connsiteX15" fmla="*/ 100760 w 141482"/>
                  <a:gd name="connsiteY15" fmla="*/ 153067 h 179736"/>
                  <a:gd name="connsiteX16" fmla="*/ 112748 w 141482"/>
                  <a:gd name="connsiteY16" fmla="*/ 147161 h 179736"/>
                  <a:gd name="connsiteX17" fmla="*/ 120646 w 141482"/>
                  <a:gd name="connsiteY17" fmla="*/ 141256 h 179736"/>
                  <a:gd name="connsiteX18" fmla="*/ 126925 w 141482"/>
                  <a:gd name="connsiteY18" fmla="*/ 138589 h 179736"/>
                  <a:gd name="connsiteX19" fmla="*/ 132824 w 141482"/>
                  <a:gd name="connsiteY19" fmla="*/ 141542 h 179736"/>
                  <a:gd name="connsiteX20" fmla="*/ 141483 w 141482"/>
                  <a:gd name="connsiteY20" fmla="*/ 152781 h 179736"/>
                  <a:gd name="connsiteX21" fmla="*/ 128543 w 141482"/>
                  <a:gd name="connsiteY21" fmla="*/ 164878 h 179736"/>
                  <a:gd name="connsiteX22" fmla="*/ 112939 w 141482"/>
                  <a:gd name="connsiteY22" fmla="*/ 173260 h 179736"/>
                  <a:gd name="connsiteX23" fmla="*/ 95432 w 141482"/>
                  <a:gd name="connsiteY23" fmla="*/ 178213 h 179736"/>
                  <a:gd name="connsiteX24" fmla="*/ 76783 w 141482"/>
                  <a:gd name="connsiteY24" fmla="*/ 179737 h 179736"/>
                  <a:gd name="connsiteX25" fmla="*/ 46431 w 141482"/>
                  <a:gd name="connsiteY25" fmla="*/ 173736 h 179736"/>
                  <a:gd name="connsiteX26" fmla="*/ 22073 w 141482"/>
                  <a:gd name="connsiteY26" fmla="*/ 156210 h 179736"/>
                  <a:gd name="connsiteX27" fmla="*/ 5899 w 141482"/>
                  <a:gd name="connsiteY27" fmla="*/ 128016 h 179736"/>
                  <a:gd name="connsiteX28" fmla="*/ 0 w 141482"/>
                  <a:gd name="connsiteY28" fmla="*/ 89916 h 179736"/>
                  <a:gd name="connsiteX29" fmla="*/ 5423 w 141482"/>
                  <a:gd name="connsiteY29" fmla="*/ 53912 h 179736"/>
                  <a:gd name="connsiteX30" fmla="*/ 21313 w 141482"/>
                  <a:gd name="connsiteY30" fmla="*/ 25432 h 179736"/>
                  <a:gd name="connsiteX31" fmla="*/ 47002 w 141482"/>
                  <a:gd name="connsiteY31" fmla="*/ 6763 h 179736"/>
                  <a:gd name="connsiteX32" fmla="*/ 82016 w 141482"/>
                  <a:gd name="connsiteY32" fmla="*/ 0 h 179736"/>
                  <a:gd name="connsiteX33" fmla="*/ 114461 w 141482"/>
                  <a:gd name="connsiteY33" fmla="*/ 5905 h 179736"/>
                  <a:gd name="connsiteX34" fmla="*/ 139389 w 141482"/>
                  <a:gd name="connsiteY34" fmla="*/ 22669 h 179736"/>
                  <a:gd name="connsiteX35" fmla="*/ 131302 w 141482"/>
                  <a:gd name="connsiteY35" fmla="*/ 33718 h 1797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</a:cxnLst>
                <a:rect l="l" t="t" r="r" b="b"/>
                <a:pathLst>
                  <a:path w="141482" h="179736">
                    <a:moveTo>
                      <a:pt x="131302" y="33623"/>
                    </a:moveTo>
                    <a:cubicBezTo>
                      <a:pt x="130350" y="34862"/>
                      <a:pt x="129494" y="35909"/>
                      <a:pt x="128543" y="36576"/>
                    </a:cubicBezTo>
                    <a:cubicBezTo>
                      <a:pt x="127591" y="37243"/>
                      <a:pt x="126354" y="37624"/>
                      <a:pt x="124737" y="37624"/>
                    </a:cubicBezTo>
                    <a:cubicBezTo>
                      <a:pt x="123024" y="37624"/>
                      <a:pt x="121121" y="36957"/>
                      <a:pt x="119028" y="35433"/>
                    </a:cubicBezTo>
                    <a:cubicBezTo>
                      <a:pt x="116935" y="34004"/>
                      <a:pt x="114366" y="32385"/>
                      <a:pt x="111321" y="30670"/>
                    </a:cubicBezTo>
                    <a:cubicBezTo>
                      <a:pt x="108276" y="28956"/>
                      <a:pt x="104566" y="27337"/>
                      <a:pt x="100094" y="25908"/>
                    </a:cubicBezTo>
                    <a:cubicBezTo>
                      <a:pt x="95717" y="24479"/>
                      <a:pt x="90199" y="23717"/>
                      <a:pt x="83824" y="23717"/>
                    </a:cubicBezTo>
                    <a:cubicBezTo>
                      <a:pt x="75165" y="23717"/>
                      <a:pt x="67649" y="25241"/>
                      <a:pt x="61084" y="28289"/>
                    </a:cubicBezTo>
                    <a:cubicBezTo>
                      <a:pt x="54519" y="31337"/>
                      <a:pt x="49095" y="35719"/>
                      <a:pt x="44623" y="41434"/>
                    </a:cubicBezTo>
                    <a:cubicBezTo>
                      <a:pt x="40247" y="47149"/>
                      <a:pt x="36916" y="54102"/>
                      <a:pt x="34633" y="62294"/>
                    </a:cubicBezTo>
                    <a:cubicBezTo>
                      <a:pt x="32349" y="70485"/>
                      <a:pt x="31303" y="79629"/>
                      <a:pt x="31303" y="89725"/>
                    </a:cubicBezTo>
                    <a:cubicBezTo>
                      <a:pt x="31303" y="99822"/>
                      <a:pt x="32540" y="109728"/>
                      <a:pt x="34919" y="117920"/>
                    </a:cubicBezTo>
                    <a:cubicBezTo>
                      <a:pt x="37297" y="126111"/>
                      <a:pt x="40722" y="133064"/>
                      <a:pt x="45195" y="138589"/>
                    </a:cubicBezTo>
                    <a:cubicBezTo>
                      <a:pt x="49571" y="144113"/>
                      <a:pt x="54994" y="148399"/>
                      <a:pt x="61179" y="151352"/>
                    </a:cubicBezTo>
                    <a:cubicBezTo>
                      <a:pt x="67459" y="154305"/>
                      <a:pt x="74499" y="155734"/>
                      <a:pt x="82301" y="155734"/>
                    </a:cubicBezTo>
                    <a:cubicBezTo>
                      <a:pt x="90104" y="155734"/>
                      <a:pt x="95907" y="154876"/>
                      <a:pt x="100760" y="153067"/>
                    </a:cubicBezTo>
                    <a:cubicBezTo>
                      <a:pt x="105612" y="151257"/>
                      <a:pt x="109608" y="149352"/>
                      <a:pt x="112748" y="147161"/>
                    </a:cubicBezTo>
                    <a:cubicBezTo>
                      <a:pt x="115888" y="144971"/>
                      <a:pt x="118552" y="142970"/>
                      <a:pt x="120646" y="141256"/>
                    </a:cubicBezTo>
                    <a:cubicBezTo>
                      <a:pt x="122739" y="139446"/>
                      <a:pt x="124832" y="138589"/>
                      <a:pt x="126925" y="138589"/>
                    </a:cubicBezTo>
                    <a:cubicBezTo>
                      <a:pt x="129399" y="138589"/>
                      <a:pt x="131397" y="139541"/>
                      <a:pt x="132824" y="141542"/>
                    </a:cubicBezTo>
                    <a:lnTo>
                      <a:pt x="141483" y="152781"/>
                    </a:lnTo>
                    <a:cubicBezTo>
                      <a:pt x="137677" y="157448"/>
                      <a:pt x="133395" y="161544"/>
                      <a:pt x="128543" y="164878"/>
                    </a:cubicBezTo>
                    <a:cubicBezTo>
                      <a:pt x="123691" y="168212"/>
                      <a:pt x="118552" y="170974"/>
                      <a:pt x="112939" y="173260"/>
                    </a:cubicBezTo>
                    <a:cubicBezTo>
                      <a:pt x="107420" y="175450"/>
                      <a:pt x="101521" y="177165"/>
                      <a:pt x="95432" y="178213"/>
                    </a:cubicBezTo>
                    <a:cubicBezTo>
                      <a:pt x="89342" y="179261"/>
                      <a:pt x="83158" y="179737"/>
                      <a:pt x="76783" y="179737"/>
                    </a:cubicBezTo>
                    <a:cubicBezTo>
                      <a:pt x="65841" y="179737"/>
                      <a:pt x="55756" y="177737"/>
                      <a:pt x="46431" y="173736"/>
                    </a:cubicBezTo>
                    <a:cubicBezTo>
                      <a:pt x="37107" y="169736"/>
                      <a:pt x="28924" y="163830"/>
                      <a:pt x="22073" y="156210"/>
                    </a:cubicBezTo>
                    <a:cubicBezTo>
                      <a:pt x="15223" y="148590"/>
                      <a:pt x="9800" y="139160"/>
                      <a:pt x="5899" y="128016"/>
                    </a:cubicBezTo>
                    <a:cubicBezTo>
                      <a:pt x="1998" y="116872"/>
                      <a:pt x="0" y="104203"/>
                      <a:pt x="0" y="89916"/>
                    </a:cubicBezTo>
                    <a:cubicBezTo>
                      <a:pt x="0" y="76962"/>
                      <a:pt x="1807" y="64960"/>
                      <a:pt x="5423" y="53912"/>
                    </a:cubicBezTo>
                    <a:cubicBezTo>
                      <a:pt x="9038" y="42863"/>
                      <a:pt x="14272" y="33338"/>
                      <a:pt x="21313" y="25432"/>
                    </a:cubicBezTo>
                    <a:cubicBezTo>
                      <a:pt x="28258" y="17431"/>
                      <a:pt x="36822" y="11240"/>
                      <a:pt x="47002" y="6763"/>
                    </a:cubicBezTo>
                    <a:cubicBezTo>
                      <a:pt x="57183" y="2286"/>
                      <a:pt x="68791" y="0"/>
                      <a:pt x="82016" y="0"/>
                    </a:cubicBezTo>
                    <a:cubicBezTo>
                      <a:pt x="94290" y="0"/>
                      <a:pt x="105137" y="2000"/>
                      <a:pt x="114461" y="5905"/>
                    </a:cubicBezTo>
                    <a:cubicBezTo>
                      <a:pt x="123785" y="9906"/>
                      <a:pt x="132158" y="15430"/>
                      <a:pt x="139389" y="22669"/>
                    </a:cubicBezTo>
                    <a:lnTo>
                      <a:pt x="131302" y="33718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" name="Freeform 30">
                <a:extLst>
                  <a:ext uri="{FF2B5EF4-FFF2-40B4-BE49-F238E27FC236}">
                    <a16:creationId xmlns:a16="http://schemas.microsoft.com/office/drawing/2014/main" id="{645E2E94-56CA-61FD-29A8-6198A1FD0DB5}"/>
                  </a:ext>
                </a:extLst>
              </p:cNvPr>
              <p:cNvSpPr/>
              <p:nvPr/>
            </p:nvSpPr>
            <p:spPr>
              <a:xfrm>
                <a:off x="12063824" y="6428358"/>
                <a:ext cx="145384" cy="254031"/>
              </a:xfrm>
              <a:custGeom>
                <a:avLst/>
                <a:gdLst>
                  <a:gd name="connsiteX0" fmla="*/ 30827 w 145384"/>
                  <a:gd name="connsiteY0" fmla="*/ 102584 h 254031"/>
                  <a:gd name="connsiteX1" fmla="*/ 55661 w 145384"/>
                  <a:gd name="connsiteY1" fmla="*/ 83630 h 254031"/>
                  <a:gd name="connsiteX2" fmla="*/ 86964 w 145384"/>
                  <a:gd name="connsiteY2" fmla="*/ 76581 h 254031"/>
                  <a:gd name="connsiteX3" fmla="*/ 112178 w 145384"/>
                  <a:gd name="connsiteY3" fmla="*/ 81344 h 254031"/>
                  <a:gd name="connsiteX4" fmla="*/ 130446 w 145384"/>
                  <a:gd name="connsiteY4" fmla="*/ 94774 h 254031"/>
                  <a:gd name="connsiteX5" fmla="*/ 141578 w 145384"/>
                  <a:gd name="connsiteY5" fmla="*/ 115729 h 254031"/>
                  <a:gd name="connsiteX6" fmla="*/ 145384 w 145384"/>
                  <a:gd name="connsiteY6" fmla="*/ 142780 h 254031"/>
                  <a:gd name="connsiteX7" fmla="*/ 145384 w 145384"/>
                  <a:gd name="connsiteY7" fmla="*/ 254032 h 254031"/>
                  <a:gd name="connsiteX8" fmla="*/ 114557 w 145384"/>
                  <a:gd name="connsiteY8" fmla="*/ 254032 h 254031"/>
                  <a:gd name="connsiteX9" fmla="*/ 114557 w 145384"/>
                  <a:gd name="connsiteY9" fmla="*/ 142780 h 254031"/>
                  <a:gd name="connsiteX10" fmla="*/ 105518 w 145384"/>
                  <a:gd name="connsiteY10" fmla="*/ 112014 h 254031"/>
                  <a:gd name="connsiteX11" fmla="*/ 78020 w 145384"/>
                  <a:gd name="connsiteY11" fmla="*/ 101060 h 254031"/>
                  <a:gd name="connsiteX12" fmla="*/ 52616 w 145384"/>
                  <a:gd name="connsiteY12" fmla="*/ 107633 h 254031"/>
                  <a:gd name="connsiteX13" fmla="*/ 30827 w 145384"/>
                  <a:gd name="connsiteY13" fmla="*/ 125349 h 254031"/>
                  <a:gd name="connsiteX14" fmla="*/ 30827 w 145384"/>
                  <a:gd name="connsiteY14" fmla="*/ 253937 h 254031"/>
                  <a:gd name="connsiteX15" fmla="*/ 0 w 145384"/>
                  <a:gd name="connsiteY15" fmla="*/ 253937 h 254031"/>
                  <a:gd name="connsiteX16" fmla="*/ 0 w 145384"/>
                  <a:gd name="connsiteY16" fmla="*/ 0 h 254031"/>
                  <a:gd name="connsiteX17" fmla="*/ 30827 w 145384"/>
                  <a:gd name="connsiteY17" fmla="*/ 0 h 254031"/>
                  <a:gd name="connsiteX18" fmla="*/ 30827 w 145384"/>
                  <a:gd name="connsiteY18" fmla="*/ 102584 h 2540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45384" h="254031">
                    <a:moveTo>
                      <a:pt x="30827" y="102584"/>
                    </a:moveTo>
                    <a:cubicBezTo>
                      <a:pt x="38249" y="94679"/>
                      <a:pt x="46527" y="88297"/>
                      <a:pt x="55661" y="83630"/>
                    </a:cubicBezTo>
                    <a:cubicBezTo>
                      <a:pt x="64795" y="78962"/>
                      <a:pt x="75166" y="76581"/>
                      <a:pt x="86964" y="76581"/>
                    </a:cubicBezTo>
                    <a:cubicBezTo>
                      <a:pt x="96479" y="76581"/>
                      <a:pt x="104947" y="78200"/>
                      <a:pt x="112178" y="81344"/>
                    </a:cubicBezTo>
                    <a:cubicBezTo>
                      <a:pt x="119504" y="84487"/>
                      <a:pt x="125594" y="88964"/>
                      <a:pt x="130446" y="94774"/>
                    </a:cubicBezTo>
                    <a:cubicBezTo>
                      <a:pt x="135299" y="100584"/>
                      <a:pt x="139009" y="107537"/>
                      <a:pt x="141578" y="115729"/>
                    </a:cubicBezTo>
                    <a:cubicBezTo>
                      <a:pt x="144052" y="123920"/>
                      <a:pt x="145384" y="132874"/>
                      <a:pt x="145384" y="142780"/>
                    </a:cubicBezTo>
                    <a:lnTo>
                      <a:pt x="145384" y="254032"/>
                    </a:lnTo>
                    <a:lnTo>
                      <a:pt x="114557" y="254032"/>
                    </a:lnTo>
                    <a:lnTo>
                      <a:pt x="114557" y="142780"/>
                    </a:lnTo>
                    <a:cubicBezTo>
                      <a:pt x="114557" y="129540"/>
                      <a:pt x="111512" y="119348"/>
                      <a:pt x="105518" y="112014"/>
                    </a:cubicBezTo>
                    <a:cubicBezTo>
                      <a:pt x="99524" y="104680"/>
                      <a:pt x="90294" y="101060"/>
                      <a:pt x="78020" y="101060"/>
                    </a:cubicBezTo>
                    <a:cubicBezTo>
                      <a:pt x="68981" y="101060"/>
                      <a:pt x="60513" y="103251"/>
                      <a:pt x="52616" y="107633"/>
                    </a:cubicBezTo>
                    <a:cubicBezTo>
                      <a:pt x="44719" y="112014"/>
                      <a:pt x="37488" y="117920"/>
                      <a:pt x="30827" y="125349"/>
                    </a:cubicBezTo>
                    <a:lnTo>
                      <a:pt x="30827" y="253937"/>
                    </a:lnTo>
                    <a:lnTo>
                      <a:pt x="0" y="253937"/>
                    </a:lnTo>
                    <a:lnTo>
                      <a:pt x="0" y="0"/>
                    </a:lnTo>
                    <a:lnTo>
                      <a:pt x="30827" y="0"/>
                    </a:lnTo>
                    <a:lnTo>
                      <a:pt x="30827" y="102584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" name="Freeform 31">
                <a:extLst>
                  <a:ext uri="{FF2B5EF4-FFF2-40B4-BE49-F238E27FC236}">
                    <a16:creationId xmlns:a16="http://schemas.microsoft.com/office/drawing/2014/main" id="{6378AB81-077E-4F0D-4587-4903675A3EE7}"/>
                  </a:ext>
                </a:extLst>
              </p:cNvPr>
              <p:cNvSpPr/>
              <p:nvPr/>
            </p:nvSpPr>
            <p:spPr>
              <a:xfrm>
                <a:off x="12239560" y="6504558"/>
                <a:ext cx="137581" cy="180498"/>
              </a:xfrm>
              <a:custGeom>
                <a:avLst/>
                <a:gdLst>
                  <a:gd name="connsiteX0" fmla="*/ 8563 w 137581"/>
                  <a:gd name="connsiteY0" fmla="*/ 27718 h 180498"/>
                  <a:gd name="connsiteX1" fmla="*/ 39771 w 137581"/>
                  <a:gd name="connsiteY1" fmla="*/ 6858 h 180498"/>
                  <a:gd name="connsiteX2" fmla="*/ 76783 w 137581"/>
                  <a:gd name="connsiteY2" fmla="*/ 0 h 180498"/>
                  <a:gd name="connsiteX3" fmla="*/ 102758 w 137581"/>
                  <a:gd name="connsiteY3" fmla="*/ 4858 h 180498"/>
                  <a:gd name="connsiteX4" fmla="*/ 121883 w 137581"/>
                  <a:gd name="connsiteY4" fmla="*/ 18288 h 180498"/>
                  <a:gd name="connsiteX5" fmla="*/ 133586 w 137581"/>
                  <a:gd name="connsiteY5" fmla="*/ 39148 h 180498"/>
                  <a:gd name="connsiteX6" fmla="*/ 137582 w 137581"/>
                  <a:gd name="connsiteY6" fmla="*/ 66008 h 180498"/>
                  <a:gd name="connsiteX7" fmla="*/ 137582 w 137581"/>
                  <a:gd name="connsiteY7" fmla="*/ 177737 h 180498"/>
                  <a:gd name="connsiteX8" fmla="*/ 123976 w 137581"/>
                  <a:gd name="connsiteY8" fmla="*/ 177737 h 180498"/>
                  <a:gd name="connsiteX9" fmla="*/ 117125 w 137581"/>
                  <a:gd name="connsiteY9" fmla="*/ 176308 h 180498"/>
                  <a:gd name="connsiteX10" fmla="*/ 113319 w 137581"/>
                  <a:gd name="connsiteY10" fmla="*/ 170498 h 180498"/>
                  <a:gd name="connsiteX11" fmla="*/ 109894 w 137581"/>
                  <a:gd name="connsiteY11" fmla="*/ 153924 h 180498"/>
                  <a:gd name="connsiteX12" fmla="*/ 96478 w 137581"/>
                  <a:gd name="connsiteY12" fmla="*/ 165259 h 180498"/>
                  <a:gd name="connsiteX13" fmla="*/ 82682 w 137581"/>
                  <a:gd name="connsiteY13" fmla="*/ 173546 h 180498"/>
                  <a:gd name="connsiteX14" fmla="*/ 67269 w 137581"/>
                  <a:gd name="connsiteY14" fmla="*/ 178689 h 180498"/>
                  <a:gd name="connsiteX15" fmla="*/ 49095 w 137581"/>
                  <a:gd name="connsiteY15" fmla="*/ 180499 h 180498"/>
                  <a:gd name="connsiteX16" fmla="*/ 29971 w 137581"/>
                  <a:gd name="connsiteY16" fmla="*/ 177641 h 180498"/>
                  <a:gd name="connsiteX17" fmla="*/ 14367 w 137581"/>
                  <a:gd name="connsiteY17" fmla="*/ 169069 h 180498"/>
                  <a:gd name="connsiteX18" fmla="*/ 3901 w 137581"/>
                  <a:gd name="connsiteY18" fmla="*/ 154686 h 180498"/>
                  <a:gd name="connsiteX19" fmla="*/ 0 w 137581"/>
                  <a:gd name="connsiteY19" fmla="*/ 134112 h 180498"/>
                  <a:gd name="connsiteX20" fmla="*/ 5709 w 137581"/>
                  <a:gd name="connsiteY20" fmla="*/ 114205 h 180498"/>
                  <a:gd name="connsiteX21" fmla="*/ 24167 w 137581"/>
                  <a:gd name="connsiteY21" fmla="*/ 97250 h 180498"/>
                  <a:gd name="connsiteX22" fmla="*/ 57373 w 137581"/>
                  <a:gd name="connsiteY22" fmla="*/ 85058 h 180498"/>
                  <a:gd name="connsiteX23" fmla="*/ 107706 w 137581"/>
                  <a:gd name="connsiteY23" fmla="*/ 79629 h 180498"/>
                  <a:gd name="connsiteX24" fmla="*/ 107706 w 137581"/>
                  <a:gd name="connsiteY24" fmla="*/ 66008 h 180498"/>
                  <a:gd name="connsiteX25" fmla="*/ 98952 w 137581"/>
                  <a:gd name="connsiteY25" fmla="*/ 35243 h 180498"/>
                  <a:gd name="connsiteX26" fmla="*/ 73262 w 137581"/>
                  <a:gd name="connsiteY26" fmla="*/ 24860 h 180498"/>
                  <a:gd name="connsiteX27" fmla="*/ 54233 w 137581"/>
                  <a:gd name="connsiteY27" fmla="*/ 27718 h 180498"/>
                  <a:gd name="connsiteX28" fmla="*/ 41008 w 137581"/>
                  <a:gd name="connsiteY28" fmla="*/ 34100 h 180498"/>
                  <a:gd name="connsiteX29" fmla="*/ 31398 w 137581"/>
                  <a:gd name="connsiteY29" fmla="*/ 40481 h 180498"/>
                  <a:gd name="connsiteX30" fmla="*/ 23406 w 137581"/>
                  <a:gd name="connsiteY30" fmla="*/ 43339 h 180498"/>
                  <a:gd name="connsiteX31" fmla="*/ 18078 w 137581"/>
                  <a:gd name="connsiteY31" fmla="*/ 41720 h 180498"/>
                  <a:gd name="connsiteX32" fmla="*/ 14272 w 137581"/>
                  <a:gd name="connsiteY32" fmla="*/ 37719 h 180498"/>
                  <a:gd name="connsiteX33" fmla="*/ 8753 w 137581"/>
                  <a:gd name="connsiteY33" fmla="*/ 27908 h 180498"/>
                  <a:gd name="connsiteX34" fmla="*/ 107611 w 137581"/>
                  <a:gd name="connsiteY34" fmla="*/ 99060 h 180498"/>
                  <a:gd name="connsiteX35" fmla="*/ 71550 w 137581"/>
                  <a:gd name="connsiteY35" fmla="*/ 102394 h 180498"/>
                  <a:gd name="connsiteX36" fmla="*/ 47288 w 137581"/>
                  <a:gd name="connsiteY36" fmla="*/ 109347 h 180498"/>
                  <a:gd name="connsiteX37" fmla="*/ 33682 w 137581"/>
                  <a:gd name="connsiteY37" fmla="*/ 119539 h 180498"/>
                  <a:gd name="connsiteX38" fmla="*/ 29495 w 137581"/>
                  <a:gd name="connsiteY38" fmla="*/ 132683 h 180498"/>
                  <a:gd name="connsiteX39" fmla="*/ 31779 w 137581"/>
                  <a:gd name="connsiteY39" fmla="*/ 144590 h 180498"/>
                  <a:gd name="connsiteX40" fmla="*/ 37868 w 137581"/>
                  <a:gd name="connsiteY40" fmla="*/ 152781 h 180498"/>
                  <a:gd name="connsiteX41" fmla="*/ 47002 w 137581"/>
                  <a:gd name="connsiteY41" fmla="*/ 157448 h 180498"/>
                  <a:gd name="connsiteX42" fmla="*/ 58325 w 137581"/>
                  <a:gd name="connsiteY42" fmla="*/ 158877 h 180498"/>
                  <a:gd name="connsiteX43" fmla="*/ 73168 w 137581"/>
                  <a:gd name="connsiteY43" fmla="*/ 157258 h 180498"/>
                  <a:gd name="connsiteX44" fmla="*/ 85822 w 137581"/>
                  <a:gd name="connsiteY44" fmla="*/ 152495 h 180498"/>
                  <a:gd name="connsiteX45" fmla="*/ 97144 w 137581"/>
                  <a:gd name="connsiteY45" fmla="*/ 145066 h 180498"/>
                  <a:gd name="connsiteX46" fmla="*/ 107706 w 137581"/>
                  <a:gd name="connsiteY46" fmla="*/ 135255 h 180498"/>
                  <a:gd name="connsiteX47" fmla="*/ 107706 w 137581"/>
                  <a:gd name="connsiteY47" fmla="*/ 99060 h 180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137581" h="180498">
                    <a:moveTo>
                      <a:pt x="8563" y="27718"/>
                    </a:moveTo>
                    <a:cubicBezTo>
                      <a:pt x="18173" y="18383"/>
                      <a:pt x="28639" y="11430"/>
                      <a:pt x="39771" y="6858"/>
                    </a:cubicBezTo>
                    <a:cubicBezTo>
                      <a:pt x="50903" y="2286"/>
                      <a:pt x="63272" y="0"/>
                      <a:pt x="76783" y="0"/>
                    </a:cubicBezTo>
                    <a:cubicBezTo>
                      <a:pt x="86583" y="0"/>
                      <a:pt x="95241" y="1619"/>
                      <a:pt x="102758" y="4858"/>
                    </a:cubicBezTo>
                    <a:cubicBezTo>
                      <a:pt x="110370" y="8096"/>
                      <a:pt x="116744" y="12573"/>
                      <a:pt x="121883" y="18288"/>
                    </a:cubicBezTo>
                    <a:cubicBezTo>
                      <a:pt x="127020" y="24003"/>
                      <a:pt x="130921" y="30956"/>
                      <a:pt x="133586" y="39148"/>
                    </a:cubicBezTo>
                    <a:cubicBezTo>
                      <a:pt x="136250" y="47339"/>
                      <a:pt x="137582" y="56293"/>
                      <a:pt x="137582" y="66008"/>
                    </a:cubicBezTo>
                    <a:lnTo>
                      <a:pt x="137582" y="177737"/>
                    </a:lnTo>
                    <a:lnTo>
                      <a:pt x="123976" y="177737"/>
                    </a:lnTo>
                    <a:cubicBezTo>
                      <a:pt x="121026" y="177737"/>
                      <a:pt x="118648" y="177260"/>
                      <a:pt x="117125" y="176308"/>
                    </a:cubicBezTo>
                    <a:cubicBezTo>
                      <a:pt x="115508" y="175355"/>
                      <a:pt x="114271" y="173450"/>
                      <a:pt x="113319" y="170498"/>
                    </a:cubicBezTo>
                    <a:lnTo>
                      <a:pt x="109894" y="153924"/>
                    </a:lnTo>
                    <a:cubicBezTo>
                      <a:pt x="105327" y="158210"/>
                      <a:pt x="100855" y="161925"/>
                      <a:pt x="96478" y="165259"/>
                    </a:cubicBezTo>
                    <a:cubicBezTo>
                      <a:pt x="92102" y="168497"/>
                      <a:pt x="87534" y="171260"/>
                      <a:pt x="82682" y="173546"/>
                    </a:cubicBezTo>
                    <a:cubicBezTo>
                      <a:pt x="77830" y="175736"/>
                      <a:pt x="72692" y="177546"/>
                      <a:pt x="67269" y="178689"/>
                    </a:cubicBezTo>
                    <a:cubicBezTo>
                      <a:pt x="61845" y="179832"/>
                      <a:pt x="55756" y="180499"/>
                      <a:pt x="49095" y="180499"/>
                    </a:cubicBezTo>
                    <a:cubicBezTo>
                      <a:pt x="42435" y="180499"/>
                      <a:pt x="35965" y="179546"/>
                      <a:pt x="29971" y="177641"/>
                    </a:cubicBezTo>
                    <a:cubicBezTo>
                      <a:pt x="23977" y="175736"/>
                      <a:pt x="18839" y="172879"/>
                      <a:pt x="14367" y="169069"/>
                    </a:cubicBezTo>
                    <a:cubicBezTo>
                      <a:pt x="9990" y="165259"/>
                      <a:pt x="6470" y="160496"/>
                      <a:pt x="3901" y="154686"/>
                    </a:cubicBezTo>
                    <a:cubicBezTo>
                      <a:pt x="1332" y="148876"/>
                      <a:pt x="0" y="142018"/>
                      <a:pt x="0" y="134112"/>
                    </a:cubicBezTo>
                    <a:cubicBezTo>
                      <a:pt x="0" y="127254"/>
                      <a:pt x="1902" y="120587"/>
                      <a:pt x="5709" y="114205"/>
                    </a:cubicBezTo>
                    <a:cubicBezTo>
                      <a:pt x="9515" y="107823"/>
                      <a:pt x="15604" y="102203"/>
                      <a:pt x="24167" y="97250"/>
                    </a:cubicBezTo>
                    <a:cubicBezTo>
                      <a:pt x="32635" y="92297"/>
                      <a:pt x="43767" y="88297"/>
                      <a:pt x="57373" y="85058"/>
                    </a:cubicBezTo>
                    <a:cubicBezTo>
                      <a:pt x="71074" y="81915"/>
                      <a:pt x="87820" y="80105"/>
                      <a:pt x="107706" y="79629"/>
                    </a:cubicBezTo>
                    <a:lnTo>
                      <a:pt x="107706" y="66008"/>
                    </a:lnTo>
                    <a:cubicBezTo>
                      <a:pt x="107706" y="52483"/>
                      <a:pt x="104756" y="42196"/>
                      <a:pt x="98952" y="35243"/>
                    </a:cubicBezTo>
                    <a:cubicBezTo>
                      <a:pt x="93053" y="28289"/>
                      <a:pt x="84585" y="24860"/>
                      <a:pt x="73262" y="24860"/>
                    </a:cubicBezTo>
                    <a:cubicBezTo>
                      <a:pt x="65651" y="24860"/>
                      <a:pt x="59371" y="25813"/>
                      <a:pt x="54233" y="27718"/>
                    </a:cubicBezTo>
                    <a:cubicBezTo>
                      <a:pt x="49095" y="29623"/>
                      <a:pt x="44718" y="31718"/>
                      <a:pt x="41008" y="34100"/>
                    </a:cubicBezTo>
                    <a:cubicBezTo>
                      <a:pt x="37297" y="36481"/>
                      <a:pt x="34062" y="38576"/>
                      <a:pt x="31398" y="40481"/>
                    </a:cubicBezTo>
                    <a:cubicBezTo>
                      <a:pt x="28734" y="42386"/>
                      <a:pt x="26070" y="43339"/>
                      <a:pt x="23406" y="43339"/>
                    </a:cubicBezTo>
                    <a:cubicBezTo>
                      <a:pt x="21313" y="43339"/>
                      <a:pt x="19600" y="42767"/>
                      <a:pt x="18078" y="41720"/>
                    </a:cubicBezTo>
                    <a:cubicBezTo>
                      <a:pt x="16555" y="40672"/>
                      <a:pt x="15318" y="39243"/>
                      <a:pt x="14272" y="37719"/>
                    </a:cubicBezTo>
                    <a:lnTo>
                      <a:pt x="8753" y="27908"/>
                    </a:lnTo>
                    <a:close/>
                    <a:moveTo>
                      <a:pt x="107611" y="99060"/>
                    </a:moveTo>
                    <a:cubicBezTo>
                      <a:pt x="93529" y="99536"/>
                      <a:pt x="81445" y="100679"/>
                      <a:pt x="71550" y="102394"/>
                    </a:cubicBezTo>
                    <a:cubicBezTo>
                      <a:pt x="61655" y="104204"/>
                      <a:pt x="53568" y="106490"/>
                      <a:pt x="47288" y="109347"/>
                    </a:cubicBezTo>
                    <a:cubicBezTo>
                      <a:pt x="41008" y="112205"/>
                      <a:pt x="36536" y="115634"/>
                      <a:pt x="33682" y="119539"/>
                    </a:cubicBezTo>
                    <a:cubicBezTo>
                      <a:pt x="30827" y="123444"/>
                      <a:pt x="29495" y="127826"/>
                      <a:pt x="29495" y="132683"/>
                    </a:cubicBezTo>
                    <a:cubicBezTo>
                      <a:pt x="29495" y="137541"/>
                      <a:pt x="30257" y="141256"/>
                      <a:pt x="31779" y="144590"/>
                    </a:cubicBezTo>
                    <a:cubicBezTo>
                      <a:pt x="33301" y="147923"/>
                      <a:pt x="35299" y="150686"/>
                      <a:pt x="37868" y="152781"/>
                    </a:cubicBezTo>
                    <a:cubicBezTo>
                      <a:pt x="40437" y="154877"/>
                      <a:pt x="43482" y="156401"/>
                      <a:pt x="47002" y="157448"/>
                    </a:cubicBezTo>
                    <a:cubicBezTo>
                      <a:pt x="50523" y="158401"/>
                      <a:pt x="54233" y="158877"/>
                      <a:pt x="58325" y="158877"/>
                    </a:cubicBezTo>
                    <a:cubicBezTo>
                      <a:pt x="63748" y="158877"/>
                      <a:pt x="68696" y="158306"/>
                      <a:pt x="73168" y="157258"/>
                    </a:cubicBezTo>
                    <a:cubicBezTo>
                      <a:pt x="77639" y="156115"/>
                      <a:pt x="81826" y="154591"/>
                      <a:pt x="85822" y="152495"/>
                    </a:cubicBezTo>
                    <a:cubicBezTo>
                      <a:pt x="89818" y="150400"/>
                      <a:pt x="93529" y="147923"/>
                      <a:pt x="97144" y="145066"/>
                    </a:cubicBezTo>
                    <a:cubicBezTo>
                      <a:pt x="100760" y="142208"/>
                      <a:pt x="104280" y="138970"/>
                      <a:pt x="107706" y="135255"/>
                    </a:cubicBezTo>
                    <a:lnTo>
                      <a:pt x="107706" y="9906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" name="Freeform 32">
                <a:extLst>
                  <a:ext uri="{FF2B5EF4-FFF2-40B4-BE49-F238E27FC236}">
                    <a16:creationId xmlns:a16="http://schemas.microsoft.com/office/drawing/2014/main" id="{5EFD93A9-087A-1866-CCD0-96CD382FE7DF}"/>
                  </a:ext>
                </a:extLst>
              </p:cNvPr>
              <p:cNvSpPr/>
              <p:nvPr/>
            </p:nvSpPr>
            <p:spPr>
              <a:xfrm>
                <a:off x="12415486" y="6430740"/>
                <a:ext cx="43767" cy="251650"/>
              </a:xfrm>
              <a:custGeom>
                <a:avLst/>
                <a:gdLst>
                  <a:gd name="connsiteX0" fmla="*/ 43767 w 43767"/>
                  <a:gd name="connsiteY0" fmla="*/ 22098 h 251650"/>
                  <a:gd name="connsiteX1" fmla="*/ 41959 w 43767"/>
                  <a:gd name="connsiteY1" fmla="*/ 30480 h 251650"/>
                  <a:gd name="connsiteX2" fmla="*/ 37107 w 43767"/>
                  <a:gd name="connsiteY2" fmla="*/ 37338 h 251650"/>
                  <a:gd name="connsiteX3" fmla="*/ 30066 w 43767"/>
                  <a:gd name="connsiteY3" fmla="*/ 42101 h 251650"/>
                  <a:gd name="connsiteX4" fmla="*/ 21503 w 43767"/>
                  <a:gd name="connsiteY4" fmla="*/ 43815 h 251650"/>
                  <a:gd name="connsiteX5" fmla="*/ 13130 w 43767"/>
                  <a:gd name="connsiteY5" fmla="*/ 42101 h 251650"/>
                  <a:gd name="connsiteX6" fmla="*/ 6375 w 43767"/>
                  <a:gd name="connsiteY6" fmla="*/ 37338 h 251650"/>
                  <a:gd name="connsiteX7" fmla="*/ 1713 w 43767"/>
                  <a:gd name="connsiteY7" fmla="*/ 30480 h 251650"/>
                  <a:gd name="connsiteX8" fmla="*/ 0 w 43767"/>
                  <a:gd name="connsiteY8" fmla="*/ 22098 h 251650"/>
                  <a:gd name="connsiteX9" fmla="*/ 1713 w 43767"/>
                  <a:gd name="connsiteY9" fmla="*/ 13526 h 251650"/>
                  <a:gd name="connsiteX10" fmla="*/ 6375 w 43767"/>
                  <a:gd name="connsiteY10" fmla="*/ 6477 h 251650"/>
                  <a:gd name="connsiteX11" fmla="*/ 13130 w 43767"/>
                  <a:gd name="connsiteY11" fmla="*/ 1715 h 251650"/>
                  <a:gd name="connsiteX12" fmla="*/ 21503 w 43767"/>
                  <a:gd name="connsiteY12" fmla="*/ 0 h 251650"/>
                  <a:gd name="connsiteX13" fmla="*/ 30066 w 43767"/>
                  <a:gd name="connsiteY13" fmla="*/ 1715 h 251650"/>
                  <a:gd name="connsiteX14" fmla="*/ 37107 w 43767"/>
                  <a:gd name="connsiteY14" fmla="*/ 6477 h 251650"/>
                  <a:gd name="connsiteX15" fmla="*/ 41959 w 43767"/>
                  <a:gd name="connsiteY15" fmla="*/ 13526 h 251650"/>
                  <a:gd name="connsiteX16" fmla="*/ 43767 w 43767"/>
                  <a:gd name="connsiteY16" fmla="*/ 22098 h 251650"/>
                  <a:gd name="connsiteX17" fmla="*/ 37202 w 43767"/>
                  <a:gd name="connsiteY17" fmla="*/ 76962 h 251650"/>
                  <a:gd name="connsiteX18" fmla="*/ 37202 w 43767"/>
                  <a:gd name="connsiteY18" fmla="*/ 251651 h 251650"/>
                  <a:gd name="connsiteX19" fmla="*/ 6565 w 43767"/>
                  <a:gd name="connsiteY19" fmla="*/ 251651 h 251650"/>
                  <a:gd name="connsiteX20" fmla="*/ 6565 w 43767"/>
                  <a:gd name="connsiteY20" fmla="*/ 76962 h 251650"/>
                  <a:gd name="connsiteX21" fmla="*/ 37202 w 43767"/>
                  <a:gd name="connsiteY21" fmla="*/ 76962 h 251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43767" h="251650">
                    <a:moveTo>
                      <a:pt x="43767" y="22098"/>
                    </a:moveTo>
                    <a:cubicBezTo>
                      <a:pt x="43767" y="25051"/>
                      <a:pt x="43196" y="27908"/>
                      <a:pt x="41959" y="30480"/>
                    </a:cubicBezTo>
                    <a:cubicBezTo>
                      <a:pt x="40722" y="33052"/>
                      <a:pt x="39105" y="35338"/>
                      <a:pt x="37107" y="37338"/>
                    </a:cubicBezTo>
                    <a:cubicBezTo>
                      <a:pt x="35109" y="39338"/>
                      <a:pt x="32730" y="40958"/>
                      <a:pt x="30066" y="42101"/>
                    </a:cubicBezTo>
                    <a:cubicBezTo>
                      <a:pt x="27402" y="43244"/>
                      <a:pt x="24548" y="43815"/>
                      <a:pt x="21503" y="43815"/>
                    </a:cubicBezTo>
                    <a:cubicBezTo>
                      <a:pt x="18458" y="43815"/>
                      <a:pt x="15699" y="43244"/>
                      <a:pt x="13130" y="42101"/>
                    </a:cubicBezTo>
                    <a:cubicBezTo>
                      <a:pt x="10561" y="40958"/>
                      <a:pt x="8278" y="39338"/>
                      <a:pt x="6375" y="37338"/>
                    </a:cubicBezTo>
                    <a:cubicBezTo>
                      <a:pt x="4472" y="35338"/>
                      <a:pt x="2854" y="33052"/>
                      <a:pt x="1713" y="30480"/>
                    </a:cubicBezTo>
                    <a:cubicBezTo>
                      <a:pt x="571" y="27908"/>
                      <a:pt x="0" y="25146"/>
                      <a:pt x="0" y="22098"/>
                    </a:cubicBezTo>
                    <a:cubicBezTo>
                      <a:pt x="0" y="19050"/>
                      <a:pt x="571" y="16288"/>
                      <a:pt x="1713" y="13526"/>
                    </a:cubicBezTo>
                    <a:cubicBezTo>
                      <a:pt x="2854" y="10859"/>
                      <a:pt x="4376" y="8477"/>
                      <a:pt x="6375" y="6477"/>
                    </a:cubicBezTo>
                    <a:cubicBezTo>
                      <a:pt x="8373" y="4477"/>
                      <a:pt x="10561" y="2858"/>
                      <a:pt x="13130" y="1715"/>
                    </a:cubicBezTo>
                    <a:cubicBezTo>
                      <a:pt x="15699" y="572"/>
                      <a:pt x="18458" y="0"/>
                      <a:pt x="21503" y="0"/>
                    </a:cubicBezTo>
                    <a:cubicBezTo>
                      <a:pt x="24548" y="0"/>
                      <a:pt x="27307" y="572"/>
                      <a:pt x="30066" y="1715"/>
                    </a:cubicBezTo>
                    <a:cubicBezTo>
                      <a:pt x="32730" y="2858"/>
                      <a:pt x="35109" y="4477"/>
                      <a:pt x="37107" y="6477"/>
                    </a:cubicBezTo>
                    <a:cubicBezTo>
                      <a:pt x="39105" y="8477"/>
                      <a:pt x="40722" y="10859"/>
                      <a:pt x="41959" y="13526"/>
                    </a:cubicBezTo>
                    <a:cubicBezTo>
                      <a:pt x="43196" y="16288"/>
                      <a:pt x="43767" y="19050"/>
                      <a:pt x="43767" y="22098"/>
                    </a:cubicBezTo>
                    <a:close/>
                    <a:moveTo>
                      <a:pt x="37202" y="76962"/>
                    </a:moveTo>
                    <a:lnTo>
                      <a:pt x="37202" y="251651"/>
                    </a:lnTo>
                    <a:lnTo>
                      <a:pt x="6565" y="251651"/>
                    </a:lnTo>
                    <a:lnTo>
                      <a:pt x="6565" y="76962"/>
                    </a:lnTo>
                    <a:lnTo>
                      <a:pt x="37202" y="76962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" name="Freeform 33">
                <a:extLst>
                  <a:ext uri="{FF2B5EF4-FFF2-40B4-BE49-F238E27FC236}">
                    <a16:creationId xmlns:a16="http://schemas.microsoft.com/office/drawing/2014/main" id="{B4D6E21B-A7A8-21C6-162B-7C318E0475BB}"/>
                  </a:ext>
                </a:extLst>
              </p:cNvPr>
              <p:cNvSpPr/>
              <p:nvPr/>
            </p:nvSpPr>
            <p:spPr>
              <a:xfrm>
                <a:off x="12499595" y="6504844"/>
                <a:ext cx="145384" cy="177450"/>
              </a:xfrm>
              <a:custGeom>
                <a:avLst/>
                <a:gdLst>
                  <a:gd name="connsiteX0" fmla="*/ 28925 w 145384"/>
                  <a:gd name="connsiteY0" fmla="*/ 28099 h 177450"/>
                  <a:gd name="connsiteX1" fmla="*/ 41008 w 145384"/>
                  <a:gd name="connsiteY1" fmla="*/ 16573 h 177450"/>
                  <a:gd name="connsiteX2" fmla="*/ 54519 w 145384"/>
                  <a:gd name="connsiteY2" fmla="*/ 7715 h 177450"/>
                  <a:gd name="connsiteX3" fmla="*/ 69647 w 145384"/>
                  <a:gd name="connsiteY3" fmla="*/ 2000 h 177450"/>
                  <a:gd name="connsiteX4" fmla="*/ 86964 w 145384"/>
                  <a:gd name="connsiteY4" fmla="*/ 0 h 177450"/>
                  <a:gd name="connsiteX5" fmla="*/ 112178 w 145384"/>
                  <a:gd name="connsiteY5" fmla="*/ 4763 h 177450"/>
                  <a:gd name="connsiteX6" fmla="*/ 130446 w 145384"/>
                  <a:gd name="connsiteY6" fmla="*/ 18193 h 177450"/>
                  <a:gd name="connsiteX7" fmla="*/ 141578 w 145384"/>
                  <a:gd name="connsiteY7" fmla="*/ 39148 h 177450"/>
                  <a:gd name="connsiteX8" fmla="*/ 145384 w 145384"/>
                  <a:gd name="connsiteY8" fmla="*/ 66199 h 177450"/>
                  <a:gd name="connsiteX9" fmla="*/ 145384 w 145384"/>
                  <a:gd name="connsiteY9" fmla="*/ 177451 h 177450"/>
                  <a:gd name="connsiteX10" fmla="*/ 114557 w 145384"/>
                  <a:gd name="connsiteY10" fmla="*/ 177451 h 177450"/>
                  <a:gd name="connsiteX11" fmla="*/ 114557 w 145384"/>
                  <a:gd name="connsiteY11" fmla="*/ 66199 h 177450"/>
                  <a:gd name="connsiteX12" fmla="*/ 105518 w 145384"/>
                  <a:gd name="connsiteY12" fmla="*/ 35433 h 177450"/>
                  <a:gd name="connsiteX13" fmla="*/ 78020 w 145384"/>
                  <a:gd name="connsiteY13" fmla="*/ 24479 h 177450"/>
                  <a:gd name="connsiteX14" fmla="*/ 52616 w 145384"/>
                  <a:gd name="connsiteY14" fmla="*/ 31052 h 177450"/>
                  <a:gd name="connsiteX15" fmla="*/ 30828 w 145384"/>
                  <a:gd name="connsiteY15" fmla="*/ 48768 h 177450"/>
                  <a:gd name="connsiteX16" fmla="*/ 30828 w 145384"/>
                  <a:gd name="connsiteY16" fmla="*/ 177355 h 177450"/>
                  <a:gd name="connsiteX17" fmla="*/ 0 w 145384"/>
                  <a:gd name="connsiteY17" fmla="*/ 177355 h 177450"/>
                  <a:gd name="connsiteX18" fmla="*/ 0 w 145384"/>
                  <a:gd name="connsiteY18" fmla="*/ 2667 h 177450"/>
                  <a:gd name="connsiteX19" fmla="*/ 18458 w 145384"/>
                  <a:gd name="connsiteY19" fmla="*/ 2667 h 177450"/>
                  <a:gd name="connsiteX20" fmla="*/ 26546 w 145384"/>
                  <a:gd name="connsiteY20" fmla="*/ 9049 h 177450"/>
                  <a:gd name="connsiteX21" fmla="*/ 28925 w 145384"/>
                  <a:gd name="connsiteY21" fmla="*/ 28004 h 177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45384" h="177450">
                    <a:moveTo>
                      <a:pt x="28925" y="28099"/>
                    </a:moveTo>
                    <a:cubicBezTo>
                      <a:pt x="32730" y="23813"/>
                      <a:pt x="36727" y="20003"/>
                      <a:pt x="41008" y="16573"/>
                    </a:cubicBezTo>
                    <a:cubicBezTo>
                      <a:pt x="45290" y="13144"/>
                      <a:pt x="49762" y="10192"/>
                      <a:pt x="54519" y="7715"/>
                    </a:cubicBezTo>
                    <a:cubicBezTo>
                      <a:pt x="59277" y="5239"/>
                      <a:pt x="64319" y="3334"/>
                      <a:pt x="69647" y="2000"/>
                    </a:cubicBezTo>
                    <a:cubicBezTo>
                      <a:pt x="74976" y="667"/>
                      <a:pt x="80780" y="0"/>
                      <a:pt x="86964" y="0"/>
                    </a:cubicBezTo>
                    <a:cubicBezTo>
                      <a:pt x="96479" y="0"/>
                      <a:pt x="104947" y="1619"/>
                      <a:pt x="112178" y="4763"/>
                    </a:cubicBezTo>
                    <a:cubicBezTo>
                      <a:pt x="119504" y="7906"/>
                      <a:pt x="125594" y="12382"/>
                      <a:pt x="130446" y="18193"/>
                    </a:cubicBezTo>
                    <a:cubicBezTo>
                      <a:pt x="135299" y="24003"/>
                      <a:pt x="139010" y="30956"/>
                      <a:pt x="141578" y="39148"/>
                    </a:cubicBezTo>
                    <a:cubicBezTo>
                      <a:pt x="144052" y="47339"/>
                      <a:pt x="145384" y="56293"/>
                      <a:pt x="145384" y="66199"/>
                    </a:cubicBezTo>
                    <a:lnTo>
                      <a:pt x="145384" y="177451"/>
                    </a:lnTo>
                    <a:lnTo>
                      <a:pt x="114557" y="177451"/>
                    </a:lnTo>
                    <a:lnTo>
                      <a:pt x="114557" y="66199"/>
                    </a:lnTo>
                    <a:cubicBezTo>
                      <a:pt x="114557" y="52959"/>
                      <a:pt x="111512" y="42767"/>
                      <a:pt x="105518" y="35433"/>
                    </a:cubicBezTo>
                    <a:cubicBezTo>
                      <a:pt x="99524" y="28099"/>
                      <a:pt x="90295" y="24479"/>
                      <a:pt x="78020" y="24479"/>
                    </a:cubicBezTo>
                    <a:cubicBezTo>
                      <a:pt x="68981" y="24479"/>
                      <a:pt x="60514" y="26670"/>
                      <a:pt x="52616" y="31052"/>
                    </a:cubicBezTo>
                    <a:cubicBezTo>
                      <a:pt x="44719" y="35433"/>
                      <a:pt x="37488" y="41339"/>
                      <a:pt x="30828" y="48768"/>
                    </a:cubicBezTo>
                    <a:lnTo>
                      <a:pt x="30828" y="177355"/>
                    </a:lnTo>
                    <a:lnTo>
                      <a:pt x="0" y="177355"/>
                    </a:lnTo>
                    <a:lnTo>
                      <a:pt x="0" y="2667"/>
                    </a:lnTo>
                    <a:lnTo>
                      <a:pt x="18458" y="2667"/>
                    </a:lnTo>
                    <a:cubicBezTo>
                      <a:pt x="22835" y="2667"/>
                      <a:pt x="25499" y="4763"/>
                      <a:pt x="26546" y="9049"/>
                    </a:cubicBezTo>
                    <a:lnTo>
                      <a:pt x="28925" y="28004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" name="Freeform 34">
                <a:extLst>
                  <a:ext uri="{FF2B5EF4-FFF2-40B4-BE49-F238E27FC236}">
                    <a16:creationId xmlns:a16="http://schemas.microsoft.com/office/drawing/2014/main" id="{F977F2F0-9C55-7647-A894-D6EE1D1E9994}"/>
                  </a:ext>
                </a:extLst>
              </p:cNvPr>
              <p:cNvSpPr/>
              <p:nvPr/>
            </p:nvSpPr>
            <p:spPr>
              <a:xfrm>
                <a:off x="12675712" y="6504940"/>
                <a:ext cx="124071" cy="180117"/>
              </a:xfrm>
              <a:custGeom>
                <a:avLst/>
                <a:gdLst>
                  <a:gd name="connsiteX0" fmla="*/ 114176 w 124071"/>
                  <a:gd name="connsiteY0" fmla="*/ 31528 h 180117"/>
                  <a:gd name="connsiteX1" fmla="*/ 107801 w 124071"/>
                  <a:gd name="connsiteY1" fmla="*/ 35338 h 180117"/>
                  <a:gd name="connsiteX2" fmla="*/ 101902 w 124071"/>
                  <a:gd name="connsiteY2" fmla="*/ 33433 h 180117"/>
                  <a:gd name="connsiteX3" fmla="*/ 93910 w 124071"/>
                  <a:gd name="connsiteY3" fmla="*/ 29242 h 180117"/>
                  <a:gd name="connsiteX4" fmla="*/ 82587 w 124071"/>
                  <a:gd name="connsiteY4" fmla="*/ 24955 h 180117"/>
                  <a:gd name="connsiteX5" fmla="*/ 67078 w 124071"/>
                  <a:gd name="connsiteY5" fmla="*/ 22955 h 180117"/>
                  <a:gd name="connsiteX6" fmla="*/ 53092 w 124071"/>
                  <a:gd name="connsiteY6" fmla="*/ 24955 h 180117"/>
                  <a:gd name="connsiteX7" fmla="*/ 42531 w 124071"/>
                  <a:gd name="connsiteY7" fmla="*/ 30385 h 180117"/>
                  <a:gd name="connsiteX8" fmla="*/ 35775 w 124071"/>
                  <a:gd name="connsiteY8" fmla="*/ 38386 h 180117"/>
                  <a:gd name="connsiteX9" fmla="*/ 33492 w 124071"/>
                  <a:gd name="connsiteY9" fmla="*/ 48292 h 180117"/>
                  <a:gd name="connsiteX10" fmla="*/ 37393 w 124071"/>
                  <a:gd name="connsiteY10" fmla="*/ 59531 h 180117"/>
                  <a:gd name="connsiteX11" fmla="*/ 47669 w 124071"/>
                  <a:gd name="connsiteY11" fmla="*/ 67246 h 180117"/>
                  <a:gd name="connsiteX12" fmla="*/ 62131 w 124071"/>
                  <a:gd name="connsiteY12" fmla="*/ 73057 h 180117"/>
                  <a:gd name="connsiteX13" fmla="*/ 78782 w 124071"/>
                  <a:gd name="connsiteY13" fmla="*/ 78391 h 180117"/>
                  <a:gd name="connsiteX14" fmla="*/ 95432 w 124071"/>
                  <a:gd name="connsiteY14" fmla="*/ 84677 h 180117"/>
                  <a:gd name="connsiteX15" fmla="*/ 109894 w 124071"/>
                  <a:gd name="connsiteY15" fmla="*/ 93250 h 180117"/>
                  <a:gd name="connsiteX16" fmla="*/ 120170 w 124071"/>
                  <a:gd name="connsiteY16" fmla="*/ 105918 h 180117"/>
                  <a:gd name="connsiteX17" fmla="*/ 124072 w 124071"/>
                  <a:gd name="connsiteY17" fmla="*/ 123920 h 180117"/>
                  <a:gd name="connsiteX18" fmla="*/ 119790 w 124071"/>
                  <a:gd name="connsiteY18" fmla="*/ 146209 h 180117"/>
                  <a:gd name="connsiteX19" fmla="*/ 107040 w 124071"/>
                  <a:gd name="connsiteY19" fmla="*/ 164021 h 180117"/>
                  <a:gd name="connsiteX20" fmla="*/ 86393 w 124071"/>
                  <a:gd name="connsiteY20" fmla="*/ 175832 h 180117"/>
                  <a:gd name="connsiteX21" fmla="*/ 58134 w 124071"/>
                  <a:gd name="connsiteY21" fmla="*/ 180118 h 180117"/>
                  <a:gd name="connsiteX22" fmla="*/ 25119 w 124071"/>
                  <a:gd name="connsiteY22" fmla="*/ 174212 h 180117"/>
                  <a:gd name="connsiteX23" fmla="*/ 0 w 124071"/>
                  <a:gd name="connsiteY23" fmla="*/ 158972 h 180117"/>
                  <a:gd name="connsiteX24" fmla="*/ 7231 w 124071"/>
                  <a:gd name="connsiteY24" fmla="*/ 147257 h 180117"/>
                  <a:gd name="connsiteX25" fmla="*/ 10466 w 124071"/>
                  <a:gd name="connsiteY25" fmla="*/ 143828 h 180117"/>
                  <a:gd name="connsiteX26" fmla="*/ 15318 w 124071"/>
                  <a:gd name="connsiteY26" fmla="*/ 142589 h 180117"/>
                  <a:gd name="connsiteX27" fmla="*/ 21884 w 124071"/>
                  <a:gd name="connsiteY27" fmla="*/ 144971 h 180117"/>
                  <a:gd name="connsiteX28" fmla="*/ 30257 w 124071"/>
                  <a:gd name="connsiteY28" fmla="*/ 150305 h 180117"/>
                  <a:gd name="connsiteX29" fmla="*/ 42245 w 124071"/>
                  <a:gd name="connsiteY29" fmla="*/ 155638 h 180117"/>
                  <a:gd name="connsiteX30" fmla="*/ 59848 w 124071"/>
                  <a:gd name="connsiteY30" fmla="*/ 158020 h 180117"/>
                  <a:gd name="connsiteX31" fmla="*/ 75546 w 124071"/>
                  <a:gd name="connsiteY31" fmla="*/ 155734 h 180117"/>
                  <a:gd name="connsiteX32" fmla="*/ 86774 w 124071"/>
                  <a:gd name="connsiteY32" fmla="*/ 149447 h 180117"/>
                  <a:gd name="connsiteX33" fmla="*/ 93434 w 124071"/>
                  <a:gd name="connsiteY33" fmla="*/ 140303 h 180117"/>
                  <a:gd name="connsiteX34" fmla="*/ 95622 w 124071"/>
                  <a:gd name="connsiteY34" fmla="*/ 129254 h 180117"/>
                  <a:gd name="connsiteX35" fmla="*/ 91721 w 124071"/>
                  <a:gd name="connsiteY35" fmla="*/ 117253 h 180117"/>
                  <a:gd name="connsiteX36" fmla="*/ 81445 w 124071"/>
                  <a:gd name="connsiteY36" fmla="*/ 109157 h 180117"/>
                  <a:gd name="connsiteX37" fmla="*/ 66888 w 124071"/>
                  <a:gd name="connsiteY37" fmla="*/ 103251 h 180117"/>
                  <a:gd name="connsiteX38" fmla="*/ 50142 w 124071"/>
                  <a:gd name="connsiteY38" fmla="*/ 98012 h 180117"/>
                  <a:gd name="connsiteX39" fmla="*/ 33397 w 124071"/>
                  <a:gd name="connsiteY39" fmla="*/ 91726 h 180117"/>
                  <a:gd name="connsiteX40" fmla="*/ 18839 w 124071"/>
                  <a:gd name="connsiteY40" fmla="*/ 82867 h 180117"/>
                  <a:gd name="connsiteX41" fmla="*/ 8563 w 124071"/>
                  <a:gd name="connsiteY41" fmla="*/ 69723 h 180117"/>
                  <a:gd name="connsiteX42" fmla="*/ 4662 w 124071"/>
                  <a:gd name="connsiteY42" fmla="*/ 50673 h 180117"/>
                  <a:gd name="connsiteX43" fmla="*/ 8753 w 124071"/>
                  <a:gd name="connsiteY43" fmla="*/ 31432 h 180117"/>
                  <a:gd name="connsiteX44" fmla="*/ 20837 w 124071"/>
                  <a:gd name="connsiteY44" fmla="*/ 15240 h 180117"/>
                  <a:gd name="connsiteX45" fmla="*/ 40342 w 124071"/>
                  <a:gd name="connsiteY45" fmla="*/ 4096 h 180117"/>
                  <a:gd name="connsiteX46" fmla="*/ 66698 w 124071"/>
                  <a:gd name="connsiteY46" fmla="*/ 0 h 180117"/>
                  <a:gd name="connsiteX47" fmla="*/ 97620 w 124071"/>
                  <a:gd name="connsiteY47" fmla="*/ 5429 h 180117"/>
                  <a:gd name="connsiteX48" fmla="*/ 121312 w 124071"/>
                  <a:gd name="connsiteY48" fmla="*/ 20288 h 180117"/>
                  <a:gd name="connsiteX49" fmla="*/ 114462 w 124071"/>
                  <a:gd name="connsiteY49" fmla="*/ 31528 h 1801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</a:cxnLst>
                <a:rect l="l" t="t" r="r" b="b"/>
                <a:pathLst>
                  <a:path w="124071" h="180117">
                    <a:moveTo>
                      <a:pt x="114176" y="31528"/>
                    </a:moveTo>
                    <a:cubicBezTo>
                      <a:pt x="112749" y="34100"/>
                      <a:pt x="110656" y="35338"/>
                      <a:pt x="107801" y="35338"/>
                    </a:cubicBezTo>
                    <a:cubicBezTo>
                      <a:pt x="106089" y="35338"/>
                      <a:pt x="104090" y="34671"/>
                      <a:pt x="101902" y="33433"/>
                    </a:cubicBezTo>
                    <a:cubicBezTo>
                      <a:pt x="99714" y="32194"/>
                      <a:pt x="97050" y="30766"/>
                      <a:pt x="93910" y="29242"/>
                    </a:cubicBezTo>
                    <a:cubicBezTo>
                      <a:pt x="90770" y="27718"/>
                      <a:pt x="86964" y="26289"/>
                      <a:pt x="82587" y="24955"/>
                    </a:cubicBezTo>
                    <a:cubicBezTo>
                      <a:pt x="78211" y="23622"/>
                      <a:pt x="73073" y="22955"/>
                      <a:pt x="67078" y="22955"/>
                    </a:cubicBezTo>
                    <a:cubicBezTo>
                      <a:pt x="61941" y="22955"/>
                      <a:pt x="57278" y="23622"/>
                      <a:pt x="53092" y="24955"/>
                    </a:cubicBezTo>
                    <a:cubicBezTo>
                      <a:pt x="49001" y="26289"/>
                      <a:pt x="45480" y="28099"/>
                      <a:pt x="42531" y="30385"/>
                    </a:cubicBezTo>
                    <a:cubicBezTo>
                      <a:pt x="39581" y="32671"/>
                      <a:pt x="37393" y="35338"/>
                      <a:pt x="35775" y="38386"/>
                    </a:cubicBezTo>
                    <a:cubicBezTo>
                      <a:pt x="34158" y="41434"/>
                      <a:pt x="33492" y="44767"/>
                      <a:pt x="33492" y="48292"/>
                    </a:cubicBezTo>
                    <a:cubicBezTo>
                      <a:pt x="33492" y="52768"/>
                      <a:pt x="34824" y="56483"/>
                      <a:pt x="37393" y="59531"/>
                    </a:cubicBezTo>
                    <a:cubicBezTo>
                      <a:pt x="39962" y="62579"/>
                      <a:pt x="43387" y="65151"/>
                      <a:pt x="47669" y="67246"/>
                    </a:cubicBezTo>
                    <a:cubicBezTo>
                      <a:pt x="51950" y="69342"/>
                      <a:pt x="56708" y="71342"/>
                      <a:pt x="62131" y="73057"/>
                    </a:cubicBezTo>
                    <a:cubicBezTo>
                      <a:pt x="67554" y="74771"/>
                      <a:pt x="73073" y="76486"/>
                      <a:pt x="78782" y="78391"/>
                    </a:cubicBezTo>
                    <a:cubicBezTo>
                      <a:pt x="84490" y="80296"/>
                      <a:pt x="90009" y="82391"/>
                      <a:pt x="95432" y="84677"/>
                    </a:cubicBezTo>
                    <a:cubicBezTo>
                      <a:pt x="100856" y="86963"/>
                      <a:pt x="105613" y="89821"/>
                      <a:pt x="109894" y="93250"/>
                    </a:cubicBezTo>
                    <a:cubicBezTo>
                      <a:pt x="114176" y="96679"/>
                      <a:pt x="117601" y="100965"/>
                      <a:pt x="120170" y="105918"/>
                    </a:cubicBezTo>
                    <a:cubicBezTo>
                      <a:pt x="122739" y="110966"/>
                      <a:pt x="124072" y="116967"/>
                      <a:pt x="124072" y="123920"/>
                    </a:cubicBezTo>
                    <a:cubicBezTo>
                      <a:pt x="124072" y="131921"/>
                      <a:pt x="122644" y="139446"/>
                      <a:pt x="119790" y="146209"/>
                    </a:cubicBezTo>
                    <a:cubicBezTo>
                      <a:pt x="116936" y="153067"/>
                      <a:pt x="112654" y="158972"/>
                      <a:pt x="107040" y="164021"/>
                    </a:cubicBezTo>
                    <a:cubicBezTo>
                      <a:pt x="101427" y="168974"/>
                      <a:pt x="94480" y="172974"/>
                      <a:pt x="86393" y="175832"/>
                    </a:cubicBezTo>
                    <a:cubicBezTo>
                      <a:pt x="78211" y="178689"/>
                      <a:pt x="68791" y="180118"/>
                      <a:pt x="58134" y="180118"/>
                    </a:cubicBezTo>
                    <a:cubicBezTo>
                      <a:pt x="45956" y="180118"/>
                      <a:pt x="34919" y="178117"/>
                      <a:pt x="25119" y="174212"/>
                    </a:cubicBezTo>
                    <a:cubicBezTo>
                      <a:pt x="15224" y="170212"/>
                      <a:pt x="6851" y="165163"/>
                      <a:pt x="0" y="158972"/>
                    </a:cubicBezTo>
                    <a:lnTo>
                      <a:pt x="7231" y="147257"/>
                    </a:lnTo>
                    <a:cubicBezTo>
                      <a:pt x="8182" y="145733"/>
                      <a:pt x="9230" y="144589"/>
                      <a:pt x="10466" y="143828"/>
                    </a:cubicBezTo>
                    <a:cubicBezTo>
                      <a:pt x="11703" y="142970"/>
                      <a:pt x="13321" y="142589"/>
                      <a:pt x="15318" y="142589"/>
                    </a:cubicBezTo>
                    <a:cubicBezTo>
                      <a:pt x="17412" y="142589"/>
                      <a:pt x="19600" y="143351"/>
                      <a:pt x="21884" y="144971"/>
                    </a:cubicBezTo>
                    <a:cubicBezTo>
                      <a:pt x="24168" y="146590"/>
                      <a:pt x="26927" y="148400"/>
                      <a:pt x="30257" y="150305"/>
                    </a:cubicBezTo>
                    <a:cubicBezTo>
                      <a:pt x="33492" y="152305"/>
                      <a:pt x="37488" y="154019"/>
                      <a:pt x="42245" y="155638"/>
                    </a:cubicBezTo>
                    <a:cubicBezTo>
                      <a:pt x="46907" y="157258"/>
                      <a:pt x="52806" y="158020"/>
                      <a:pt x="59848" y="158020"/>
                    </a:cubicBezTo>
                    <a:cubicBezTo>
                      <a:pt x="65841" y="158020"/>
                      <a:pt x="71075" y="157258"/>
                      <a:pt x="75546" y="155734"/>
                    </a:cubicBezTo>
                    <a:cubicBezTo>
                      <a:pt x="80019" y="154210"/>
                      <a:pt x="83729" y="152114"/>
                      <a:pt x="86774" y="149447"/>
                    </a:cubicBezTo>
                    <a:cubicBezTo>
                      <a:pt x="89723" y="146780"/>
                      <a:pt x="92007" y="143732"/>
                      <a:pt x="93434" y="140303"/>
                    </a:cubicBezTo>
                    <a:cubicBezTo>
                      <a:pt x="94861" y="136874"/>
                      <a:pt x="95622" y="133160"/>
                      <a:pt x="95622" y="129254"/>
                    </a:cubicBezTo>
                    <a:cubicBezTo>
                      <a:pt x="95622" y="124396"/>
                      <a:pt x="94291" y="120396"/>
                      <a:pt x="91721" y="117253"/>
                    </a:cubicBezTo>
                    <a:cubicBezTo>
                      <a:pt x="89152" y="114110"/>
                      <a:pt x="85727" y="111347"/>
                      <a:pt x="81445" y="109157"/>
                    </a:cubicBezTo>
                    <a:cubicBezTo>
                      <a:pt x="77164" y="106870"/>
                      <a:pt x="72312" y="104965"/>
                      <a:pt x="66888" y="103251"/>
                    </a:cubicBezTo>
                    <a:cubicBezTo>
                      <a:pt x="61465" y="101632"/>
                      <a:pt x="55851" y="99822"/>
                      <a:pt x="50142" y="98012"/>
                    </a:cubicBezTo>
                    <a:cubicBezTo>
                      <a:pt x="44433" y="96203"/>
                      <a:pt x="38915" y="94107"/>
                      <a:pt x="33397" y="91726"/>
                    </a:cubicBezTo>
                    <a:cubicBezTo>
                      <a:pt x="27973" y="89344"/>
                      <a:pt x="23121" y="86392"/>
                      <a:pt x="18839" y="82867"/>
                    </a:cubicBezTo>
                    <a:cubicBezTo>
                      <a:pt x="14558" y="79343"/>
                      <a:pt x="11132" y="74962"/>
                      <a:pt x="8563" y="69723"/>
                    </a:cubicBezTo>
                    <a:cubicBezTo>
                      <a:pt x="5994" y="64484"/>
                      <a:pt x="4662" y="58198"/>
                      <a:pt x="4662" y="50673"/>
                    </a:cubicBezTo>
                    <a:cubicBezTo>
                      <a:pt x="4662" y="44006"/>
                      <a:pt x="6090" y="37624"/>
                      <a:pt x="8753" y="31432"/>
                    </a:cubicBezTo>
                    <a:cubicBezTo>
                      <a:pt x="11513" y="25336"/>
                      <a:pt x="15509" y="19907"/>
                      <a:pt x="20837" y="15240"/>
                    </a:cubicBezTo>
                    <a:cubicBezTo>
                      <a:pt x="26165" y="10573"/>
                      <a:pt x="32635" y="6858"/>
                      <a:pt x="40342" y="4096"/>
                    </a:cubicBezTo>
                    <a:cubicBezTo>
                      <a:pt x="48049" y="1333"/>
                      <a:pt x="56803" y="0"/>
                      <a:pt x="66698" y="0"/>
                    </a:cubicBezTo>
                    <a:cubicBezTo>
                      <a:pt x="78211" y="0"/>
                      <a:pt x="88486" y="1810"/>
                      <a:pt x="97620" y="5429"/>
                    </a:cubicBezTo>
                    <a:cubicBezTo>
                      <a:pt x="106755" y="9049"/>
                      <a:pt x="114652" y="14002"/>
                      <a:pt x="121312" y="20288"/>
                    </a:cubicBezTo>
                    <a:lnTo>
                      <a:pt x="114462" y="31528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11A76E74-93F4-E642-81F3-D582D9F40102}"/>
                </a:ext>
              </a:extLst>
            </p:cNvPr>
            <p:cNvSpPr/>
            <p:nvPr/>
          </p:nvSpPr>
          <p:spPr>
            <a:xfrm>
              <a:off x="6956927" y="6242050"/>
              <a:ext cx="411889" cy="575214"/>
            </a:xfrm>
            <a:custGeom>
              <a:avLst/>
              <a:gdLst>
                <a:gd name="connsiteX0" fmla="*/ 323213 w 411889"/>
                <a:gd name="connsiteY0" fmla="*/ 178880 h 575214"/>
                <a:gd name="connsiteX1" fmla="*/ 177353 w 411889"/>
                <a:gd name="connsiteY1" fmla="*/ 0 h 575214"/>
                <a:gd name="connsiteX2" fmla="*/ 0 w 411889"/>
                <a:gd name="connsiteY2" fmla="*/ 0 h 575214"/>
                <a:gd name="connsiteX3" fmla="*/ 234536 w 411889"/>
                <a:gd name="connsiteY3" fmla="*/ 287655 h 575214"/>
                <a:gd name="connsiteX4" fmla="*/ 0 w 411889"/>
                <a:gd name="connsiteY4" fmla="*/ 575215 h 575214"/>
                <a:gd name="connsiteX5" fmla="*/ 177353 w 411889"/>
                <a:gd name="connsiteY5" fmla="*/ 575215 h 575214"/>
                <a:gd name="connsiteX6" fmla="*/ 323213 w 411889"/>
                <a:gd name="connsiteY6" fmla="*/ 396335 h 575214"/>
                <a:gd name="connsiteX7" fmla="*/ 411890 w 411889"/>
                <a:gd name="connsiteY7" fmla="*/ 287655 h 575214"/>
                <a:gd name="connsiteX8" fmla="*/ 323213 w 411889"/>
                <a:gd name="connsiteY8" fmla="*/ 178880 h 5752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11889" h="575214">
                  <a:moveTo>
                    <a:pt x="323213" y="178880"/>
                  </a:moveTo>
                  <a:lnTo>
                    <a:pt x="177353" y="0"/>
                  </a:lnTo>
                  <a:lnTo>
                    <a:pt x="0" y="0"/>
                  </a:lnTo>
                  <a:lnTo>
                    <a:pt x="234536" y="287655"/>
                  </a:lnTo>
                  <a:lnTo>
                    <a:pt x="0" y="575215"/>
                  </a:lnTo>
                  <a:lnTo>
                    <a:pt x="177353" y="575215"/>
                  </a:lnTo>
                  <a:lnTo>
                    <a:pt x="323213" y="396335"/>
                  </a:lnTo>
                  <a:lnTo>
                    <a:pt x="411890" y="287655"/>
                  </a:lnTo>
                  <a:lnTo>
                    <a:pt x="323213" y="178880"/>
                  </a:lnTo>
                  <a:close/>
                </a:path>
              </a:pathLst>
            </a:custGeom>
            <a:solidFill>
              <a:schemeClr val="accent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11117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_Slide_Teal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13DCB0AD-73C1-4EA0-977D-B1CA04775601}"/>
              </a:ext>
            </a:extLst>
          </p:cNvPr>
          <p:cNvPicPr>
            <a:picLocks noChangeAspect="1"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01366" y="6060925"/>
            <a:ext cx="1864565" cy="785200"/>
          </a:xfrm>
          <a:prstGeom prst="rect">
            <a:avLst/>
          </a:prstGeom>
        </p:spPr>
      </p:pic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687711B2-9916-1841-B143-DCEE07369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AFB6FF9F-0CAE-7E1A-D7A8-B5396A00B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Copyright © 2026 Kinaxis. All Rights Reserved. Access limited to internal use only.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E6D83D8-3B73-2DB0-C1D3-01F36F5F1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fld id="{F1488A8B-C121-C846-AEE5-0D98B869D111}" type="slidenum">
              <a:rPr lang="en-US" sz="800" smtClean="0">
                <a:cs typeface="Calibri" panose="020F0502020204030204" pitchFamily="34" charset="0"/>
              </a:rPr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454673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_Slide_Gree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7B47462D-1259-4736-AEFA-FCA9BE611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3DF59113-6BAF-1E3F-7F1C-104E46373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Copyright © 2026 Kinaxis. All Rights Reserved. Access limited to internal use only.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951F5F8B-71C2-34E2-9CC6-04BFACB22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1488A8B-C121-C846-AEE5-0D98B869D111}" type="slidenum">
              <a:rPr lang="en-US" sz="800" smtClean="0">
                <a:cs typeface="Calibri" panose="020F0502020204030204" pitchFamily="34" charset="0"/>
              </a:rPr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25860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_Slide_Sky_Blu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A9091C38-0E63-8A20-8BA1-A6D795812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A39199FE-E8C6-44BC-04B7-C245FC13A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2026 Kinaxis. All Rights Reserved. Access limited to internal use only.</a:t>
            </a: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FC83490C-B13A-4559-00F6-0C8928F93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88A8B-C121-C846-AEE5-0D98B869D111}" type="slidenum">
              <a:rPr lang="en-US" sz="800" smtClean="0">
                <a:cs typeface="Calibri" panose="020F0502020204030204" pitchFamily="34" charset="0"/>
              </a:rPr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452734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_Slide_Nav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E1833E06-A357-2CD8-420F-445927A5F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A8D76F2D-B9A5-48E1-7FBD-5BB3E8355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2026 Kinaxis. All Rights Reserved. Access limited to internal use only.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016C4B12-6FDB-2F57-513A-70B021DBA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F1488A8B-C121-C846-AEE5-0D98B869D111}" type="slidenum">
              <a:rPr lang="en-US" sz="800" smtClean="0">
                <a:cs typeface="Calibri" panose="020F0502020204030204" pitchFamily="34" charset="0"/>
              </a:rPr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843321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_Slide_Ligh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C48C9302-9FC5-A267-D12B-C6D6CBC2B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4688E73A-C1D7-84B3-B52F-FECD5D6C1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2026 Kinaxis. All Rights Reserved. Access limited to internal use only.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C9C7E1FE-8818-D41F-846B-7AF52E4D1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88A8B-C121-C846-AEE5-0D98B869D111}" type="slidenum">
              <a:rPr lang="en-US" sz="800" smtClean="0">
                <a:cs typeface="Calibri" panose="020F0502020204030204" pitchFamily="34" charset="0"/>
              </a:rPr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_Slide_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C48C9302-9FC5-A267-D12B-C6D6CBC2B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4688E73A-C1D7-84B3-B52F-FECD5D6C1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2026 Kinaxis. All Rights Reserved. Access limited to internal use only.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C9C7E1FE-8818-D41F-846B-7AF52E4D1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88A8B-C121-C846-AEE5-0D98B869D111}" type="slidenum">
              <a:rPr lang="en-US" sz="800" smtClean="0">
                <a:cs typeface="Calibri" panose="020F0502020204030204" pitchFamily="34" charset="0"/>
              </a:rPr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0054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377851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5">
            <a:extLst>
              <a:ext uri="{FF2B5EF4-FFF2-40B4-BE49-F238E27FC236}">
                <a16:creationId xmlns:a16="http://schemas.microsoft.com/office/drawing/2014/main" id="{C59A5C28-7850-1E8C-577D-00900CEC7CC8}"/>
              </a:ext>
            </a:extLst>
          </p:cNvPr>
          <p:cNvSpPr/>
          <p:nvPr userDrawn="1"/>
        </p:nvSpPr>
        <p:spPr>
          <a:xfrm>
            <a:off x="0" y="2021253"/>
            <a:ext cx="1270032" cy="3093224"/>
          </a:xfrm>
          <a:custGeom>
            <a:avLst/>
            <a:gdLst/>
            <a:ahLst/>
            <a:cxnLst/>
            <a:rect l="l" t="t" r="r" b="b"/>
            <a:pathLst>
              <a:path w="2094230" h="5100955">
                <a:moveTo>
                  <a:pt x="10219" y="0"/>
                </a:moveTo>
                <a:lnTo>
                  <a:pt x="0" y="0"/>
                </a:lnTo>
                <a:lnTo>
                  <a:pt x="0" y="5100431"/>
                </a:lnTo>
                <a:lnTo>
                  <a:pt x="10219" y="5100431"/>
                </a:lnTo>
                <a:lnTo>
                  <a:pt x="2094177" y="2550226"/>
                </a:lnTo>
                <a:lnTo>
                  <a:pt x="10219" y="0"/>
                </a:lnTo>
                <a:close/>
              </a:path>
            </a:pathLst>
          </a:custGeom>
          <a:solidFill>
            <a:srgbClr val="EAF1F1"/>
          </a:solidFill>
        </p:spPr>
        <p:txBody>
          <a:bodyPr wrap="square" lIns="0" tIns="0" rIns="0" bIns="0" rtlCol="0"/>
          <a:lstStyle/>
          <a:p>
            <a:endParaRPr b="0" i="0">
              <a:latin typeface="Lato" panose="020F0502020204030203" pitchFamily="34" charset="77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FDD520-A4CB-BA7B-7DC7-FCC77CDB80E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25570" y="2021152"/>
            <a:ext cx="5620869" cy="430762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2751AD-D607-5BCF-50EB-BFEA0FE0400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59921" y="2021153"/>
            <a:ext cx="1866635" cy="3775588"/>
          </a:xfrm>
          <a:prstGeom prst="rect">
            <a:avLst/>
          </a:prstGeom>
        </p:spPr>
      </p:pic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F179368-9245-69FE-8FF2-1C025B7DEBB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327084" y="2204873"/>
            <a:ext cx="5217840" cy="3230904"/>
          </a:xfrm>
          <a:prstGeom prst="rect">
            <a:avLst/>
          </a:prstGeom>
          <a:pattFill prst="pct70">
            <a:fgClr>
              <a:schemeClr val="accent1"/>
            </a:fgClr>
            <a:bgClr>
              <a:schemeClr val="accent2"/>
            </a:bgClr>
          </a:pattFill>
        </p:spPr>
        <p:txBody>
          <a:bodyPr rIns="108000" anchor="ctr">
            <a:normAutofit/>
          </a:bodyPr>
          <a:lstStyle>
            <a:lvl1pPr algn="ctr">
              <a:defRPr sz="1400" b="0" i="0">
                <a:solidFill>
                  <a:schemeClr val="bg1"/>
                </a:solidFill>
                <a:latin typeface="Lato" panose="020F0502020204030203" pitchFamily="34" charset="77"/>
              </a:defRPr>
            </a:lvl1pPr>
          </a:lstStyle>
          <a:p>
            <a:r>
              <a:rPr lang="en-US"/>
              <a:t>Click icon to add photo.</a:t>
            </a:r>
          </a:p>
          <a:p>
            <a:r>
              <a:rPr lang="en-US"/>
              <a:t>Or drag photo into this space.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175C575E-DD4B-C1C4-43F6-2D2A86FD8847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2617408" y="2293493"/>
            <a:ext cx="1735641" cy="3121752"/>
          </a:xfrm>
          <a:prstGeom prst="roundRect">
            <a:avLst>
              <a:gd name="adj" fmla="val 1970"/>
            </a:avLst>
          </a:prstGeom>
          <a:pattFill prst="pct70">
            <a:fgClr>
              <a:schemeClr val="accent1"/>
            </a:fgClr>
            <a:bgClr>
              <a:schemeClr val="accent2"/>
            </a:bgClr>
          </a:pattFill>
        </p:spPr>
        <p:txBody>
          <a:bodyPr lIns="144000" rIns="216000">
            <a:normAutofit/>
          </a:bodyPr>
          <a:lstStyle>
            <a:lvl1pPr>
              <a:defRPr sz="1400" b="0" i="0">
                <a:solidFill>
                  <a:schemeClr val="bg1"/>
                </a:solidFill>
                <a:latin typeface="Lato" panose="020F0502020204030203" pitchFamily="34" charset="77"/>
              </a:defRPr>
            </a:lvl1pPr>
          </a:lstStyle>
          <a:p>
            <a:r>
              <a:rPr lang="en-US"/>
              <a:t>Click icon to add photo.</a:t>
            </a:r>
          </a:p>
          <a:p>
            <a:r>
              <a:rPr lang="en-US"/>
              <a:t>Or drag photo into this space.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2D45DEDB-40FF-875C-5E0F-1894013624C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3610" y="365124"/>
            <a:ext cx="5545319" cy="206963"/>
          </a:xfrm>
          <a:prstGeom prst="rect">
            <a:avLst/>
          </a:prstGeom>
        </p:spPr>
        <p:txBody>
          <a:bodyPr/>
          <a:lstStyle>
            <a:lvl1pPr>
              <a:defRPr sz="971" b="0" i="0" cap="all" spc="364" baseline="0">
                <a:solidFill>
                  <a:schemeClr val="tx2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GB"/>
              <a:t>EYEBROW TITLE</a:t>
            </a:r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13CCB4B6-F81C-98AB-C873-417AC484E4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8724" y="365125"/>
            <a:ext cx="11274552" cy="1325563"/>
          </a:xfrm>
        </p:spPr>
        <p:txBody>
          <a:bodyPr/>
          <a:lstStyle>
            <a:lvl1pPr>
              <a:defRPr b="0" i="0">
                <a:latin typeface="+mj-lt"/>
              </a:defRPr>
            </a:lvl1pPr>
          </a:lstStyle>
          <a:p>
            <a:r>
              <a:rPr lang="en-US"/>
              <a:t>Create your headline with </a:t>
            </a:r>
            <a:r>
              <a:rPr lang="en-US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word emphasis</a:t>
            </a:r>
            <a:endParaRPr lang="en-US"/>
          </a:p>
        </p:txBody>
      </p:sp>
      <p:sp>
        <p:nvSpPr>
          <p:cNvPr id="24" name="Date Placeholder 23">
            <a:extLst>
              <a:ext uri="{FF2B5EF4-FFF2-40B4-BE49-F238E27FC236}">
                <a16:creationId xmlns:a16="http://schemas.microsoft.com/office/drawing/2014/main" id="{8D304AE0-1EC1-7AE2-B6E7-48D8E2E9788B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5" name="Footer Placeholder 24">
            <a:extLst>
              <a:ext uri="{FF2B5EF4-FFF2-40B4-BE49-F238E27FC236}">
                <a16:creationId xmlns:a16="http://schemas.microsoft.com/office/drawing/2014/main" id="{15BC2060-C6EE-B110-3A0C-7C8F8F69988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/>
              <a:t>Copyright © 2026 Kinaxis. All Rights Reserved. Access limited to internal use only.</a:t>
            </a:r>
          </a:p>
        </p:txBody>
      </p:sp>
      <p:sp>
        <p:nvSpPr>
          <p:cNvPr id="26" name="Slide Number Placeholder 25">
            <a:extLst>
              <a:ext uri="{FF2B5EF4-FFF2-40B4-BE49-F238E27FC236}">
                <a16:creationId xmlns:a16="http://schemas.microsoft.com/office/drawing/2014/main" id="{DB3E350D-8ACA-7E00-8200-FDDB1FC66DA9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F1488A8B-C121-C846-AEE5-0D98B869D111}" type="slidenum">
              <a:rPr lang="en-US" sz="800" smtClean="0">
                <a:cs typeface="Calibri" panose="020F0502020204030204" pitchFamily="34" charset="0"/>
              </a:rPr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287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s half sc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5">
            <a:extLst>
              <a:ext uri="{FF2B5EF4-FFF2-40B4-BE49-F238E27FC236}">
                <a16:creationId xmlns:a16="http://schemas.microsoft.com/office/drawing/2014/main" id="{C59A5C28-7850-1E8C-577D-00900CEC7CC8}"/>
              </a:ext>
            </a:extLst>
          </p:cNvPr>
          <p:cNvSpPr/>
          <p:nvPr userDrawn="1"/>
        </p:nvSpPr>
        <p:spPr>
          <a:xfrm>
            <a:off x="0" y="2021253"/>
            <a:ext cx="1270032" cy="3093224"/>
          </a:xfrm>
          <a:custGeom>
            <a:avLst/>
            <a:gdLst/>
            <a:ahLst/>
            <a:cxnLst/>
            <a:rect l="l" t="t" r="r" b="b"/>
            <a:pathLst>
              <a:path w="2094230" h="5100955">
                <a:moveTo>
                  <a:pt x="10219" y="0"/>
                </a:moveTo>
                <a:lnTo>
                  <a:pt x="0" y="0"/>
                </a:lnTo>
                <a:lnTo>
                  <a:pt x="0" y="5100431"/>
                </a:lnTo>
                <a:lnTo>
                  <a:pt x="10219" y="5100431"/>
                </a:lnTo>
                <a:lnTo>
                  <a:pt x="2094177" y="2550226"/>
                </a:lnTo>
                <a:lnTo>
                  <a:pt x="10219" y="0"/>
                </a:lnTo>
                <a:close/>
              </a:path>
            </a:pathLst>
          </a:custGeom>
          <a:solidFill>
            <a:srgbClr val="EAF1F1"/>
          </a:solidFill>
        </p:spPr>
        <p:txBody>
          <a:bodyPr wrap="square" lIns="0" tIns="0" rIns="0" bIns="0" rtlCol="0"/>
          <a:lstStyle/>
          <a:p>
            <a:endParaRPr b="0" i="0">
              <a:latin typeface="Lato" panose="020F0502020204030203" pitchFamily="34" charset="77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F5C15C9-A43D-59C5-11D1-EE3AEE71151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59922" y="2248346"/>
            <a:ext cx="8220007" cy="3161319"/>
          </a:xfrm>
          <a:prstGeom prst="rect">
            <a:avLst/>
          </a:prstGeom>
        </p:spPr>
      </p:pic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98FBC030-E4CD-F97A-C331-66614D7D0779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2857518" y="2528048"/>
            <a:ext cx="7624813" cy="2881617"/>
          </a:xfrm>
          <a:prstGeom prst="rect">
            <a:avLst/>
          </a:prstGeom>
          <a:pattFill prst="pct90">
            <a:fgClr>
              <a:schemeClr val="accent1"/>
            </a:fgClr>
            <a:bgClr>
              <a:schemeClr val="accent2"/>
            </a:bgClr>
          </a:pattFill>
        </p:spPr>
        <p:txBody>
          <a:bodyPr rIns="108000" anchor="ctr">
            <a:normAutofit/>
          </a:bodyPr>
          <a:lstStyle>
            <a:lvl1pPr algn="ctr">
              <a:defRPr sz="1800" b="0" i="0">
                <a:solidFill>
                  <a:schemeClr val="bg1"/>
                </a:solidFill>
                <a:latin typeface="Lato" panose="020F0502020204030203" pitchFamily="34" charset="77"/>
              </a:defRPr>
            </a:lvl1pPr>
          </a:lstStyle>
          <a:p>
            <a:r>
              <a:rPr lang="en-US"/>
              <a:t>Click icon to add photo.</a:t>
            </a:r>
          </a:p>
          <a:p>
            <a:r>
              <a:rPr lang="en-US"/>
              <a:t>Or drag photo into this space.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3E92547A-CF3E-B596-58C0-AC8A76D15E2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3610" y="365124"/>
            <a:ext cx="5545319" cy="206963"/>
          </a:xfrm>
          <a:prstGeom prst="rect">
            <a:avLst/>
          </a:prstGeom>
        </p:spPr>
        <p:txBody>
          <a:bodyPr/>
          <a:lstStyle>
            <a:lvl1pPr>
              <a:defRPr sz="971" b="0" i="0" cap="all" spc="364" baseline="0">
                <a:solidFill>
                  <a:schemeClr val="tx2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GB"/>
              <a:t>EYEBROW TITLE</a:t>
            </a:r>
          </a:p>
        </p:txBody>
      </p:sp>
      <p:sp>
        <p:nvSpPr>
          <p:cNvPr id="12" name="Title 13">
            <a:extLst>
              <a:ext uri="{FF2B5EF4-FFF2-40B4-BE49-F238E27FC236}">
                <a16:creationId xmlns:a16="http://schemas.microsoft.com/office/drawing/2014/main" id="{EE185C49-1CFD-838E-E422-0C5974D0C7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8724" y="365125"/>
            <a:ext cx="11274552" cy="1325563"/>
          </a:xfrm>
        </p:spPr>
        <p:txBody>
          <a:bodyPr/>
          <a:lstStyle>
            <a:lvl1pPr>
              <a:defRPr b="0" i="0">
                <a:latin typeface="+mj-lt"/>
              </a:defRPr>
            </a:lvl1pPr>
          </a:lstStyle>
          <a:p>
            <a:r>
              <a:rPr lang="en-US"/>
              <a:t>Create your headline with </a:t>
            </a:r>
            <a:r>
              <a:rPr lang="en-US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word emphasis</a:t>
            </a:r>
            <a:endParaRPr lang="en-US"/>
          </a:p>
        </p:txBody>
      </p:sp>
      <p:sp>
        <p:nvSpPr>
          <p:cNvPr id="19" name="Date Placeholder 18">
            <a:extLst>
              <a:ext uri="{FF2B5EF4-FFF2-40B4-BE49-F238E27FC236}">
                <a16:creationId xmlns:a16="http://schemas.microsoft.com/office/drawing/2014/main" id="{69342C59-5D20-C19F-EB5E-5E3CE9195892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B081A560-4BD9-09E4-FCEB-8B3BA28AB2AE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Copyright © 2026 Kinaxis. All Rights Reserved. Access limited to internal use only.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8B407A5F-9FE5-F512-2AA5-9F5852CBC719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F1488A8B-C121-C846-AEE5-0D98B869D111}" type="slidenum">
              <a:rPr lang="en-US" sz="800" smtClean="0">
                <a:cs typeface="Calibri" panose="020F0502020204030204" pitchFamily="34" charset="0"/>
              </a:rPr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682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s laptop and tab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5">
            <a:extLst>
              <a:ext uri="{FF2B5EF4-FFF2-40B4-BE49-F238E27FC236}">
                <a16:creationId xmlns:a16="http://schemas.microsoft.com/office/drawing/2014/main" id="{C59A5C28-7850-1E8C-577D-00900CEC7CC8}"/>
              </a:ext>
            </a:extLst>
          </p:cNvPr>
          <p:cNvSpPr/>
          <p:nvPr userDrawn="1"/>
        </p:nvSpPr>
        <p:spPr>
          <a:xfrm>
            <a:off x="0" y="2021253"/>
            <a:ext cx="1270032" cy="3093224"/>
          </a:xfrm>
          <a:custGeom>
            <a:avLst/>
            <a:gdLst/>
            <a:ahLst/>
            <a:cxnLst/>
            <a:rect l="l" t="t" r="r" b="b"/>
            <a:pathLst>
              <a:path w="2094230" h="5100955">
                <a:moveTo>
                  <a:pt x="10219" y="0"/>
                </a:moveTo>
                <a:lnTo>
                  <a:pt x="0" y="0"/>
                </a:lnTo>
                <a:lnTo>
                  <a:pt x="0" y="5100431"/>
                </a:lnTo>
                <a:lnTo>
                  <a:pt x="10219" y="5100431"/>
                </a:lnTo>
                <a:lnTo>
                  <a:pt x="2094177" y="2550226"/>
                </a:lnTo>
                <a:lnTo>
                  <a:pt x="10219" y="0"/>
                </a:lnTo>
                <a:close/>
              </a:path>
            </a:pathLst>
          </a:custGeom>
          <a:solidFill>
            <a:srgbClr val="EAF1F1"/>
          </a:solidFill>
        </p:spPr>
        <p:txBody>
          <a:bodyPr wrap="square" lIns="0" tIns="0" rIns="0" bIns="0" rtlCol="0"/>
          <a:lstStyle/>
          <a:p>
            <a:endParaRPr b="0" i="0">
              <a:latin typeface="Lato" panose="020F0502020204030203" pitchFamily="34" charset="77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D59C1F-9928-D683-BD70-1A564D21B97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77667" y="1573458"/>
            <a:ext cx="3316699" cy="444317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7FB0C20-EAA5-C099-B097-B8D4B210C6B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05957" y="2816339"/>
            <a:ext cx="5684087" cy="3200296"/>
          </a:xfrm>
          <a:prstGeom prst="rect">
            <a:avLst/>
          </a:prstGeom>
        </p:spPr>
      </p:pic>
      <p:sp>
        <p:nvSpPr>
          <p:cNvPr id="15" name="Picture Placeholder 8">
            <a:extLst>
              <a:ext uri="{FF2B5EF4-FFF2-40B4-BE49-F238E27FC236}">
                <a16:creationId xmlns:a16="http://schemas.microsoft.com/office/drawing/2014/main" id="{D1959888-887F-A6F5-20BE-C39DB1F0335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2473962" y="2966924"/>
            <a:ext cx="4148073" cy="2663313"/>
          </a:xfrm>
          <a:prstGeom prst="rect">
            <a:avLst/>
          </a:prstGeom>
          <a:pattFill prst="pct90">
            <a:fgClr>
              <a:schemeClr val="accent1"/>
            </a:fgClr>
            <a:bgClr>
              <a:schemeClr val="accent2"/>
            </a:bgClr>
          </a:pattFill>
        </p:spPr>
        <p:txBody>
          <a:bodyPr rIns="108000" anchor="ctr">
            <a:normAutofit/>
          </a:bodyPr>
          <a:lstStyle>
            <a:lvl1pPr algn="ctr">
              <a:defRPr sz="1800" b="0" i="0">
                <a:solidFill>
                  <a:schemeClr val="bg1"/>
                </a:solidFill>
                <a:latin typeface="Lato" panose="020F0502020204030203" pitchFamily="34" charset="77"/>
              </a:defRPr>
            </a:lvl1pPr>
          </a:lstStyle>
          <a:p>
            <a:r>
              <a:rPr lang="en-US"/>
              <a:t>Click icon to add photo.</a:t>
            </a:r>
          </a:p>
          <a:p>
            <a:r>
              <a:rPr lang="en-US"/>
              <a:t>Or drag photo into this space.</a:t>
            </a:r>
          </a:p>
        </p:txBody>
      </p: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F48743A9-6E62-ECE1-DFF7-E1372934E0F7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7843697" y="1765521"/>
            <a:ext cx="2965824" cy="4082291"/>
          </a:xfrm>
          <a:prstGeom prst="rect">
            <a:avLst/>
          </a:prstGeom>
          <a:pattFill prst="pct90">
            <a:fgClr>
              <a:schemeClr val="accent1"/>
            </a:fgClr>
            <a:bgClr>
              <a:schemeClr val="accent2"/>
            </a:bgClr>
          </a:pattFill>
        </p:spPr>
        <p:txBody>
          <a:bodyPr lIns="144000" rIns="216000" anchor="ctr">
            <a:normAutofit/>
          </a:bodyPr>
          <a:lstStyle>
            <a:lvl1pPr algn="ctr">
              <a:defRPr sz="1400" b="0" i="0">
                <a:solidFill>
                  <a:schemeClr val="bg1"/>
                </a:solidFill>
                <a:latin typeface="Lato" panose="020F0502020204030203" pitchFamily="34" charset="77"/>
              </a:defRPr>
            </a:lvl1pPr>
          </a:lstStyle>
          <a:p>
            <a:r>
              <a:rPr lang="en-US"/>
              <a:t>Click icon to add photo.</a:t>
            </a:r>
          </a:p>
          <a:p>
            <a:r>
              <a:rPr lang="en-US"/>
              <a:t>Or drag photo into this space.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C5A08F85-0B02-8185-C0EF-535BBD89D97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3610" y="365124"/>
            <a:ext cx="5545319" cy="206963"/>
          </a:xfrm>
          <a:prstGeom prst="rect">
            <a:avLst/>
          </a:prstGeom>
        </p:spPr>
        <p:txBody>
          <a:bodyPr/>
          <a:lstStyle>
            <a:lvl1pPr>
              <a:defRPr sz="971" b="0" i="0" cap="all" spc="364" baseline="0">
                <a:solidFill>
                  <a:schemeClr val="tx2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GB"/>
              <a:t>EYEBROW TITLE</a:t>
            </a:r>
          </a:p>
        </p:txBody>
      </p:sp>
      <p:sp>
        <p:nvSpPr>
          <p:cNvPr id="12" name="Title 13">
            <a:extLst>
              <a:ext uri="{FF2B5EF4-FFF2-40B4-BE49-F238E27FC236}">
                <a16:creationId xmlns:a16="http://schemas.microsoft.com/office/drawing/2014/main" id="{62E5BBD5-2AB8-6EDF-D509-65D7F3D90C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8724" y="365125"/>
            <a:ext cx="11274552" cy="1325563"/>
          </a:xfrm>
        </p:spPr>
        <p:txBody>
          <a:bodyPr/>
          <a:lstStyle>
            <a:lvl1pPr>
              <a:defRPr b="0" i="0">
                <a:latin typeface="+mj-lt"/>
              </a:defRPr>
            </a:lvl1pPr>
          </a:lstStyle>
          <a:p>
            <a:r>
              <a:rPr lang="en-US"/>
              <a:t>Create your headline with </a:t>
            </a:r>
            <a:r>
              <a:rPr lang="en-US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word emphasis</a:t>
            </a:r>
            <a:endParaRPr lang="en-US"/>
          </a:p>
        </p:txBody>
      </p:sp>
      <p:sp>
        <p:nvSpPr>
          <p:cNvPr id="24" name="Date Placeholder 23">
            <a:extLst>
              <a:ext uri="{FF2B5EF4-FFF2-40B4-BE49-F238E27FC236}">
                <a16:creationId xmlns:a16="http://schemas.microsoft.com/office/drawing/2014/main" id="{D284D111-E0F3-F84F-CD35-E3521A0B1031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5" name="Footer Placeholder 24">
            <a:extLst>
              <a:ext uri="{FF2B5EF4-FFF2-40B4-BE49-F238E27FC236}">
                <a16:creationId xmlns:a16="http://schemas.microsoft.com/office/drawing/2014/main" id="{B297C356-1CCC-DCF9-659E-B579D369F0E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/>
              <a:t>Copyright © 2026 Kinaxis. All Rights Reserved. Access limited to internal use only.</a:t>
            </a:r>
          </a:p>
        </p:txBody>
      </p:sp>
      <p:sp>
        <p:nvSpPr>
          <p:cNvPr id="26" name="Slide Number Placeholder 25">
            <a:extLst>
              <a:ext uri="{FF2B5EF4-FFF2-40B4-BE49-F238E27FC236}">
                <a16:creationId xmlns:a16="http://schemas.microsoft.com/office/drawing/2014/main" id="{8A849F62-EF5C-0A70-9F00-478028ED2A83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F1488A8B-C121-C846-AEE5-0D98B869D111}" type="slidenum">
              <a:rPr lang="en-US" sz="800" smtClean="0">
                <a:cs typeface="Calibri" panose="020F0502020204030204" pitchFamily="34" charset="0"/>
              </a:rPr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107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_Large_Lap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FB527B3B-B6F0-9CA5-F4C8-792A4900CA5F}"/>
              </a:ext>
            </a:extLst>
          </p:cNvPr>
          <p:cNvSpPr/>
          <p:nvPr userDrawn="1"/>
        </p:nvSpPr>
        <p:spPr>
          <a:xfrm>
            <a:off x="-9940" y="722131"/>
            <a:ext cx="12192000" cy="5350669"/>
          </a:xfrm>
          <a:custGeom>
            <a:avLst/>
            <a:gdLst/>
            <a:ahLst/>
            <a:cxnLst/>
            <a:rect l="l" t="t" r="r" b="b"/>
            <a:pathLst>
              <a:path w="20104100" h="7183120">
                <a:moveTo>
                  <a:pt x="20104099" y="0"/>
                </a:moveTo>
                <a:lnTo>
                  <a:pt x="0" y="0"/>
                </a:lnTo>
                <a:lnTo>
                  <a:pt x="0" y="7183027"/>
                </a:lnTo>
                <a:lnTo>
                  <a:pt x="20104099" y="7183027"/>
                </a:lnTo>
                <a:lnTo>
                  <a:pt x="20104099" y="0"/>
                </a:lnTo>
                <a:close/>
              </a:path>
            </a:pathLst>
          </a:custGeom>
          <a:solidFill>
            <a:srgbClr val="EAF1F1"/>
          </a:solidFill>
        </p:spPr>
        <p:txBody>
          <a:bodyPr wrap="square" lIns="0" tIns="0" rIns="0" bIns="0" rtlCol="0"/>
          <a:lstStyle/>
          <a:p>
            <a:endParaRPr b="0" i="0">
              <a:latin typeface="Lato" panose="020F0502020204030203" pitchFamily="34" charset="77"/>
            </a:endParaRPr>
          </a:p>
        </p:txBody>
      </p:sp>
      <p:sp>
        <p:nvSpPr>
          <p:cNvPr id="18" name="object 2">
            <a:extLst>
              <a:ext uri="{FF2B5EF4-FFF2-40B4-BE49-F238E27FC236}">
                <a16:creationId xmlns:a16="http://schemas.microsoft.com/office/drawing/2014/main" id="{B9864C81-B482-E580-78E9-BF96BE9461A7}"/>
              </a:ext>
            </a:extLst>
          </p:cNvPr>
          <p:cNvSpPr/>
          <p:nvPr userDrawn="1"/>
        </p:nvSpPr>
        <p:spPr>
          <a:xfrm>
            <a:off x="-2917" y="722131"/>
            <a:ext cx="12192000" cy="5192964"/>
          </a:xfrm>
          <a:custGeom>
            <a:avLst/>
            <a:gdLst/>
            <a:ahLst/>
            <a:cxnLst/>
            <a:rect l="l" t="t" r="r" b="b"/>
            <a:pathLst>
              <a:path w="20104100" h="7183120">
                <a:moveTo>
                  <a:pt x="20104099" y="0"/>
                </a:moveTo>
                <a:lnTo>
                  <a:pt x="0" y="0"/>
                </a:lnTo>
                <a:lnTo>
                  <a:pt x="0" y="7183027"/>
                </a:lnTo>
                <a:lnTo>
                  <a:pt x="20104099" y="7183027"/>
                </a:lnTo>
                <a:lnTo>
                  <a:pt x="20104099" y="0"/>
                </a:lnTo>
                <a:close/>
              </a:path>
            </a:pathLst>
          </a:custGeom>
          <a:solidFill>
            <a:srgbClr val="EAF1F1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D1FE20F-1868-0798-8631-F3CD01E1F576}"/>
              </a:ext>
            </a:extLst>
          </p:cNvPr>
          <p:cNvGrpSpPr/>
          <p:nvPr userDrawn="1"/>
        </p:nvGrpSpPr>
        <p:grpSpPr>
          <a:xfrm>
            <a:off x="587581" y="0"/>
            <a:ext cx="13561603" cy="6814573"/>
            <a:chOff x="14202" y="383591"/>
            <a:chExt cx="14496663" cy="7284432"/>
          </a:xfrm>
        </p:grpSpPr>
        <p:pic>
          <p:nvPicPr>
            <p:cNvPr id="12" name="Picture 11" descr="A picture containing text, indoor, electronics, dark&#10;&#10;Description automatically generated">
              <a:extLst>
                <a:ext uri="{FF2B5EF4-FFF2-40B4-BE49-F238E27FC236}">
                  <a16:creationId xmlns:a16="http://schemas.microsoft.com/office/drawing/2014/main" id="{5A7EE0DA-B322-EABE-EF2F-488150C71B2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4830" t="16957" r="12965" b="10073"/>
            <a:stretch/>
          </p:blipFill>
          <p:spPr>
            <a:xfrm>
              <a:off x="14202" y="383591"/>
              <a:ext cx="14496663" cy="7284432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6134697-B39A-3FAC-2B70-FFF8526DDE36}"/>
                </a:ext>
              </a:extLst>
            </p:cNvPr>
            <p:cNvSpPr/>
            <p:nvPr userDrawn="1"/>
          </p:nvSpPr>
          <p:spPr>
            <a:xfrm>
              <a:off x="7793295" y="6521265"/>
              <a:ext cx="950976" cy="188653"/>
            </a:xfrm>
            <a:prstGeom prst="rect">
              <a:avLst/>
            </a:prstGeom>
            <a:solidFill>
              <a:srgbClr val="1D1E2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Lato" panose="020F0502020204030203" pitchFamily="34" charset="77"/>
              </a:endParaRPr>
            </a:p>
          </p:txBody>
        </p:sp>
      </p:grp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3EA39648-AEB6-3569-01B8-7BAD0951A134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4270342" y="583919"/>
            <a:ext cx="8078771" cy="5091423"/>
          </a:xfrm>
          <a:custGeom>
            <a:avLst/>
            <a:gdLst>
              <a:gd name="connsiteX0" fmla="*/ 151012 w 8078771"/>
              <a:gd name="connsiteY0" fmla="*/ 0 h 5091423"/>
              <a:gd name="connsiteX1" fmla="*/ 7927759 w 8078771"/>
              <a:gd name="connsiteY1" fmla="*/ 0 h 5091423"/>
              <a:gd name="connsiteX2" fmla="*/ 8078771 w 8078771"/>
              <a:gd name="connsiteY2" fmla="*/ 151012 h 5091423"/>
              <a:gd name="connsiteX3" fmla="*/ 8078771 w 8078771"/>
              <a:gd name="connsiteY3" fmla="*/ 5091423 h 5091423"/>
              <a:gd name="connsiteX4" fmla="*/ 0 w 8078771"/>
              <a:gd name="connsiteY4" fmla="*/ 5091423 h 5091423"/>
              <a:gd name="connsiteX5" fmla="*/ 0 w 8078771"/>
              <a:gd name="connsiteY5" fmla="*/ 151012 h 5091423"/>
              <a:gd name="connsiteX6" fmla="*/ 151012 w 8078771"/>
              <a:gd name="connsiteY6" fmla="*/ 0 h 50914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078771" h="5091423">
                <a:moveTo>
                  <a:pt x="151012" y="0"/>
                </a:moveTo>
                <a:lnTo>
                  <a:pt x="7927759" y="0"/>
                </a:lnTo>
                <a:cubicBezTo>
                  <a:pt x="8011161" y="0"/>
                  <a:pt x="8078771" y="67610"/>
                  <a:pt x="8078771" y="151012"/>
                </a:cubicBezTo>
                <a:lnTo>
                  <a:pt x="8078771" y="5091423"/>
                </a:lnTo>
                <a:lnTo>
                  <a:pt x="0" y="5091423"/>
                </a:lnTo>
                <a:lnTo>
                  <a:pt x="0" y="151012"/>
                </a:lnTo>
                <a:cubicBezTo>
                  <a:pt x="0" y="67610"/>
                  <a:pt x="67610" y="0"/>
                  <a:pt x="151012" y="0"/>
                </a:cubicBezTo>
                <a:close/>
              </a:path>
            </a:pathLst>
          </a:custGeom>
          <a:pattFill prst="pct90">
            <a:fgClr>
              <a:schemeClr val="accent1"/>
            </a:fgClr>
            <a:bgClr>
              <a:schemeClr val="accent2"/>
            </a:bgClr>
          </a:pattFill>
        </p:spPr>
        <p:txBody>
          <a:bodyPr wrap="square" anchor="ctr">
            <a:noAutofit/>
          </a:bodyPr>
          <a:lstStyle>
            <a:lvl1pPr algn="ctr">
              <a:defRPr sz="1400" b="0" i="0">
                <a:solidFill>
                  <a:schemeClr val="bg2"/>
                </a:solidFill>
                <a:latin typeface="Lato" panose="020F0502020204030203" pitchFamily="34" charset="77"/>
              </a:defRPr>
            </a:lvl1pPr>
          </a:lstStyle>
          <a:p>
            <a:r>
              <a:rPr lang="en-US"/>
              <a:t>Click icon to add photo.</a:t>
            </a:r>
          </a:p>
          <a:p>
            <a:r>
              <a:rPr lang="en-US"/>
              <a:t>Or drag photo into this space.</a:t>
            </a:r>
          </a:p>
        </p:txBody>
      </p:sp>
      <p:sp>
        <p:nvSpPr>
          <p:cNvPr id="21" name="Title 13">
            <a:extLst>
              <a:ext uri="{FF2B5EF4-FFF2-40B4-BE49-F238E27FC236}">
                <a16:creationId xmlns:a16="http://schemas.microsoft.com/office/drawing/2014/main" id="{AAA2B4C4-7024-808B-7E5E-6F8DFA6FE1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8724" y="1870226"/>
            <a:ext cx="3293144" cy="1325563"/>
          </a:xfrm>
        </p:spPr>
        <p:txBody>
          <a:bodyPr>
            <a:noAutofit/>
          </a:bodyPr>
          <a:lstStyle>
            <a:lvl1pPr>
              <a:defRPr sz="3600" b="0" i="0">
                <a:latin typeface="+mj-lt"/>
              </a:defRPr>
            </a:lvl1pPr>
          </a:lstStyle>
          <a:p>
            <a:r>
              <a:rPr lang="en-US"/>
              <a:t>Create your headline with </a:t>
            </a:r>
            <a:r>
              <a:rPr lang="en-US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word emphasis</a:t>
            </a:r>
            <a:endParaRPr lang="en-US"/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888754CC-AEDE-380E-00BB-48D193F1B0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3610" y="1525051"/>
            <a:ext cx="2101054" cy="206963"/>
          </a:xfrm>
          <a:prstGeom prst="rect">
            <a:avLst/>
          </a:prstGeom>
        </p:spPr>
        <p:txBody>
          <a:bodyPr/>
          <a:lstStyle>
            <a:lvl1pPr>
              <a:defRPr sz="971" b="0" i="0" cap="all" spc="364" baseline="0">
                <a:solidFill>
                  <a:schemeClr val="tx2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GB"/>
              <a:t>EYEBROW TITLE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584C07CF-BEBF-F619-1063-DFB78CB1A41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3610" y="3429000"/>
            <a:ext cx="2727748" cy="15438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90000"/>
              </a:lnSpc>
              <a:defRPr sz="1600" b="0" i="0" spc="0">
                <a:solidFill>
                  <a:schemeClr val="tx1"/>
                </a:solidFill>
                <a:latin typeface="+mn-lt"/>
                <a:ea typeface="Lato" panose="020F0502020204030203" pitchFamily="34" charset="77"/>
                <a:cs typeface="Lato" panose="020F0502020204030203" pitchFamily="34" charset="77"/>
              </a:defRPr>
            </a:lvl1pPr>
          </a:lstStyle>
          <a:p>
            <a:pPr marL="0" marR="0" lvl="0" indent="0" defTabSz="554453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Add a short description of the product feature. Add a short description of the product feature.</a:t>
            </a:r>
          </a:p>
        </p:txBody>
      </p:sp>
      <p:sp>
        <p:nvSpPr>
          <p:cNvPr id="30" name="Date Placeholder 29">
            <a:extLst>
              <a:ext uri="{FF2B5EF4-FFF2-40B4-BE49-F238E27FC236}">
                <a16:creationId xmlns:a16="http://schemas.microsoft.com/office/drawing/2014/main" id="{913FBD17-5561-9353-7D6B-277CCA282809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1" name="Footer Placeholder 30">
            <a:extLst>
              <a:ext uri="{FF2B5EF4-FFF2-40B4-BE49-F238E27FC236}">
                <a16:creationId xmlns:a16="http://schemas.microsoft.com/office/drawing/2014/main" id="{DD6E6CA0-925C-7E7A-5878-08028490AD3C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Copyright © 2026 Kinaxis. All Rights Reserved. Access limited to internal use only.</a:t>
            </a:r>
          </a:p>
        </p:txBody>
      </p:sp>
      <p:sp>
        <p:nvSpPr>
          <p:cNvPr id="32" name="Slide Number Placeholder 31">
            <a:extLst>
              <a:ext uri="{FF2B5EF4-FFF2-40B4-BE49-F238E27FC236}">
                <a16:creationId xmlns:a16="http://schemas.microsoft.com/office/drawing/2014/main" id="{932CCAE5-3D32-1A74-EE62-54457EE4C2A9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F1488A8B-C121-C846-AEE5-0D98B869D111}" type="slidenum">
              <a:rPr lang="en-US" sz="800" smtClean="0">
                <a:cs typeface="Calibri" panose="020F0502020204030204" pitchFamily="34" charset="0"/>
              </a:rPr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954390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-Standar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5400" b="0" i="0">
                <a:latin typeface="+mj-lt"/>
              </a:defRPr>
            </a:lvl1pPr>
          </a:lstStyle>
          <a:p>
            <a:r>
              <a:rPr lang="en-US"/>
              <a:t>Main headline in this space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762719"/>
            <a:ext cx="9144000" cy="1157990"/>
          </a:xfrm>
        </p:spPr>
        <p:txBody>
          <a:bodyPr/>
          <a:lstStyle>
            <a:lvl1pPr marL="0" indent="0" algn="ctr">
              <a:buNone/>
              <a:defRPr sz="2400" b="0" i="0">
                <a:solidFill>
                  <a:schemeClr val="tx2"/>
                </a:solidFill>
                <a:latin typeface="+mn-lt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7" name="object 5">
            <a:extLst>
              <a:ext uri="{FF2B5EF4-FFF2-40B4-BE49-F238E27FC236}">
                <a16:creationId xmlns:a16="http://schemas.microsoft.com/office/drawing/2014/main" id="{D1DB9B8C-7645-ABCE-33C5-AE5EFEBB2A7F}"/>
              </a:ext>
            </a:extLst>
          </p:cNvPr>
          <p:cNvSpPr/>
          <p:nvPr userDrawn="1"/>
        </p:nvSpPr>
        <p:spPr>
          <a:xfrm flipV="1">
            <a:off x="5568893" y="3502459"/>
            <a:ext cx="1054215" cy="27724"/>
          </a:xfrm>
          <a:custGeom>
            <a:avLst/>
            <a:gdLst/>
            <a:ahLst/>
            <a:cxnLst/>
            <a:rect l="l" t="t" r="r" b="b"/>
            <a:pathLst>
              <a:path w="1555115">
                <a:moveTo>
                  <a:pt x="1554926" y="0"/>
                </a:moveTo>
                <a:lnTo>
                  <a:pt x="0" y="0"/>
                </a:lnTo>
              </a:path>
            </a:pathLst>
          </a:custGeom>
          <a:ln w="25400">
            <a:solidFill>
              <a:srgbClr val="E3061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Date Placeholder 32">
            <a:extLst>
              <a:ext uri="{FF2B5EF4-FFF2-40B4-BE49-F238E27FC236}">
                <a16:creationId xmlns:a16="http://schemas.microsoft.com/office/drawing/2014/main" id="{01C001C9-5B6E-1E8D-268D-FAC02B14B9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4" name="Footer Placeholder 33">
            <a:extLst>
              <a:ext uri="{FF2B5EF4-FFF2-40B4-BE49-F238E27FC236}">
                <a16:creationId xmlns:a16="http://schemas.microsoft.com/office/drawing/2014/main" id="{B7163E2A-B91D-D823-A12A-2A573D057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2026 Kinaxis. All Rights Reserved. Access limited to internal use only.</a:t>
            </a:r>
          </a:p>
        </p:txBody>
      </p:sp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EDB682D7-BECB-B519-4A04-98062ABD5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88A8B-C121-C846-AEE5-0D98B869D111}" type="slidenum">
              <a:rPr lang="en-US" sz="800" smtClean="0">
                <a:cs typeface="Calibri" panose="020F0502020204030204" pitchFamily="34" charset="0"/>
              </a:rPr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2466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 b="0" i="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="0" i="0"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D320F09F-7BE1-7269-14E8-D4589D34B63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8724" y="365125"/>
            <a:ext cx="5545319" cy="206963"/>
          </a:xfrm>
          <a:prstGeom prst="rect">
            <a:avLst/>
          </a:prstGeom>
        </p:spPr>
        <p:txBody>
          <a:bodyPr/>
          <a:lstStyle>
            <a:lvl1pPr>
              <a:defRPr sz="971" b="0" i="0" cap="all" spc="364" baseline="0">
                <a:solidFill>
                  <a:schemeClr val="tx2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GB"/>
              <a:t>EYEBROW TITLE</a:t>
            </a:r>
          </a:p>
        </p:txBody>
      </p:sp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173C7F42-1AA8-88D7-7B5F-AF17E714FE5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4EC2EB26-C70F-455E-9BDE-A0031C58795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Copyright © 2026 Kinaxis. All Rights Reserved. Access limited to internal use only.</a:t>
            </a: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D4D23433-1A0F-22CF-FF82-18ED3D259EB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F1488A8B-C121-C846-AEE5-0D98B869D111}" type="slidenum">
              <a:rPr lang="en-US" sz="800" smtClean="0">
                <a:cs typeface="Calibri" panose="020F0502020204030204" pitchFamily="34" charset="0"/>
              </a:rPr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913888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-Standar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6238" y="3652579"/>
            <a:ext cx="6211899" cy="1500187"/>
          </a:xfrm>
        </p:spPr>
        <p:txBody>
          <a:bodyPr/>
          <a:lstStyle>
            <a:lvl1pPr marL="0" indent="0">
              <a:buNone/>
              <a:defRPr sz="2400" b="0" i="0">
                <a:solidFill>
                  <a:schemeClr val="tx2"/>
                </a:solidFill>
                <a:latin typeface="+mn-lt"/>
              </a:defRPr>
            </a:lvl1pPr>
            <a:lvl2pPr marL="457189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E65C1029-2188-09BC-B153-5F69B7942DE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238" y="1386590"/>
            <a:ext cx="6211899" cy="2143593"/>
          </a:xfrm>
        </p:spPr>
        <p:txBody>
          <a:bodyPr anchor="b"/>
          <a:lstStyle>
            <a:lvl1pPr>
              <a:defRPr b="0" i="0">
                <a:latin typeface="+mj-lt"/>
              </a:defRPr>
            </a:lvl1pPr>
          </a:lstStyle>
          <a:p>
            <a:r>
              <a:rPr lang="en-US"/>
              <a:t>Main Headline in this space</a:t>
            </a:r>
          </a:p>
        </p:txBody>
      </p:sp>
      <p:sp>
        <p:nvSpPr>
          <p:cNvPr id="11" name="object 5">
            <a:extLst>
              <a:ext uri="{FF2B5EF4-FFF2-40B4-BE49-F238E27FC236}">
                <a16:creationId xmlns:a16="http://schemas.microsoft.com/office/drawing/2014/main" id="{3187ABD7-5493-3196-821A-38F4552C6C4B}"/>
              </a:ext>
            </a:extLst>
          </p:cNvPr>
          <p:cNvSpPr/>
          <p:nvPr userDrawn="1"/>
        </p:nvSpPr>
        <p:spPr>
          <a:xfrm flipV="1">
            <a:off x="436238" y="3502459"/>
            <a:ext cx="1054215" cy="27724"/>
          </a:xfrm>
          <a:custGeom>
            <a:avLst/>
            <a:gdLst/>
            <a:ahLst/>
            <a:cxnLst/>
            <a:rect l="l" t="t" r="r" b="b"/>
            <a:pathLst>
              <a:path w="1555115">
                <a:moveTo>
                  <a:pt x="1554926" y="0"/>
                </a:moveTo>
                <a:lnTo>
                  <a:pt x="0" y="0"/>
                </a:lnTo>
              </a:path>
            </a:pathLst>
          </a:custGeom>
          <a:ln w="25400">
            <a:solidFill>
              <a:srgbClr val="E3061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Picture Placeholder 9">
            <a:extLst>
              <a:ext uri="{FF2B5EF4-FFF2-40B4-BE49-F238E27FC236}">
                <a16:creationId xmlns:a16="http://schemas.microsoft.com/office/drawing/2014/main" id="{C422E405-FC3E-49CE-065A-73B92CE0C2A8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 flipH="1">
            <a:off x="7244943" y="0"/>
            <a:ext cx="6631760" cy="6899763"/>
          </a:xfrm>
          <a:custGeom>
            <a:avLst/>
            <a:gdLst>
              <a:gd name="connsiteX0" fmla="*/ 9 w 8756650"/>
              <a:gd name="connsiteY0" fmla="*/ 3071565 h 8041482"/>
              <a:gd name="connsiteX1" fmla="*/ 4378325 w 8756650"/>
              <a:gd name="connsiteY1" fmla="*/ 0 h 8041482"/>
              <a:gd name="connsiteX2" fmla="*/ 8756641 w 8756650"/>
              <a:gd name="connsiteY2" fmla="*/ 3071565 h 8041482"/>
              <a:gd name="connsiteX3" fmla="*/ 7084273 w 8756650"/>
              <a:gd name="connsiteY3" fmla="*/ 8041462 h 8041482"/>
              <a:gd name="connsiteX4" fmla="*/ 1672377 w 8756650"/>
              <a:gd name="connsiteY4" fmla="*/ 8041462 h 8041482"/>
              <a:gd name="connsiteX5" fmla="*/ 9 w 8756650"/>
              <a:gd name="connsiteY5" fmla="*/ 3071565 h 8041482"/>
              <a:gd name="connsiteX0" fmla="*/ 0 w 8788716"/>
              <a:gd name="connsiteY0" fmla="*/ 3071565 h 8041462"/>
              <a:gd name="connsiteX1" fmla="*/ 4378316 w 8788716"/>
              <a:gd name="connsiteY1" fmla="*/ 0 h 8041462"/>
              <a:gd name="connsiteX2" fmla="*/ 8788716 w 8788716"/>
              <a:gd name="connsiteY2" fmla="*/ 4499313 h 8041462"/>
              <a:gd name="connsiteX3" fmla="*/ 7084264 w 8788716"/>
              <a:gd name="connsiteY3" fmla="*/ 8041462 h 8041462"/>
              <a:gd name="connsiteX4" fmla="*/ 1672368 w 8788716"/>
              <a:gd name="connsiteY4" fmla="*/ 8041462 h 8041462"/>
              <a:gd name="connsiteX5" fmla="*/ 0 w 8788716"/>
              <a:gd name="connsiteY5" fmla="*/ 3071565 h 8041462"/>
              <a:gd name="connsiteX0" fmla="*/ 0 w 8788716"/>
              <a:gd name="connsiteY0" fmla="*/ 2285502 h 7255399"/>
              <a:gd name="connsiteX1" fmla="*/ 5838148 w 8788716"/>
              <a:gd name="connsiteY1" fmla="*/ 0 h 7255399"/>
              <a:gd name="connsiteX2" fmla="*/ 8788716 w 8788716"/>
              <a:gd name="connsiteY2" fmla="*/ 3713250 h 7255399"/>
              <a:gd name="connsiteX3" fmla="*/ 7084264 w 8788716"/>
              <a:gd name="connsiteY3" fmla="*/ 7255399 h 7255399"/>
              <a:gd name="connsiteX4" fmla="*/ 1672368 w 8788716"/>
              <a:gd name="connsiteY4" fmla="*/ 7255399 h 7255399"/>
              <a:gd name="connsiteX5" fmla="*/ 0 w 8788716"/>
              <a:gd name="connsiteY5" fmla="*/ 2285502 h 7255399"/>
              <a:gd name="connsiteX0" fmla="*/ 0 w 8868926"/>
              <a:gd name="connsiteY0" fmla="*/ 0 h 7263918"/>
              <a:gd name="connsiteX1" fmla="*/ 5918358 w 8868926"/>
              <a:gd name="connsiteY1" fmla="*/ 8519 h 7263918"/>
              <a:gd name="connsiteX2" fmla="*/ 8868926 w 8868926"/>
              <a:gd name="connsiteY2" fmla="*/ 3721769 h 7263918"/>
              <a:gd name="connsiteX3" fmla="*/ 7164474 w 8868926"/>
              <a:gd name="connsiteY3" fmla="*/ 7263918 h 7263918"/>
              <a:gd name="connsiteX4" fmla="*/ 1752578 w 8868926"/>
              <a:gd name="connsiteY4" fmla="*/ 7263918 h 7263918"/>
              <a:gd name="connsiteX5" fmla="*/ 0 w 8868926"/>
              <a:gd name="connsiteY5" fmla="*/ 0 h 7263918"/>
              <a:gd name="connsiteX0" fmla="*/ 0 w 8868926"/>
              <a:gd name="connsiteY0" fmla="*/ 0 h 7312044"/>
              <a:gd name="connsiteX1" fmla="*/ 5918358 w 8868926"/>
              <a:gd name="connsiteY1" fmla="*/ 8519 h 7312044"/>
              <a:gd name="connsiteX2" fmla="*/ 8868926 w 8868926"/>
              <a:gd name="connsiteY2" fmla="*/ 3721769 h 7312044"/>
              <a:gd name="connsiteX3" fmla="*/ 5800895 w 8868926"/>
              <a:gd name="connsiteY3" fmla="*/ 7312044 h 7312044"/>
              <a:gd name="connsiteX4" fmla="*/ 1752578 w 8868926"/>
              <a:gd name="connsiteY4" fmla="*/ 7263918 h 7312044"/>
              <a:gd name="connsiteX5" fmla="*/ 0 w 8868926"/>
              <a:gd name="connsiteY5" fmla="*/ 0 h 7312044"/>
              <a:gd name="connsiteX0" fmla="*/ 0 w 8836842"/>
              <a:gd name="connsiteY0" fmla="*/ 0 h 7312044"/>
              <a:gd name="connsiteX1" fmla="*/ 5918358 w 8836842"/>
              <a:gd name="connsiteY1" fmla="*/ 8519 h 7312044"/>
              <a:gd name="connsiteX2" fmla="*/ 8836842 w 8836842"/>
              <a:gd name="connsiteY2" fmla="*/ 3625516 h 7312044"/>
              <a:gd name="connsiteX3" fmla="*/ 5800895 w 8836842"/>
              <a:gd name="connsiteY3" fmla="*/ 7312044 h 7312044"/>
              <a:gd name="connsiteX4" fmla="*/ 1752578 w 8836842"/>
              <a:gd name="connsiteY4" fmla="*/ 7263918 h 7312044"/>
              <a:gd name="connsiteX5" fmla="*/ 0 w 8836842"/>
              <a:gd name="connsiteY5" fmla="*/ 0 h 7312044"/>
              <a:gd name="connsiteX0" fmla="*/ 0 w 8836842"/>
              <a:gd name="connsiteY0" fmla="*/ 0 h 7312044"/>
              <a:gd name="connsiteX1" fmla="*/ 5918358 w 8836842"/>
              <a:gd name="connsiteY1" fmla="*/ 8519 h 7312044"/>
              <a:gd name="connsiteX2" fmla="*/ 8836842 w 8836842"/>
              <a:gd name="connsiteY2" fmla="*/ 3625516 h 7312044"/>
              <a:gd name="connsiteX3" fmla="*/ 5800895 w 8836842"/>
              <a:gd name="connsiteY3" fmla="*/ 7312044 h 7312044"/>
              <a:gd name="connsiteX4" fmla="*/ 20031 w 8836842"/>
              <a:gd name="connsiteY4" fmla="*/ 7296002 h 7312044"/>
              <a:gd name="connsiteX5" fmla="*/ 0 w 8836842"/>
              <a:gd name="connsiteY5" fmla="*/ 0 h 7312044"/>
              <a:gd name="connsiteX0" fmla="*/ 0 w 11836715"/>
              <a:gd name="connsiteY0" fmla="*/ 0 h 7344129"/>
              <a:gd name="connsiteX1" fmla="*/ 8918231 w 11836715"/>
              <a:gd name="connsiteY1" fmla="*/ 40604 h 7344129"/>
              <a:gd name="connsiteX2" fmla="*/ 11836715 w 11836715"/>
              <a:gd name="connsiteY2" fmla="*/ 3657601 h 7344129"/>
              <a:gd name="connsiteX3" fmla="*/ 8800768 w 11836715"/>
              <a:gd name="connsiteY3" fmla="*/ 7344129 h 7344129"/>
              <a:gd name="connsiteX4" fmla="*/ 3019904 w 11836715"/>
              <a:gd name="connsiteY4" fmla="*/ 7328087 h 7344129"/>
              <a:gd name="connsiteX5" fmla="*/ 0 w 11836715"/>
              <a:gd name="connsiteY5" fmla="*/ 0 h 7344129"/>
              <a:gd name="connsiteX0" fmla="*/ 12054 w 11848769"/>
              <a:gd name="connsiteY0" fmla="*/ 0 h 7344129"/>
              <a:gd name="connsiteX1" fmla="*/ 8930285 w 11848769"/>
              <a:gd name="connsiteY1" fmla="*/ 40604 h 7344129"/>
              <a:gd name="connsiteX2" fmla="*/ 11848769 w 11848769"/>
              <a:gd name="connsiteY2" fmla="*/ 3657601 h 7344129"/>
              <a:gd name="connsiteX3" fmla="*/ 8812822 w 11848769"/>
              <a:gd name="connsiteY3" fmla="*/ 7344129 h 7344129"/>
              <a:gd name="connsiteX4" fmla="*/ 0 w 11848769"/>
              <a:gd name="connsiteY4" fmla="*/ 6205140 h 7344129"/>
              <a:gd name="connsiteX5" fmla="*/ 12054 w 11848769"/>
              <a:gd name="connsiteY5" fmla="*/ 0 h 7344129"/>
              <a:gd name="connsiteX0" fmla="*/ 12054 w 11848769"/>
              <a:gd name="connsiteY0" fmla="*/ 0 h 6205140"/>
              <a:gd name="connsiteX1" fmla="*/ 8930285 w 11848769"/>
              <a:gd name="connsiteY1" fmla="*/ 40604 h 6205140"/>
              <a:gd name="connsiteX2" fmla="*/ 11848769 w 11848769"/>
              <a:gd name="connsiteY2" fmla="*/ 3657601 h 6205140"/>
              <a:gd name="connsiteX3" fmla="*/ 8909074 w 11848769"/>
              <a:gd name="connsiteY3" fmla="*/ 6205140 h 6205140"/>
              <a:gd name="connsiteX4" fmla="*/ 0 w 11848769"/>
              <a:gd name="connsiteY4" fmla="*/ 6205140 h 6205140"/>
              <a:gd name="connsiteX5" fmla="*/ 12054 w 11848769"/>
              <a:gd name="connsiteY5" fmla="*/ 0 h 6205140"/>
              <a:gd name="connsiteX0" fmla="*/ 12054 w 11479800"/>
              <a:gd name="connsiteY0" fmla="*/ 0 h 6205140"/>
              <a:gd name="connsiteX1" fmla="*/ 8930285 w 11479800"/>
              <a:gd name="connsiteY1" fmla="*/ 40604 h 6205140"/>
              <a:gd name="connsiteX2" fmla="*/ 11479800 w 11479800"/>
              <a:gd name="connsiteY2" fmla="*/ 3096128 h 6205140"/>
              <a:gd name="connsiteX3" fmla="*/ 8909074 w 11479800"/>
              <a:gd name="connsiteY3" fmla="*/ 6205140 h 6205140"/>
              <a:gd name="connsiteX4" fmla="*/ 0 w 11479800"/>
              <a:gd name="connsiteY4" fmla="*/ 6205140 h 6205140"/>
              <a:gd name="connsiteX5" fmla="*/ 12054 w 11479800"/>
              <a:gd name="connsiteY5" fmla="*/ 0 h 6205140"/>
              <a:gd name="connsiteX0" fmla="*/ 0 w 11467746"/>
              <a:gd name="connsiteY0" fmla="*/ 0 h 6205140"/>
              <a:gd name="connsiteX1" fmla="*/ 8918231 w 11467746"/>
              <a:gd name="connsiteY1" fmla="*/ 40604 h 6205140"/>
              <a:gd name="connsiteX2" fmla="*/ 11467746 w 11467746"/>
              <a:gd name="connsiteY2" fmla="*/ 3096128 h 6205140"/>
              <a:gd name="connsiteX3" fmla="*/ 8897020 w 11467746"/>
              <a:gd name="connsiteY3" fmla="*/ 6205140 h 6205140"/>
              <a:gd name="connsiteX4" fmla="*/ 20030 w 11467746"/>
              <a:gd name="connsiteY4" fmla="*/ 6205140 h 6205140"/>
              <a:gd name="connsiteX5" fmla="*/ 0 w 11467746"/>
              <a:gd name="connsiteY5" fmla="*/ 0 h 6205140"/>
              <a:gd name="connsiteX0" fmla="*/ 0 w 11467746"/>
              <a:gd name="connsiteY0" fmla="*/ 0 h 6205140"/>
              <a:gd name="connsiteX1" fmla="*/ 8918231 w 11467746"/>
              <a:gd name="connsiteY1" fmla="*/ 40604 h 6205140"/>
              <a:gd name="connsiteX2" fmla="*/ 11467746 w 11467746"/>
              <a:gd name="connsiteY2" fmla="*/ 3096128 h 6205140"/>
              <a:gd name="connsiteX3" fmla="*/ 8897020 w 11467746"/>
              <a:gd name="connsiteY3" fmla="*/ 6205140 h 6205140"/>
              <a:gd name="connsiteX4" fmla="*/ 20030 w 11467746"/>
              <a:gd name="connsiteY4" fmla="*/ 6205140 h 6205140"/>
              <a:gd name="connsiteX5" fmla="*/ 0 w 11467746"/>
              <a:gd name="connsiteY5" fmla="*/ 0 h 6205140"/>
              <a:gd name="connsiteX0" fmla="*/ 0 w 11467746"/>
              <a:gd name="connsiteY0" fmla="*/ 0 h 6205140"/>
              <a:gd name="connsiteX1" fmla="*/ 8918231 w 11467746"/>
              <a:gd name="connsiteY1" fmla="*/ 24562 h 6205140"/>
              <a:gd name="connsiteX2" fmla="*/ 11467746 w 11467746"/>
              <a:gd name="connsiteY2" fmla="*/ 3096128 h 6205140"/>
              <a:gd name="connsiteX3" fmla="*/ 8897020 w 11467746"/>
              <a:gd name="connsiteY3" fmla="*/ 6205140 h 6205140"/>
              <a:gd name="connsiteX4" fmla="*/ 20030 w 11467746"/>
              <a:gd name="connsiteY4" fmla="*/ 6205140 h 6205140"/>
              <a:gd name="connsiteX5" fmla="*/ 0 w 11467746"/>
              <a:gd name="connsiteY5" fmla="*/ 0 h 6205140"/>
              <a:gd name="connsiteX0" fmla="*/ 0 w 11467746"/>
              <a:gd name="connsiteY0" fmla="*/ 0 h 6205140"/>
              <a:gd name="connsiteX1" fmla="*/ 8918231 w 11467746"/>
              <a:gd name="connsiteY1" fmla="*/ 24562 h 6205140"/>
              <a:gd name="connsiteX2" fmla="*/ 11467746 w 11467746"/>
              <a:gd name="connsiteY2" fmla="*/ 3096128 h 6205140"/>
              <a:gd name="connsiteX3" fmla="*/ 8913062 w 11467746"/>
              <a:gd name="connsiteY3" fmla="*/ 6205140 h 6205140"/>
              <a:gd name="connsiteX4" fmla="*/ 20030 w 11467746"/>
              <a:gd name="connsiteY4" fmla="*/ 6205140 h 6205140"/>
              <a:gd name="connsiteX5" fmla="*/ 0 w 11467746"/>
              <a:gd name="connsiteY5" fmla="*/ 0 h 6205140"/>
              <a:gd name="connsiteX0" fmla="*/ 0 w 11467746"/>
              <a:gd name="connsiteY0" fmla="*/ 2205290 h 8410430"/>
              <a:gd name="connsiteX1" fmla="*/ 6191074 w 11467746"/>
              <a:gd name="connsiteY1" fmla="*/ 0 h 8410430"/>
              <a:gd name="connsiteX2" fmla="*/ 11467746 w 11467746"/>
              <a:gd name="connsiteY2" fmla="*/ 5301418 h 8410430"/>
              <a:gd name="connsiteX3" fmla="*/ 8913062 w 11467746"/>
              <a:gd name="connsiteY3" fmla="*/ 8410430 h 8410430"/>
              <a:gd name="connsiteX4" fmla="*/ 20030 w 11467746"/>
              <a:gd name="connsiteY4" fmla="*/ 8410430 h 8410430"/>
              <a:gd name="connsiteX5" fmla="*/ 0 w 11467746"/>
              <a:gd name="connsiteY5" fmla="*/ 2205290 h 8410430"/>
              <a:gd name="connsiteX0" fmla="*/ 0 w 10858146"/>
              <a:gd name="connsiteY0" fmla="*/ 2205290 h 8410430"/>
              <a:gd name="connsiteX1" fmla="*/ 6191074 w 10858146"/>
              <a:gd name="connsiteY1" fmla="*/ 0 h 8410430"/>
              <a:gd name="connsiteX2" fmla="*/ 10858146 w 10858146"/>
              <a:gd name="connsiteY2" fmla="*/ 5686428 h 8410430"/>
              <a:gd name="connsiteX3" fmla="*/ 8913062 w 10858146"/>
              <a:gd name="connsiteY3" fmla="*/ 8410430 h 8410430"/>
              <a:gd name="connsiteX4" fmla="*/ 20030 w 10858146"/>
              <a:gd name="connsiteY4" fmla="*/ 8410430 h 8410430"/>
              <a:gd name="connsiteX5" fmla="*/ 0 w 10858146"/>
              <a:gd name="connsiteY5" fmla="*/ 2205290 h 8410430"/>
              <a:gd name="connsiteX0" fmla="*/ 0 w 10858146"/>
              <a:gd name="connsiteY0" fmla="*/ 2205290 h 11330093"/>
              <a:gd name="connsiteX1" fmla="*/ 6191074 w 10858146"/>
              <a:gd name="connsiteY1" fmla="*/ 0 h 11330093"/>
              <a:gd name="connsiteX2" fmla="*/ 10858146 w 10858146"/>
              <a:gd name="connsiteY2" fmla="*/ 5686428 h 11330093"/>
              <a:gd name="connsiteX3" fmla="*/ 6250072 w 10858146"/>
              <a:gd name="connsiteY3" fmla="*/ 11330093 h 11330093"/>
              <a:gd name="connsiteX4" fmla="*/ 20030 w 10858146"/>
              <a:gd name="connsiteY4" fmla="*/ 8410430 h 11330093"/>
              <a:gd name="connsiteX5" fmla="*/ 0 w 10858146"/>
              <a:gd name="connsiteY5" fmla="*/ 2205290 h 11330093"/>
              <a:gd name="connsiteX0" fmla="*/ 44678 w 10902824"/>
              <a:gd name="connsiteY0" fmla="*/ 2205290 h 11362178"/>
              <a:gd name="connsiteX1" fmla="*/ 6235752 w 10902824"/>
              <a:gd name="connsiteY1" fmla="*/ 0 h 11362178"/>
              <a:gd name="connsiteX2" fmla="*/ 10902824 w 10902824"/>
              <a:gd name="connsiteY2" fmla="*/ 5686428 h 11362178"/>
              <a:gd name="connsiteX3" fmla="*/ 6294750 w 10902824"/>
              <a:gd name="connsiteY3" fmla="*/ 11330093 h 11362178"/>
              <a:gd name="connsiteX4" fmla="*/ 540 w 10902824"/>
              <a:gd name="connsiteY4" fmla="*/ 11362178 h 11362178"/>
              <a:gd name="connsiteX5" fmla="*/ 44678 w 10902824"/>
              <a:gd name="connsiteY5" fmla="*/ 2205290 h 11362178"/>
              <a:gd name="connsiteX0" fmla="*/ 13182 w 10903412"/>
              <a:gd name="connsiteY0" fmla="*/ 0 h 11370698"/>
              <a:gd name="connsiteX1" fmla="*/ 6236340 w 10903412"/>
              <a:gd name="connsiteY1" fmla="*/ 8520 h 11370698"/>
              <a:gd name="connsiteX2" fmla="*/ 10903412 w 10903412"/>
              <a:gd name="connsiteY2" fmla="*/ 5694948 h 11370698"/>
              <a:gd name="connsiteX3" fmla="*/ 6295338 w 10903412"/>
              <a:gd name="connsiteY3" fmla="*/ 11338613 h 11370698"/>
              <a:gd name="connsiteX4" fmla="*/ 1128 w 10903412"/>
              <a:gd name="connsiteY4" fmla="*/ 11370698 h 11370698"/>
              <a:gd name="connsiteX5" fmla="*/ 13182 w 10903412"/>
              <a:gd name="connsiteY5" fmla="*/ 0 h 11370698"/>
              <a:gd name="connsiteX0" fmla="*/ 44678 w 10934908"/>
              <a:gd name="connsiteY0" fmla="*/ 0 h 11354655"/>
              <a:gd name="connsiteX1" fmla="*/ 6267836 w 10934908"/>
              <a:gd name="connsiteY1" fmla="*/ 8520 h 11354655"/>
              <a:gd name="connsiteX2" fmla="*/ 10934908 w 10934908"/>
              <a:gd name="connsiteY2" fmla="*/ 5694948 h 11354655"/>
              <a:gd name="connsiteX3" fmla="*/ 6326834 w 10934908"/>
              <a:gd name="connsiteY3" fmla="*/ 11338613 h 11354655"/>
              <a:gd name="connsiteX4" fmla="*/ 540 w 10934908"/>
              <a:gd name="connsiteY4" fmla="*/ 11354655 h 11354655"/>
              <a:gd name="connsiteX5" fmla="*/ 44678 w 10934908"/>
              <a:gd name="connsiteY5" fmla="*/ 0 h 11354655"/>
              <a:gd name="connsiteX0" fmla="*/ 13182 w 10935496"/>
              <a:gd name="connsiteY0" fmla="*/ 0 h 11370698"/>
              <a:gd name="connsiteX1" fmla="*/ 6268424 w 10935496"/>
              <a:gd name="connsiteY1" fmla="*/ 24563 h 11370698"/>
              <a:gd name="connsiteX2" fmla="*/ 10935496 w 10935496"/>
              <a:gd name="connsiteY2" fmla="*/ 5710991 h 11370698"/>
              <a:gd name="connsiteX3" fmla="*/ 6327422 w 10935496"/>
              <a:gd name="connsiteY3" fmla="*/ 11354656 h 11370698"/>
              <a:gd name="connsiteX4" fmla="*/ 1128 w 10935496"/>
              <a:gd name="connsiteY4" fmla="*/ 11370698 h 11370698"/>
              <a:gd name="connsiteX5" fmla="*/ 13182 w 10935496"/>
              <a:gd name="connsiteY5" fmla="*/ 0 h 11370698"/>
              <a:gd name="connsiteX0" fmla="*/ 13182 w 10935496"/>
              <a:gd name="connsiteY0" fmla="*/ 7521 h 11378219"/>
              <a:gd name="connsiteX1" fmla="*/ 6220298 w 10935496"/>
              <a:gd name="connsiteY1" fmla="*/ 0 h 11378219"/>
              <a:gd name="connsiteX2" fmla="*/ 10935496 w 10935496"/>
              <a:gd name="connsiteY2" fmla="*/ 5718512 h 11378219"/>
              <a:gd name="connsiteX3" fmla="*/ 6327422 w 10935496"/>
              <a:gd name="connsiteY3" fmla="*/ 11362177 h 11378219"/>
              <a:gd name="connsiteX4" fmla="*/ 1128 w 10935496"/>
              <a:gd name="connsiteY4" fmla="*/ 11378219 h 11378219"/>
              <a:gd name="connsiteX5" fmla="*/ 13182 w 10935496"/>
              <a:gd name="connsiteY5" fmla="*/ 7521 h 11378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935496" h="11378219">
                <a:moveTo>
                  <a:pt x="13182" y="7521"/>
                </a:moveTo>
                <a:lnTo>
                  <a:pt x="6220298" y="0"/>
                </a:lnTo>
                <a:lnTo>
                  <a:pt x="10935496" y="5718512"/>
                </a:lnTo>
                <a:lnTo>
                  <a:pt x="6327422" y="11362177"/>
                </a:lnTo>
                <a:lnTo>
                  <a:pt x="1128" y="11378219"/>
                </a:lnTo>
                <a:cubicBezTo>
                  <a:pt x="-5549" y="9309839"/>
                  <a:pt x="19859" y="2075901"/>
                  <a:pt x="13182" y="7521"/>
                </a:cubicBezTo>
                <a:close/>
              </a:path>
            </a:pathLst>
          </a:custGeom>
          <a:pattFill prst="pct80">
            <a:fgClr>
              <a:schemeClr val="tx2"/>
            </a:fgClr>
            <a:bgClr>
              <a:schemeClr val="tx1"/>
            </a:bgClr>
          </a:pattFill>
        </p:spPr>
        <p:txBody>
          <a:bodyPr anchor="ctr">
            <a:normAutofit/>
          </a:bodyPr>
          <a:lstStyle>
            <a:lvl1pPr algn="ctr">
              <a:defRPr sz="1400" b="0" i="0">
                <a:solidFill>
                  <a:schemeClr val="bg2"/>
                </a:solidFill>
                <a:latin typeface="Lato" panose="020F0502020204030203" pitchFamily="34" charset="77"/>
              </a:defRPr>
            </a:lvl1pPr>
          </a:lstStyle>
          <a:p>
            <a:r>
              <a:rPr lang="en-US"/>
              <a:t>Click icon to add photo.</a:t>
            </a:r>
          </a:p>
          <a:p>
            <a:r>
              <a:rPr lang="en-US"/>
              <a:t>Or drag photo into this space.</a:t>
            </a:r>
          </a:p>
        </p:txBody>
      </p:sp>
      <p:sp>
        <p:nvSpPr>
          <p:cNvPr id="25" name="Date Placeholder 24">
            <a:extLst>
              <a:ext uri="{FF2B5EF4-FFF2-40B4-BE49-F238E27FC236}">
                <a16:creationId xmlns:a16="http://schemas.microsoft.com/office/drawing/2014/main" id="{D2D93B9D-1995-8033-C077-F4C7BCDEE8B2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6" name="Footer Placeholder 25">
            <a:extLst>
              <a:ext uri="{FF2B5EF4-FFF2-40B4-BE49-F238E27FC236}">
                <a16:creationId xmlns:a16="http://schemas.microsoft.com/office/drawing/2014/main" id="{BEF9D3AF-F102-1464-608D-B7EAD3553827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US"/>
              <a:t>Copyright © 2026 Kinaxis. All Rights Reserved. Access limited to internal use only.</a:t>
            </a:r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E5A5B001-2AD2-E79B-9BAB-A8839027777F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F1488A8B-C121-C846-AEE5-0D98B869D111}" type="slidenum">
              <a:rPr lang="en-US" sz="800" smtClean="0">
                <a:cs typeface="Calibri" panose="020F0502020204030204" pitchFamily="34" charset="0"/>
              </a:rPr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2320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8724" y="1825624"/>
            <a:ext cx="5561076" cy="4351339"/>
          </a:xfrm>
        </p:spPr>
        <p:txBody>
          <a:bodyPr>
            <a:normAutofit/>
          </a:bodyPr>
          <a:lstStyle>
            <a:lvl1pPr>
              <a:defRPr sz="2800" b="0" i="0">
                <a:latin typeface="+mn-lt"/>
              </a:defRPr>
            </a:lvl1pPr>
            <a:lvl2pPr>
              <a:defRPr sz="2000">
                <a:latin typeface="+mn-lt"/>
              </a:defRPr>
            </a:lvl2pPr>
            <a:lvl3pPr>
              <a:defRPr sz="20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20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4"/>
            <a:ext cx="5561076" cy="4351339"/>
          </a:xfrm>
        </p:spPr>
        <p:txBody>
          <a:bodyPr>
            <a:normAutofit/>
          </a:bodyPr>
          <a:lstStyle>
            <a:lvl1pPr>
              <a:defRPr sz="2800" b="0" i="0">
                <a:latin typeface="+mn-lt"/>
              </a:defRPr>
            </a:lvl1pPr>
            <a:lvl2pPr>
              <a:defRPr sz="2000">
                <a:latin typeface="+mn-lt"/>
              </a:defRPr>
            </a:lvl2pPr>
            <a:lvl3pPr>
              <a:defRPr sz="20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20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48CE7FF5-BD7C-F264-A9D6-BF59AC6863C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8724" y="365125"/>
            <a:ext cx="5545319" cy="206963"/>
          </a:xfrm>
          <a:prstGeom prst="rect">
            <a:avLst/>
          </a:prstGeom>
        </p:spPr>
        <p:txBody>
          <a:bodyPr/>
          <a:lstStyle>
            <a:lvl1pPr>
              <a:defRPr sz="971" b="0" i="0" cap="all" spc="364" baseline="0">
                <a:solidFill>
                  <a:schemeClr val="tx2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GB"/>
              <a:t>EYEBROW TITLE</a:t>
            </a:r>
          </a:p>
        </p:txBody>
      </p:sp>
      <p:sp>
        <p:nvSpPr>
          <p:cNvPr id="24" name="Date Placeholder 23">
            <a:extLst>
              <a:ext uri="{FF2B5EF4-FFF2-40B4-BE49-F238E27FC236}">
                <a16:creationId xmlns:a16="http://schemas.microsoft.com/office/drawing/2014/main" id="{F0E8761A-185F-3D28-0FDB-F4937D6993C3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5" name="Footer Placeholder 24">
            <a:extLst>
              <a:ext uri="{FF2B5EF4-FFF2-40B4-BE49-F238E27FC236}">
                <a16:creationId xmlns:a16="http://schemas.microsoft.com/office/drawing/2014/main" id="{DB9B6B61-040C-E004-73B2-F9CE0B264E2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Copyright © 2026 Kinaxis. All Rights Reserved. Access limited to internal use only.</a:t>
            </a:r>
          </a:p>
        </p:txBody>
      </p:sp>
      <p:sp>
        <p:nvSpPr>
          <p:cNvPr id="26" name="Slide Number Placeholder 25">
            <a:extLst>
              <a:ext uri="{FF2B5EF4-FFF2-40B4-BE49-F238E27FC236}">
                <a16:creationId xmlns:a16="http://schemas.microsoft.com/office/drawing/2014/main" id="{97B95981-68F3-754D-700C-6A926B6764E4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F1488A8B-C121-C846-AEE5-0D98B869D111}" type="slidenum">
              <a:rPr lang="en-US" sz="800" smtClean="0">
                <a:cs typeface="Calibri" panose="020F0502020204030204" pitchFamily="34" charset="0"/>
              </a:rPr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159100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8724" y="1825624"/>
            <a:ext cx="3657600" cy="4351339"/>
          </a:xfrm>
        </p:spPr>
        <p:txBody>
          <a:bodyPr>
            <a:normAutofit/>
          </a:bodyPr>
          <a:lstStyle>
            <a:lvl1pPr>
              <a:defRPr sz="2400" b="0" i="0">
                <a:latin typeface="+mn-lt"/>
              </a:defRPr>
            </a:lvl1pPr>
            <a:lvl2pPr>
              <a:defRPr sz="1800">
                <a:latin typeface="+mn-lt"/>
              </a:defRPr>
            </a:lvl2pPr>
            <a:lvl3pPr>
              <a:defRPr sz="1800">
                <a:latin typeface="+mn-lt"/>
              </a:defRPr>
            </a:lvl3pPr>
            <a:lvl4pPr>
              <a:defRPr sz="1800">
                <a:latin typeface="+mn-lt"/>
              </a:defRPr>
            </a:lvl4pPr>
            <a:lvl5pPr>
              <a:defRPr sz="18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67201" y="1825624"/>
            <a:ext cx="3657600" cy="4351339"/>
          </a:xfrm>
        </p:spPr>
        <p:txBody>
          <a:bodyPr>
            <a:normAutofit/>
          </a:bodyPr>
          <a:lstStyle>
            <a:lvl1pPr>
              <a:defRPr sz="2400" b="0" i="0">
                <a:latin typeface="+mn-lt"/>
              </a:defRPr>
            </a:lvl1pPr>
            <a:lvl2pPr>
              <a:defRPr sz="1800">
                <a:latin typeface="+mn-lt"/>
              </a:defRPr>
            </a:lvl2pPr>
            <a:lvl3pPr>
              <a:defRPr sz="1800">
                <a:latin typeface="+mn-lt"/>
              </a:defRPr>
            </a:lvl3pPr>
            <a:lvl4pPr>
              <a:defRPr sz="1800">
                <a:latin typeface="+mn-lt"/>
              </a:defRPr>
            </a:lvl4pPr>
            <a:lvl5pPr>
              <a:defRPr sz="18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92DC96-64CC-9979-0332-03EB450D282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075678" y="1825021"/>
            <a:ext cx="3657600" cy="4352544"/>
          </a:xfrm>
        </p:spPr>
        <p:txBody>
          <a:bodyPr>
            <a:normAutofit/>
          </a:bodyPr>
          <a:lstStyle>
            <a:lvl1pPr>
              <a:defRPr sz="2400" b="0" i="0">
                <a:latin typeface="+mn-lt"/>
              </a:defRPr>
            </a:lvl1pPr>
            <a:lvl2pPr>
              <a:defRPr sz="1800">
                <a:latin typeface="+mn-lt"/>
              </a:defRPr>
            </a:lvl2pPr>
            <a:lvl3pPr>
              <a:defRPr sz="1800">
                <a:latin typeface="+mn-lt"/>
              </a:defRPr>
            </a:lvl3pPr>
            <a:lvl4pPr>
              <a:defRPr sz="1800">
                <a:latin typeface="+mn-lt"/>
              </a:defRPr>
            </a:lvl4pPr>
            <a:lvl5pPr>
              <a:defRPr sz="18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0BAB8861-A611-7E26-77B8-F095103A016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8724" y="365125"/>
            <a:ext cx="5545319" cy="206963"/>
          </a:xfrm>
          <a:prstGeom prst="rect">
            <a:avLst/>
          </a:prstGeom>
        </p:spPr>
        <p:txBody>
          <a:bodyPr/>
          <a:lstStyle>
            <a:lvl1pPr>
              <a:defRPr sz="971" b="0" i="0" cap="all" spc="364" baseline="0">
                <a:solidFill>
                  <a:schemeClr val="tx2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GB"/>
              <a:t>EYEBROW TITLE</a:t>
            </a:r>
          </a:p>
        </p:txBody>
      </p:sp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EF72C085-C9D0-ADC0-7A35-F0F88CF9442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3C17C32B-E964-B55A-1E2B-3D0B47F185C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Copyright © 2026 Kinaxis. All Rights Reserved. Access limited to internal use only.</a:t>
            </a: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F89D9C42-651B-B697-B446-62FF56022CD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1488A8B-C121-C846-AEE5-0D98B869D111}" type="slidenum">
              <a:rPr lang="en-US" sz="800" smtClean="0">
                <a:cs typeface="Calibri" panose="020F0502020204030204" pitchFamily="34" charset="0"/>
              </a:rPr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327325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8724" y="365125"/>
            <a:ext cx="11274552" cy="1325563"/>
          </a:xfrm>
        </p:spPr>
        <p:txBody>
          <a:bodyPr/>
          <a:lstStyle>
            <a:lvl1pPr>
              <a:defRPr b="0" i="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8724" y="1681163"/>
            <a:ext cx="5538853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 i="0"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8724" y="2505075"/>
            <a:ext cx="5538853" cy="3684588"/>
          </a:xfrm>
        </p:spPr>
        <p:txBody>
          <a:bodyPr>
            <a:normAutofit/>
          </a:bodyPr>
          <a:lstStyle>
            <a:lvl1pPr>
              <a:defRPr sz="2400" b="0" i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  <a:lvl2pPr>
              <a:defRPr sz="1800">
                <a:solidFill>
                  <a:schemeClr val="bg1">
                    <a:lumMod val="50000"/>
                  </a:schemeClr>
                </a:solidFill>
                <a:latin typeface="+mn-lt"/>
              </a:defRPr>
            </a:lvl2pPr>
            <a:lvl3pPr>
              <a:defRPr sz="1800">
                <a:solidFill>
                  <a:schemeClr val="bg1">
                    <a:lumMod val="50000"/>
                  </a:schemeClr>
                </a:solidFill>
                <a:latin typeface="+mn-lt"/>
              </a:defRPr>
            </a:lvl3pPr>
            <a:lvl4pPr>
              <a:defRPr sz="1800">
                <a:solidFill>
                  <a:schemeClr val="bg1">
                    <a:lumMod val="50000"/>
                  </a:schemeClr>
                </a:solidFill>
                <a:latin typeface="+mn-lt"/>
              </a:defRPr>
            </a:lvl4pPr>
            <a:lvl5pPr>
              <a:defRPr sz="1800">
                <a:solidFill>
                  <a:schemeClr val="bg1">
                    <a:lumMod val="50000"/>
                  </a:schemeClr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4425" y="1690376"/>
            <a:ext cx="5538852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 i="0"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4425" y="2514288"/>
            <a:ext cx="5538852" cy="3684588"/>
          </a:xfrm>
        </p:spPr>
        <p:txBody>
          <a:bodyPr>
            <a:normAutofit/>
          </a:bodyPr>
          <a:lstStyle>
            <a:lvl1pPr>
              <a:defRPr sz="2400" b="0" i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  <a:lvl2pPr>
              <a:defRPr sz="1800">
                <a:solidFill>
                  <a:schemeClr val="bg1">
                    <a:lumMod val="50000"/>
                  </a:schemeClr>
                </a:solidFill>
                <a:latin typeface="+mn-lt"/>
              </a:defRPr>
            </a:lvl2pPr>
            <a:lvl3pPr>
              <a:defRPr sz="1800">
                <a:solidFill>
                  <a:schemeClr val="bg1">
                    <a:lumMod val="50000"/>
                  </a:schemeClr>
                </a:solidFill>
                <a:latin typeface="+mn-lt"/>
              </a:defRPr>
            </a:lvl3pPr>
            <a:lvl4pPr>
              <a:defRPr sz="1800">
                <a:solidFill>
                  <a:schemeClr val="bg1">
                    <a:lumMod val="50000"/>
                  </a:schemeClr>
                </a:solidFill>
                <a:latin typeface="+mn-lt"/>
              </a:defRPr>
            </a:lvl4pPr>
            <a:lvl5pPr>
              <a:defRPr sz="1800">
                <a:solidFill>
                  <a:schemeClr val="bg1">
                    <a:lumMod val="50000"/>
                  </a:schemeClr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5F85E14F-87DA-2574-F45D-7841ACA65BD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8724" y="365125"/>
            <a:ext cx="5545319" cy="206963"/>
          </a:xfrm>
          <a:prstGeom prst="rect">
            <a:avLst/>
          </a:prstGeom>
        </p:spPr>
        <p:txBody>
          <a:bodyPr/>
          <a:lstStyle>
            <a:lvl1pPr>
              <a:defRPr sz="971" b="0" i="0" cap="all" spc="364" baseline="0">
                <a:solidFill>
                  <a:schemeClr val="tx2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GB"/>
              <a:t>EYEBROW TITLE</a:t>
            </a:r>
          </a:p>
        </p:txBody>
      </p:sp>
      <p:sp>
        <p:nvSpPr>
          <p:cNvPr id="24" name="Date Placeholder 23">
            <a:extLst>
              <a:ext uri="{FF2B5EF4-FFF2-40B4-BE49-F238E27FC236}">
                <a16:creationId xmlns:a16="http://schemas.microsoft.com/office/drawing/2014/main" id="{061ED905-D2AE-FB98-F7E8-2C377DC6641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5" name="Footer Placeholder 24">
            <a:extLst>
              <a:ext uri="{FF2B5EF4-FFF2-40B4-BE49-F238E27FC236}">
                <a16:creationId xmlns:a16="http://schemas.microsoft.com/office/drawing/2014/main" id="{1315A7C4-0158-DEFA-6AFC-7E376EC4101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Copyright © 2026 Kinaxis. All Rights Reserved. Access limited to internal use only.</a:t>
            </a:r>
          </a:p>
        </p:txBody>
      </p:sp>
      <p:sp>
        <p:nvSpPr>
          <p:cNvPr id="26" name="Slide Number Placeholder 25">
            <a:extLst>
              <a:ext uri="{FF2B5EF4-FFF2-40B4-BE49-F238E27FC236}">
                <a16:creationId xmlns:a16="http://schemas.microsoft.com/office/drawing/2014/main" id="{BAB66742-67D9-CF0A-9F4D-24D7A9F984A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1488A8B-C121-C846-AEE5-0D98B869D111}" type="slidenum">
              <a:rPr lang="en-US" sz="800" smtClean="0">
                <a:cs typeface="Calibri" panose="020F0502020204030204" pitchFamily="34" charset="0"/>
              </a:rPr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79563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1BF1F559-DC45-1433-2D82-95FABD843D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8724" y="365125"/>
            <a:ext cx="5545319" cy="206963"/>
          </a:xfrm>
          <a:prstGeom prst="rect">
            <a:avLst/>
          </a:prstGeom>
        </p:spPr>
        <p:txBody>
          <a:bodyPr/>
          <a:lstStyle>
            <a:lvl1pPr>
              <a:defRPr sz="971" b="0" i="0" cap="all" spc="364" baseline="0">
                <a:solidFill>
                  <a:schemeClr val="tx2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GB"/>
              <a:t>EYEBROW TITLE</a:t>
            </a:r>
          </a:p>
        </p:txBody>
      </p:sp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FE4F42FC-1ED8-6103-D586-B85C0D9AFFB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6BBAA7DE-D7D8-83A5-19D6-D371FFE6BA0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Copyright © 2026 Kinaxis. All Rights Reserved. Access limited to internal use only.</a:t>
            </a: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C022F237-AE1A-6EA9-655D-3F48880BAEF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1488A8B-C121-C846-AEE5-0D98B869D111}" type="slidenum">
              <a:rPr lang="en-US" sz="800" smtClean="0">
                <a:cs typeface="Calibri" panose="020F0502020204030204" pitchFamily="34" charset="0"/>
              </a:rPr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738215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ent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8724" y="365125"/>
            <a:ext cx="11274552" cy="811603"/>
          </a:xfrm>
        </p:spPr>
        <p:txBody>
          <a:bodyPr>
            <a:normAutofit/>
          </a:bodyPr>
          <a:lstStyle>
            <a:lvl1pPr algn="ctr">
              <a:defRPr sz="4000" b="0" i="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595460-C1CF-7358-CE34-551433D268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8661" y="1184237"/>
            <a:ext cx="11274425" cy="610302"/>
          </a:xfrm>
        </p:spPr>
        <p:txBody>
          <a:bodyPr>
            <a:normAutofit/>
          </a:bodyPr>
          <a:lstStyle>
            <a:lvl1pPr algn="ctr">
              <a:defRPr sz="2800" b="0" i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80A171F5-B211-9F0E-CF6A-F221B28A3CE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006E58A7-8B1B-9B89-EDD4-D5ECA1CFCD5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Copyright © 2026 Kinaxis. All Rights Reserved. Access limited to internal use only.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21FF16FB-24D6-CD5C-65DC-9B9588D93DE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1488A8B-C121-C846-AEE5-0D98B869D111}" type="slidenum">
              <a:rPr lang="en-US" sz="800" smtClean="0">
                <a:cs typeface="Calibri" panose="020F0502020204030204" pitchFamily="34" charset="0"/>
              </a:rPr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115583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Date Placeholder 18">
            <a:extLst>
              <a:ext uri="{FF2B5EF4-FFF2-40B4-BE49-F238E27FC236}">
                <a16:creationId xmlns:a16="http://schemas.microsoft.com/office/drawing/2014/main" id="{C85CE017-015F-6226-ECFD-217DD826F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E8D942A6-B6E5-78DC-5221-C4A8240E6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2026 Kinaxis. All Rights Reserved. Access limited to internal use only.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90B4C7F4-18E1-217F-CCE8-BE8ADF8B2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88A8B-C121-C846-AEE5-0D98B869D111}" type="slidenum">
              <a:rPr lang="en-US" sz="800" smtClean="0">
                <a:cs typeface="Calibri" panose="020F0502020204030204" pitchFamily="34" charset="0"/>
              </a:rPr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667356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8724" y="457200"/>
            <a:ext cx="4313301" cy="1600200"/>
          </a:xfrm>
        </p:spPr>
        <p:txBody>
          <a:bodyPr anchor="ctr">
            <a:normAutofit/>
          </a:bodyPr>
          <a:lstStyle>
            <a:lvl1pPr>
              <a:defRPr sz="3600" b="0" i="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8" y="457200"/>
            <a:ext cx="6484156" cy="5606321"/>
          </a:xfrm>
        </p:spPr>
        <p:txBody>
          <a:bodyPr/>
          <a:lstStyle>
            <a:lvl1pPr>
              <a:defRPr sz="3200" b="0" i="0">
                <a:latin typeface="Lato" panose="020F0502020204030203" pitchFamily="34" charset="77"/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add charts or tables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8724" y="2233533"/>
            <a:ext cx="4313301" cy="3829987"/>
          </a:xfrm>
        </p:spPr>
        <p:txBody>
          <a:bodyPr>
            <a:normAutofit/>
          </a:bodyPr>
          <a:lstStyle>
            <a:lvl1pPr marL="0" indent="0">
              <a:buNone/>
              <a:defRPr sz="2000" b="0" i="0">
                <a:latin typeface="Lato Light" panose="020F0302020204030203" pitchFamily="34" charset="77"/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4CF70E86-C93C-0619-EA05-975B82BF4AA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8724" y="457200"/>
            <a:ext cx="4313301" cy="206963"/>
          </a:xfrm>
          <a:prstGeom prst="rect">
            <a:avLst/>
          </a:prstGeom>
        </p:spPr>
        <p:txBody>
          <a:bodyPr/>
          <a:lstStyle>
            <a:lvl1pPr>
              <a:defRPr sz="971" b="0" i="0" cap="all" spc="364" baseline="0">
                <a:solidFill>
                  <a:schemeClr val="tx2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GB"/>
              <a:t>EYEBROW TITLE</a:t>
            </a:r>
          </a:p>
        </p:txBody>
      </p:sp>
      <p:sp>
        <p:nvSpPr>
          <p:cNvPr id="22" name="Date Placeholder 21">
            <a:extLst>
              <a:ext uri="{FF2B5EF4-FFF2-40B4-BE49-F238E27FC236}">
                <a16:creationId xmlns:a16="http://schemas.microsoft.com/office/drawing/2014/main" id="{DAC61020-48BB-DC4C-EE00-E57303F3BA8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3" name="Footer Placeholder 22">
            <a:extLst>
              <a:ext uri="{FF2B5EF4-FFF2-40B4-BE49-F238E27FC236}">
                <a16:creationId xmlns:a16="http://schemas.microsoft.com/office/drawing/2014/main" id="{A125A649-939C-1EE8-FFC9-9BA758EF264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Copyright © 2026 Kinaxis. All Rights Reserved. Access limited to internal use only.</a:t>
            </a:r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D481BA1F-CD42-79A0-6E70-B65C20AEE66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1488A8B-C121-C846-AEE5-0D98B869D111}" type="slidenum">
              <a:rPr lang="en-US" sz="800" smtClean="0">
                <a:cs typeface="Calibri" panose="020F0502020204030204" pitchFamily="34" charset="0"/>
              </a:rPr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300862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29199" y="457200"/>
            <a:ext cx="6638145" cy="5610707"/>
          </a:xfrm>
        </p:spPr>
        <p:txBody>
          <a:bodyPr anchor="t"/>
          <a:lstStyle>
            <a:lvl1pPr marL="0" indent="0">
              <a:buNone/>
              <a:defRPr sz="3200" b="0" i="0">
                <a:latin typeface="Lato" panose="020F0502020204030203" pitchFamily="34" charset="77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780C0CB-2F9B-A807-5ABD-2D165D011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724" y="457200"/>
            <a:ext cx="4313301" cy="1600200"/>
          </a:xfrm>
        </p:spPr>
        <p:txBody>
          <a:bodyPr anchor="ctr">
            <a:normAutofit/>
          </a:bodyPr>
          <a:lstStyle>
            <a:lvl1pPr>
              <a:defRPr sz="3600" b="0" i="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EFF5BBBA-23C0-C3B4-A7DB-BAD0DB309E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8724" y="2233533"/>
            <a:ext cx="4313301" cy="3829987"/>
          </a:xfrm>
        </p:spPr>
        <p:txBody>
          <a:bodyPr>
            <a:normAutofit/>
          </a:bodyPr>
          <a:lstStyle>
            <a:lvl1pPr marL="0" indent="0">
              <a:buNone/>
              <a:defRPr sz="2000" b="0" i="0">
                <a:latin typeface="Lato Light" panose="020F0302020204030203" pitchFamily="34" charset="77"/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3A2EE441-DA1D-45C4-3C39-5A261696FCD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8724" y="457200"/>
            <a:ext cx="4313301" cy="206963"/>
          </a:xfrm>
          <a:prstGeom prst="rect">
            <a:avLst/>
          </a:prstGeom>
        </p:spPr>
        <p:txBody>
          <a:bodyPr/>
          <a:lstStyle>
            <a:lvl1pPr>
              <a:defRPr sz="971" b="0" i="0" cap="all" spc="364" baseline="0">
                <a:solidFill>
                  <a:schemeClr val="tx2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GB"/>
              <a:t>EYEBROW TITLE</a:t>
            </a:r>
          </a:p>
        </p:txBody>
      </p:sp>
      <p:sp>
        <p:nvSpPr>
          <p:cNvPr id="22" name="Date Placeholder 21">
            <a:extLst>
              <a:ext uri="{FF2B5EF4-FFF2-40B4-BE49-F238E27FC236}">
                <a16:creationId xmlns:a16="http://schemas.microsoft.com/office/drawing/2014/main" id="{87DD6A38-9A61-829D-A338-C56BE9E9B91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3" name="Footer Placeholder 22">
            <a:extLst>
              <a:ext uri="{FF2B5EF4-FFF2-40B4-BE49-F238E27FC236}">
                <a16:creationId xmlns:a16="http://schemas.microsoft.com/office/drawing/2014/main" id="{FE5E65F2-4B78-86FA-5871-0DEFAD27804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Copyright © 2026 Kinaxis. All Rights Reserved. Access limited to internal use only.</a:t>
            </a:r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7D3180DD-BDED-90B3-C4F7-B4F30A65164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1488A8B-C121-C846-AEE5-0D98B869D111}" type="slidenum">
              <a:rPr lang="en-US" sz="800" smtClean="0">
                <a:cs typeface="Calibri" panose="020F0502020204030204" pitchFamily="34" charset="0"/>
              </a:rPr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121532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 b="0" i="0"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E4FF3B86-4978-75EE-546A-743AB5D5C9D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8724" y="365125"/>
            <a:ext cx="5545319" cy="206963"/>
          </a:xfrm>
          <a:prstGeom prst="rect">
            <a:avLst/>
          </a:prstGeom>
        </p:spPr>
        <p:txBody>
          <a:bodyPr/>
          <a:lstStyle>
            <a:lvl1pPr>
              <a:defRPr sz="971" b="0" i="0" cap="all" spc="364" baseline="0">
                <a:solidFill>
                  <a:schemeClr val="tx2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GB"/>
              <a:t>EYEBROW TITLE</a:t>
            </a:r>
          </a:p>
        </p:txBody>
      </p:sp>
      <p:sp>
        <p:nvSpPr>
          <p:cNvPr id="21" name="Date Placeholder 20">
            <a:extLst>
              <a:ext uri="{FF2B5EF4-FFF2-40B4-BE49-F238E27FC236}">
                <a16:creationId xmlns:a16="http://schemas.microsoft.com/office/drawing/2014/main" id="{8FC0E92D-7A5C-E332-3C4A-261DD7409C2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2" name="Footer Placeholder 21">
            <a:extLst>
              <a:ext uri="{FF2B5EF4-FFF2-40B4-BE49-F238E27FC236}">
                <a16:creationId xmlns:a16="http://schemas.microsoft.com/office/drawing/2014/main" id="{D927DAC5-8F22-866C-0B05-C6220B51E7B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Copyright © 2026 Kinaxis. All Rights Reserved. Access limited to internal use only.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36C80D80-8CF5-D9D2-AF33-BF80CA3522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1488A8B-C121-C846-AEE5-0D98B869D111}" type="slidenum">
              <a:rPr lang="en-US" sz="800" smtClean="0">
                <a:cs typeface="Calibri" panose="020F0502020204030204" pitchFamily="34" charset="0"/>
              </a:rPr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763728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/>
          </p:nvPr>
        </p:nvSpPr>
        <p:spPr>
          <a:xfrm>
            <a:off x="10065715" y="365125"/>
            <a:ext cx="1667498" cy="5811838"/>
          </a:xfrm>
        </p:spPr>
        <p:txBody>
          <a:bodyPr vert="eaVert"/>
          <a:lstStyle>
            <a:lvl1pPr>
              <a:defRPr b="0" i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9646" y="365124"/>
            <a:ext cx="9451298" cy="5811839"/>
          </a:xfrm>
        </p:spPr>
        <p:txBody>
          <a:bodyPr vert="eaVert"/>
          <a:lstStyle>
            <a:lvl1pPr>
              <a:defRPr b="0" i="0"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Date Placeholder 23">
            <a:extLst>
              <a:ext uri="{FF2B5EF4-FFF2-40B4-BE49-F238E27FC236}">
                <a16:creationId xmlns:a16="http://schemas.microsoft.com/office/drawing/2014/main" id="{114706D3-6727-63B5-7BB9-2D3C6572F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5" name="Footer Placeholder 24">
            <a:extLst>
              <a:ext uri="{FF2B5EF4-FFF2-40B4-BE49-F238E27FC236}">
                <a16:creationId xmlns:a16="http://schemas.microsoft.com/office/drawing/2014/main" id="{40974038-B4E5-6F53-9407-B3DB4123F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2026 Kinaxis. All Rights Reserved. Access limited to internal use only.</a:t>
            </a:r>
          </a:p>
        </p:txBody>
      </p:sp>
      <p:sp>
        <p:nvSpPr>
          <p:cNvPr id="26" name="Slide Number Placeholder 25">
            <a:extLst>
              <a:ext uri="{FF2B5EF4-FFF2-40B4-BE49-F238E27FC236}">
                <a16:creationId xmlns:a16="http://schemas.microsoft.com/office/drawing/2014/main" id="{100A0DC5-7BF4-8B28-A288-00A879DF0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88A8B-C121-C846-AEE5-0D98B869D111}" type="slidenum">
              <a:rPr lang="en-US" sz="800" smtClean="0">
                <a:cs typeface="Calibri" panose="020F0502020204030204" pitchFamily="34" charset="0"/>
              </a:rPr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1829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66" Type="http://schemas.openxmlformats.org/officeDocument/2006/relationships/slideLayout" Target="../slideLayouts/slideLayout66.xml"/><Relationship Id="rId74" Type="http://schemas.openxmlformats.org/officeDocument/2006/relationships/slideLayout" Target="../slideLayouts/slideLayout74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slideLayout" Target="../slideLayouts/slideLayout70.xml"/><Relationship Id="rId75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73" Type="http://schemas.openxmlformats.org/officeDocument/2006/relationships/slideLayout" Target="../slideLayouts/slideLayout7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6" Type="http://schemas.openxmlformats.org/officeDocument/2006/relationships/image" Target="../media/image1.svg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FF50ED66-B7E2-6CFE-03F7-0E7DAAB1C1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99786" y="6270504"/>
            <a:ext cx="34932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 b="0" i="0">
                <a:solidFill>
                  <a:schemeClr val="tx1">
                    <a:tint val="82000"/>
                  </a:schemeClr>
                </a:solidFill>
                <a:latin typeface="Lato" panose="020F0502020204030203" pitchFamily="34" charset="77"/>
              </a:defRPr>
            </a:lvl1pPr>
          </a:lstStyle>
          <a:p>
            <a:r>
              <a:rPr lang="en-US"/>
              <a:t>Copyright © 2026 Kinaxis. All Rights Reserved. Access limited to internal use only.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46E0A38-93CF-4FA7-B5C6-3CC2BBC16B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27281" y="6270618"/>
            <a:ext cx="48919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accent2"/>
                </a:solidFill>
                <a:latin typeface="Lato" panose="020F0502020204030203" pitchFamily="34" charset="77"/>
              </a:defRPr>
            </a:lvl1pPr>
          </a:lstStyle>
          <a:p>
            <a:fld id="{F1488A8B-C121-C846-AEE5-0D98B869D111}" type="slidenum">
              <a:rPr lang="en-US" sz="800" smtClean="0">
                <a:cs typeface="Calibri" panose="020F0502020204030204" pitchFamily="34" charset="0"/>
              </a:rPr>
              <a:pPr/>
              <a:t>‹#›</a:t>
            </a:fld>
            <a:endParaRPr lang="en-US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E0205A0B-EE1C-1366-3925-2D6DB5445A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492750" y="6270504"/>
            <a:ext cx="8662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 b="0" i="0">
                <a:solidFill>
                  <a:schemeClr val="tx1">
                    <a:tint val="82000"/>
                  </a:schemeClr>
                </a:solidFill>
                <a:latin typeface="Lato" panose="020F0502020204030203" pitchFamily="34" charset="77"/>
              </a:defRPr>
            </a:lvl1pPr>
          </a:lstStyle>
          <a:p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A596AB9A-536E-A626-F26B-E5C8CD4CDCC1}"/>
              </a:ext>
            </a:extLst>
          </p:cNvPr>
          <p:cNvPicPr>
            <a:picLocks noChangeAspect="1"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6"/>
              </a:ext>
            </a:extLst>
          </a:blip>
          <a:stretch>
            <a:fillRect/>
          </a:stretch>
        </p:blipFill>
        <p:spPr>
          <a:xfrm>
            <a:off x="10101366" y="6060925"/>
            <a:ext cx="1864565" cy="7852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F407F379-2334-7055-BED0-8FA957ED90BF}"/>
              </a:ext>
            </a:extLst>
          </p:cNvPr>
          <p:cNvSpPr txBox="1"/>
          <p:nvPr userDrawn="1"/>
        </p:nvSpPr>
        <p:spPr>
          <a:xfrm>
            <a:off x="456996" y="6310311"/>
            <a:ext cx="1074330" cy="295686"/>
          </a:xfrm>
          <a:prstGeom prst="roundRect">
            <a:avLst>
              <a:gd name="adj" fmla="val 8077"/>
            </a:avLst>
          </a:prstGeom>
          <a:solidFill>
            <a:schemeClr val="accent4"/>
          </a:solidFill>
        </p:spPr>
        <p:txBody>
          <a:bodyPr wrap="square" tIns="49118" bIns="49118" rtlCol="0">
            <a:spAutoFit/>
          </a:bodyPr>
          <a:lstStyle/>
          <a:p>
            <a:pPr algn="ctr"/>
            <a:r>
              <a:rPr lang="en-GB" sz="1092">
                <a:solidFill>
                  <a:schemeClr val="tx1"/>
                </a:solidFill>
                <a:latin typeface="WordVisi_MSFontService"/>
              </a:rPr>
              <a:t>INTERNAL</a:t>
            </a:r>
            <a:endParaRPr lang="en-GB" sz="1046">
              <a:solidFill>
                <a:schemeClr val="tx1"/>
              </a:solidFill>
              <a:latin typeface="Lato" panose="020F0502020204030203" pitchFamily="34" charset="0"/>
            </a:endParaRP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31CC46DC-EC77-3A5F-1C8C-94DEC7A22F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8724" y="1825623"/>
            <a:ext cx="11274552" cy="4352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8B968E13-2BDD-8634-93BC-4406E3524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724" y="365125"/>
            <a:ext cx="1127455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7C4AFA39-9819-042F-7B89-359A1F243596}"/>
              </a:ext>
            </a:extLst>
          </p:cNvPr>
          <p:cNvCxnSpPr>
            <a:cxnSpLocks/>
          </p:cNvCxnSpPr>
          <p:nvPr userDrawn="1"/>
        </p:nvCxnSpPr>
        <p:spPr>
          <a:xfrm>
            <a:off x="10029677" y="6310311"/>
            <a:ext cx="0" cy="295686"/>
          </a:xfrm>
          <a:prstGeom prst="line">
            <a:avLst/>
          </a:prstGeom>
          <a:ln w="15875">
            <a:solidFill>
              <a:schemeClr val="accent2">
                <a:lumMod val="10000"/>
                <a:lumOff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62" r:id="rId5"/>
    <p:sldLayoutId id="2147483690" r:id="rId6"/>
    <p:sldLayoutId id="2147483698" r:id="rId7"/>
    <p:sldLayoutId id="2147483696" r:id="rId8"/>
    <p:sldLayoutId id="2147483685" r:id="rId9"/>
    <p:sldLayoutId id="2147483697" r:id="rId10"/>
    <p:sldLayoutId id="2147483753" r:id="rId11"/>
    <p:sldLayoutId id="2147483754" r:id="rId12"/>
    <p:sldLayoutId id="2147483755" r:id="rId13"/>
    <p:sldLayoutId id="2147483756" r:id="rId14"/>
    <p:sldLayoutId id="2147483757" r:id="rId15"/>
    <p:sldLayoutId id="2147483758" r:id="rId16"/>
    <p:sldLayoutId id="2147483760" r:id="rId17"/>
    <p:sldLayoutId id="2147483759" r:id="rId18"/>
    <p:sldLayoutId id="2147483733" r:id="rId19"/>
    <p:sldLayoutId id="2147483734" r:id="rId20"/>
    <p:sldLayoutId id="2147483741" r:id="rId21"/>
    <p:sldLayoutId id="2147483677" r:id="rId22"/>
    <p:sldLayoutId id="2147483740" r:id="rId23"/>
    <p:sldLayoutId id="2147483663" r:id="rId24"/>
    <p:sldLayoutId id="2147483665" r:id="rId25"/>
    <p:sldLayoutId id="2147483714" r:id="rId26"/>
    <p:sldLayoutId id="2147483680" r:id="rId27"/>
    <p:sldLayoutId id="2147483751" r:id="rId28"/>
    <p:sldLayoutId id="2147483681" r:id="rId29"/>
    <p:sldLayoutId id="2147483669" r:id="rId30"/>
    <p:sldLayoutId id="2147483692" r:id="rId31"/>
    <p:sldLayoutId id="2147483694" r:id="rId32"/>
    <p:sldLayoutId id="2147483749" r:id="rId33"/>
    <p:sldLayoutId id="2147483693" r:id="rId34"/>
    <p:sldLayoutId id="2147483748" r:id="rId35"/>
    <p:sldLayoutId id="2147483750" r:id="rId36"/>
    <p:sldLayoutId id="2147483738" r:id="rId37"/>
    <p:sldLayoutId id="2147483720" r:id="rId38"/>
    <p:sldLayoutId id="2147483737" r:id="rId39"/>
    <p:sldLayoutId id="2147483726" r:id="rId40"/>
    <p:sldLayoutId id="2147483775" r:id="rId41"/>
    <p:sldLayoutId id="2147483719" r:id="rId42"/>
    <p:sldLayoutId id="2147483715" r:id="rId43"/>
    <p:sldLayoutId id="2147483739" r:id="rId44"/>
    <p:sldLayoutId id="2147483742" r:id="rId45"/>
    <p:sldLayoutId id="2147483724" r:id="rId46"/>
    <p:sldLayoutId id="2147483722" r:id="rId47"/>
    <p:sldLayoutId id="2147483716" r:id="rId48"/>
    <p:sldLayoutId id="2147483723" r:id="rId49"/>
    <p:sldLayoutId id="2147483718" r:id="rId50"/>
    <p:sldLayoutId id="2147483728" r:id="rId51"/>
    <p:sldLayoutId id="2147483776" r:id="rId52"/>
    <p:sldLayoutId id="2147483679" r:id="rId53"/>
    <p:sldLayoutId id="2147483717" r:id="rId54"/>
    <p:sldLayoutId id="2147483664" r:id="rId55"/>
    <p:sldLayoutId id="2147483777" r:id="rId56"/>
    <p:sldLayoutId id="2147483727" r:id="rId57"/>
    <p:sldLayoutId id="2147483710" r:id="rId58"/>
    <p:sldLayoutId id="2147483711" r:id="rId59"/>
    <p:sldLayoutId id="2147483713" r:id="rId60"/>
    <p:sldLayoutId id="2147483736" r:id="rId61"/>
    <p:sldLayoutId id="2147483761" r:id="rId62"/>
    <p:sldLayoutId id="2147483762" r:id="rId63"/>
    <p:sldLayoutId id="2147483763" r:id="rId64"/>
    <p:sldLayoutId id="2147483764" r:id="rId65"/>
    <p:sldLayoutId id="2147483772" r:id="rId66"/>
    <p:sldLayoutId id="2147483765" r:id="rId67"/>
    <p:sldLayoutId id="2147483766" r:id="rId68"/>
    <p:sldLayoutId id="2147483773" r:id="rId69"/>
    <p:sldLayoutId id="2147483767" r:id="rId70"/>
    <p:sldLayoutId id="2147483768" r:id="rId71"/>
    <p:sldLayoutId id="2147483769" r:id="rId72"/>
    <p:sldLayoutId id="2147483770" r:id="rId73"/>
    <p:sldLayoutId id="2147483771" r:id="rId74"/>
  </p:sldLayoutIdLst>
  <p:hf sldNum="0" hdr="0" dt="0"/>
  <p:txStyles>
    <p:titleStyle>
      <a:lvl1pPr>
        <a:lnSpc>
          <a:spcPct val="90000"/>
        </a:lnSpc>
        <a:defRPr sz="3600" b="0" i="0">
          <a:solidFill>
            <a:schemeClr val="tx1"/>
          </a:solidFill>
          <a:latin typeface="+mj-lt"/>
          <a:ea typeface="+mj-ea"/>
          <a:cs typeface="Calibri" panose="020F0502020204030204" pitchFamily="34" charset="0"/>
        </a:defRPr>
      </a:lvl1pPr>
    </p:titleStyle>
    <p:bodyStyle>
      <a:lvl1pPr marL="0" indent="0">
        <a:lnSpc>
          <a:spcPct val="90000"/>
        </a:lnSpc>
        <a:spcBef>
          <a:spcPts val="2133"/>
        </a:spcBef>
        <a:buClr>
          <a:schemeClr val="accent1"/>
        </a:buClr>
        <a:buSzPct val="90000"/>
        <a:buFont typeface="Wingdings" pitchFamily="2" charset="2"/>
        <a:buNone/>
        <a:defRPr sz="3200" b="0" i="0">
          <a:solidFill>
            <a:schemeClr val="tx1"/>
          </a:solidFill>
          <a:latin typeface="+mn-lt"/>
          <a:ea typeface="+mn-ea"/>
          <a:cs typeface="+mn-cs"/>
        </a:defRPr>
      </a:lvl1pPr>
      <a:lvl2pPr marL="457189" indent="-457189">
        <a:lnSpc>
          <a:spcPct val="90000"/>
        </a:lnSpc>
        <a:spcBef>
          <a:spcPts val="800"/>
        </a:spcBef>
        <a:buClr>
          <a:schemeClr val="accent1"/>
        </a:buClr>
        <a:buSzPct val="90000"/>
        <a:buFont typeface="Wingdings" pitchFamily="2" charset="2"/>
        <a:buChar char="§"/>
        <a:tabLst/>
        <a:defRPr sz="3200" b="0" i="0">
          <a:solidFill>
            <a:schemeClr val="tx1"/>
          </a:solidFill>
          <a:latin typeface="+mn-lt"/>
          <a:ea typeface="+mn-ea"/>
          <a:cs typeface="+mn-cs"/>
        </a:defRPr>
      </a:lvl2pPr>
      <a:lvl3pPr marL="914377" indent="-457189">
        <a:lnSpc>
          <a:spcPct val="90000"/>
        </a:lnSpc>
        <a:spcBef>
          <a:spcPts val="800"/>
        </a:spcBef>
        <a:buClr>
          <a:schemeClr val="accent1"/>
        </a:buClr>
        <a:buSzPct val="90000"/>
        <a:buFont typeface="System Font Regular"/>
        <a:buChar char="⁃"/>
        <a:tabLst/>
        <a:defRPr sz="3200" b="0" i="0">
          <a:solidFill>
            <a:schemeClr val="tx1"/>
          </a:solidFill>
          <a:latin typeface="+mn-lt"/>
          <a:ea typeface="+mn-ea"/>
          <a:cs typeface="+mn-cs"/>
        </a:defRPr>
      </a:lvl3pPr>
      <a:lvl4pPr marL="1373683" indent="-459306">
        <a:lnSpc>
          <a:spcPct val="90000"/>
        </a:lnSpc>
        <a:spcBef>
          <a:spcPts val="800"/>
        </a:spcBef>
        <a:buClr>
          <a:schemeClr val="accent1"/>
        </a:buClr>
        <a:buSzPct val="90000"/>
        <a:buFont typeface="System Font Regular"/>
        <a:buChar char="‣"/>
        <a:tabLst/>
        <a:defRPr sz="3200" b="0" i="0">
          <a:solidFill>
            <a:schemeClr val="tx1"/>
          </a:solidFill>
          <a:latin typeface="+mn-lt"/>
          <a:ea typeface="+mn-ea"/>
          <a:cs typeface="+mn-cs"/>
        </a:defRPr>
      </a:lvl4pPr>
      <a:lvl5pPr marL="1830872" indent="-457189">
        <a:lnSpc>
          <a:spcPct val="90000"/>
        </a:lnSpc>
        <a:spcBef>
          <a:spcPts val="800"/>
        </a:spcBef>
        <a:buClr>
          <a:schemeClr val="accent1"/>
        </a:buClr>
        <a:buSzPct val="70000"/>
        <a:buFont typeface="Courier New" panose="02070309020205020404" pitchFamily="49" charset="0"/>
        <a:buChar char="o"/>
        <a:tabLst/>
        <a:defRPr sz="3200" b="0" i="0">
          <a:solidFill>
            <a:schemeClr val="tx1"/>
          </a:solidFill>
          <a:latin typeface="+mn-lt"/>
          <a:ea typeface="+mn-ea"/>
          <a:cs typeface="+mn-cs"/>
        </a:defRPr>
      </a:lvl5pPr>
      <a:lvl6pPr marL="1386196">
        <a:defRPr>
          <a:latin typeface="+mn-lt"/>
          <a:ea typeface="+mn-ea"/>
          <a:cs typeface="+mn-cs"/>
        </a:defRPr>
      </a:lvl6pPr>
      <a:lvl7pPr marL="1663434">
        <a:defRPr>
          <a:latin typeface="+mn-lt"/>
          <a:ea typeface="+mn-ea"/>
          <a:cs typeface="+mn-cs"/>
        </a:defRPr>
      </a:lvl7pPr>
      <a:lvl8pPr marL="1940674">
        <a:defRPr>
          <a:latin typeface="+mn-lt"/>
          <a:ea typeface="+mn-ea"/>
          <a:cs typeface="+mn-cs"/>
        </a:defRPr>
      </a:lvl8pPr>
      <a:lvl9pPr marL="2217913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277240">
        <a:defRPr>
          <a:latin typeface="+mn-lt"/>
          <a:ea typeface="+mn-ea"/>
          <a:cs typeface="+mn-cs"/>
        </a:defRPr>
      </a:lvl2pPr>
      <a:lvl3pPr marL="554478">
        <a:defRPr>
          <a:latin typeface="+mn-lt"/>
          <a:ea typeface="+mn-ea"/>
          <a:cs typeface="+mn-cs"/>
        </a:defRPr>
      </a:lvl3pPr>
      <a:lvl4pPr marL="831718">
        <a:defRPr>
          <a:latin typeface="+mn-lt"/>
          <a:ea typeface="+mn-ea"/>
          <a:cs typeface="+mn-cs"/>
        </a:defRPr>
      </a:lvl4pPr>
      <a:lvl5pPr marL="1108956">
        <a:defRPr>
          <a:latin typeface="+mn-lt"/>
          <a:ea typeface="+mn-ea"/>
          <a:cs typeface="+mn-cs"/>
        </a:defRPr>
      </a:lvl5pPr>
      <a:lvl6pPr marL="1386196">
        <a:defRPr>
          <a:latin typeface="+mn-lt"/>
          <a:ea typeface="+mn-ea"/>
          <a:cs typeface="+mn-cs"/>
        </a:defRPr>
      </a:lvl6pPr>
      <a:lvl7pPr marL="1663434">
        <a:defRPr>
          <a:latin typeface="+mn-lt"/>
          <a:ea typeface="+mn-ea"/>
          <a:cs typeface="+mn-cs"/>
        </a:defRPr>
      </a:lvl7pPr>
      <a:lvl8pPr marL="1940674">
        <a:defRPr>
          <a:latin typeface="+mn-lt"/>
          <a:ea typeface="+mn-ea"/>
          <a:cs typeface="+mn-cs"/>
        </a:defRPr>
      </a:lvl8pPr>
      <a:lvl9pPr marL="2217913">
        <a:defRPr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fonts.google.com/specimen/Lato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4.xml"/><Relationship Id="rId4" Type="http://schemas.openxmlformats.org/officeDocument/2006/relationships/hyperlink" Target="https://kinaxis.sharepoint.com/:f:/s/CorporateMarketing543-Creative/EhMLhcUvb8dBkajBqpdQmxoB6rFjHsALlbUEGLHSWQ4sZA?e=X9db5B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4.xml"/><Relationship Id="rId5" Type="http://schemas.openxmlformats.org/officeDocument/2006/relationships/hyperlink" Target="https://kinaxis.sharepoint.com/:f:/s/CorporateMarketing543-Creative/EhMLhcUvb8dBkajBqpdQmxoB6rFjHsALlbUEGLHSWQ4sZA?e=X9db5B" TargetMode="External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0.xml"/><Relationship Id="rId4" Type="http://schemas.openxmlformats.org/officeDocument/2006/relationships/image" Target="../media/image5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3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4.xml"/><Relationship Id="rId4" Type="http://schemas.openxmlformats.org/officeDocument/2006/relationships/image" Target="../media/image28.sv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4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4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svg"/><Relationship Id="rId1" Type="http://schemas.openxmlformats.org/officeDocument/2006/relationships/slideLayout" Target="../slideLayouts/slideLayout20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32.svg"/><Relationship Id="rId1" Type="http://schemas.openxmlformats.org/officeDocument/2006/relationships/slideLayout" Target="../slideLayouts/slideLayout40.xml"/><Relationship Id="rId6" Type="http://schemas.openxmlformats.org/officeDocument/2006/relationships/image" Target="../media/image36.svg"/><Relationship Id="rId5" Type="http://schemas.openxmlformats.org/officeDocument/2006/relationships/image" Target="../media/image35.svg"/><Relationship Id="rId4" Type="http://schemas.openxmlformats.org/officeDocument/2006/relationships/image" Target="../media/image34.sv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7" Type="http://schemas.openxmlformats.org/officeDocument/2006/relationships/image" Target="../media/image42.svg"/><Relationship Id="rId2" Type="http://schemas.openxmlformats.org/officeDocument/2006/relationships/image" Target="../media/image37.svg"/><Relationship Id="rId1" Type="http://schemas.openxmlformats.org/officeDocument/2006/relationships/slideLayout" Target="../slideLayouts/slideLayout42.xml"/><Relationship Id="rId6" Type="http://schemas.openxmlformats.org/officeDocument/2006/relationships/image" Target="../media/image41.svg"/><Relationship Id="rId5" Type="http://schemas.openxmlformats.org/officeDocument/2006/relationships/image" Target="../media/image40.svg"/><Relationship Id="rId4" Type="http://schemas.openxmlformats.org/officeDocument/2006/relationships/image" Target="../media/image39.sv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9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9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hyperlink" Target="mailto:smithj@kinaxis.com" TargetMode="External"/><Relationship Id="rId1" Type="http://schemas.openxmlformats.org/officeDocument/2006/relationships/slideLayout" Target="../slideLayouts/slideLayout4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 descr="A person showing something on a tablet to another person&#10;&#10;Description automatically generated">
            <a:extLst>
              <a:ext uri="{FF2B5EF4-FFF2-40B4-BE49-F238E27FC236}">
                <a16:creationId xmlns:a16="http://schemas.microsoft.com/office/drawing/2014/main" id="{26D28304-498A-65EB-3EFB-936254867D87}"/>
              </a:ext>
            </a:extLst>
          </p:cNvPr>
          <p:cNvPicPr>
            <a:picLocks noGrp="1" noChangeAspect="1"/>
          </p:cNvPicPr>
          <p:nvPr>
            <p:ph type="pic" sz="quarter" idx="24"/>
          </p:nvPr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9634" r="9634"/>
          <a:stretch/>
        </p:blipFill>
        <p:spPr/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076264-43C2-E34A-9401-9AFDB300C19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vert="horz" lIns="0" tIns="0" rIns="0" bIns="0" rtlCol="0" anchor="t">
            <a:normAutofit/>
          </a:bodyPr>
          <a:lstStyle/>
          <a:p>
            <a:pPr algn="l"/>
            <a:r>
              <a:rPr lang="en-US">
                <a:ea typeface="Lato"/>
                <a:cs typeface="Lato"/>
              </a:rPr>
              <a:t>Version FY25.Q1</a:t>
            </a:r>
            <a:endParaRPr lang="en-US">
              <a:solidFill>
                <a:srgbClr val="000000"/>
              </a:solidFill>
              <a:ea typeface="Lato"/>
              <a:cs typeface="Lato"/>
            </a:endParaRPr>
          </a:p>
          <a:p>
            <a:endParaRPr lang="en-US">
              <a:ea typeface="Lato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C929F93-2E25-AFDA-38FA-8810A09A0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>
                <a:ea typeface="Lato"/>
                <a:cs typeface="Lato"/>
              </a:rPr>
              <a:t>Kinaxis PowerPoint Template</a:t>
            </a:r>
            <a:endParaRPr lang="en-US">
              <a:ea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665570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36A45-06FC-5A6A-CCC7-17FFFE3B8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Helpful Tips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8D86C7-B9A3-A98B-4303-7343B2D7201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Get the most out of our template</a:t>
            </a:r>
          </a:p>
        </p:txBody>
      </p:sp>
    </p:spTree>
    <p:extLst>
      <p:ext uri="{BB962C8B-B14F-4D97-AF65-F5344CB8AC3E}">
        <p14:creationId xmlns:p14="http://schemas.microsoft.com/office/powerpoint/2010/main" val="36379936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60458A1-13B8-4FB4-6766-ACFAEFB5A58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/>
              <a:t>Kinaxis PowerPoint Template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4060E15-56BB-3EBF-D16C-67FB525DF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How to use our PowerPoint template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91F81D-5B64-BB58-6637-A87E6635B88D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558108" y="534390"/>
            <a:ext cx="5287691" cy="5522026"/>
          </a:xfrm>
        </p:spPr>
        <p:txBody>
          <a:bodyPr>
            <a:noAutofit/>
          </a:bodyPr>
          <a:lstStyle/>
          <a:p>
            <a:r>
              <a:rPr lang="en-GB" sz="1250" b="1"/>
              <a:t>Start off on the right font</a:t>
            </a:r>
            <a:br>
              <a:rPr lang="en-GB" sz="1250"/>
            </a:br>
            <a:r>
              <a:rPr lang="en-GB" sz="1250"/>
              <a:t>Download and install </a:t>
            </a:r>
            <a:r>
              <a:rPr lang="en-GB" sz="1250">
                <a:hlinkClick r:id="rId3"/>
              </a:rPr>
              <a:t>Google’s font Lato </a:t>
            </a:r>
            <a:r>
              <a:rPr lang="en-GB" sz="1250"/>
              <a:t>to use throughout this template.</a:t>
            </a:r>
            <a:br>
              <a:rPr lang="en-GB" sz="1250"/>
            </a:br>
            <a:endParaRPr lang="en-GB" sz="1250"/>
          </a:p>
          <a:p>
            <a:r>
              <a:rPr lang="en-GB" sz="1250" b="1"/>
              <a:t>Migrating over from other presentation</a:t>
            </a:r>
            <a:br>
              <a:rPr lang="en-GB" sz="1250"/>
            </a:br>
            <a:r>
              <a:rPr lang="en-GB" sz="1250"/>
              <a:t>On the Insert menu, choose “Slides From &gt; Other Presentation”. In that dialog box, you can choose to format to this new template.</a:t>
            </a:r>
            <a:br>
              <a:rPr lang="en-GB" sz="1250"/>
            </a:br>
            <a:endParaRPr lang="en-GB" sz="1250"/>
          </a:p>
          <a:p>
            <a:r>
              <a:rPr lang="en-GB" sz="1250" b="1"/>
              <a:t>Copying content into the new template</a:t>
            </a:r>
            <a:br>
              <a:rPr lang="en-GB" sz="1250" b="1"/>
            </a:br>
            <a:r>
              <a:rPr lang="en-GB" sz="1250"/>
              <a:t>“Edit &gt; Paste and Match Formatting” to retain typesetting styles into any text box you see in the master slides and throughout this deck</a:t>
            </a:r>
            <a:br>
              <a:rPr lang="en-GB" sz="1250"/>
            </a:br>
            <a:endParaRPr lang="en-GB" sz="1250"/>
          </a:p>
          <a:p>
            <a:r>
              <a:rPr lang="en-GB" sz="1250" b="1"/>
              <a:t>Say more with less</a:t>
            </a:r>
            <a:br>
              <a:rPr lang="en-GB" sz="1250"/>
            </a:br>
            <a:r>
              <a:rPr lang="en-GB" sz="1250"/>
              <a:t>Limit text to 5 or 6 words per line, 3-4 bullets per slide. Use concise wording and elaborate as you speak.</a:t>
            </a:r>
            <a:br>
              <a:rPr lang="en-GB" sz="1250"/>
            </a:br>
            <a:endParaRPr lang="en-GB" sz="1250"/>
          </a:p>
          <a:p>
            <a:r>
              <a:rPr lang="en-GB" sz="1250" b="1"/>
              <a:t>Bringing the visuals</a:t>
            </a:r>
            <a:br>
              <a:rPr lang="en-GB" sz="1250"/>
            </a:br>
            <a:r>
              <a:rPr lang="en-GB" sz="1250"/>
              <a:t>Photography is one of the single best ways to make your presentation look awesome. </a:t>
            </a:r>
            <a:r>
              <a:rPr lang="en-GB" sz="1250" i="1"/>
              <a:t>Employees  - seek out photography for in our </a:t>
            </a:r>
            <a:r>
              <a:rPr lang="en-GB" sz="1250" i="1">
                <a:solidFill>
                  <a:schemeClr val="accent5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Kinaxis Brand OneDrive here</a:t>
            </a:r>
            <a:r>
              <a:rPr lang="en-GB" sz="1250" i="1"/>
              <a:t>.</a:t>
            </a:r>
            <a:br>
              <a:rPr lang="en-GB" sz="1250" i="1"/>
            </a:br>
            <a:br>
              <a:rPr lang="en-GB" sz="1250" i="1"/>
            </a:br>
            <a:br>
              <a:rPr lang="en-GB" sz="1250" i="1"/>
            </a:br>
            <a:r>
              <a:rPr lang="en-GB" sz="1250" b="1"/>
              <a:t>Compression is key</a:t>
            </a:r>
            <a:br>
              <a:rPr lang="en-GB" sz="1250" i="1"/>
            </a:br>
            <a:r>
              <a:rPr lang="en-GB" sz="1250"/>
              <a:t>With more imagery comes more MBs so to help with file size we do recommend “Compressing pictures” to 150 ppi if presenting on-screen (or less if just sharing over email); you can do that under ”File” in the main menu.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328D7E-E7B1-0646-33C7-D92D3AA8C9A5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/>
        <p:txBody>
          <a:bodyPr/>
          <a:lstStyle/>
          <a:p>
            <a:r>
              <a:rPr lang="en-US"/>
              <a:t>Copyright © 2026 Kinaxis. All Rights Reserved. Access limited to internal use only.</a:t>
            </a:r>
          </a:p>
        </p:txBody>
      </p:sp>
      <p:sp>
        <p:nvSpPr>
          <p:cNvPr id="12" name="Slide Number Placeholder 52">
            <a:extLst>
              <a:ext uri="{FF2B5EF4-FFF2-40B4-BE49-F238E27FC236}">
                <a16:creationId xmlns:a16="http://schemas.microsoft.com/office/drawing/2014/main" id="{801012C1-A5F6-7F58-7F47-C3D95508CE09}"/>
              </a:ext>
            </a:extLst>
          </p:cNvPr>
          <p:cNvSpPr txBox="1">
            <a:spLocks/>
          </p:cNvSpPr>
          <p:nvPr/>
        </p:nvSpPr>
        <p:spPr>
          <a:xfrm>
            <a:off x="9427281" y="6270618"/>
            <a:ext cx="489193" cy="365125"/>
          </a:xfrm>
          <a:prstGeom prst="rect">
            <a:avLst/>
          </a:prstGeom>
        </p:spPr>
        <p:txBody>
          <a:bodyPr anchor="ctr"/>
          <a:lstStyle>
            <a:defPPr>
              <a:defRPr kern="0"/>
            </a:defPPr>
          </a:lstStyle>
          <a:p>
            <a:pPr algn="r"/>
            <a:fld id="{F1488A8B-C121-C846-AEE5-0D98B869D111}" type="slidenum">
              <a:rPr lang="en-US" sz="800" smtClean="0">
                <a:cs typeface="Calibri" panose="020F0502020204030204" pitchFamily="34" charset="0"/>
              </a:rPr>
              <a:pPr algn="r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2978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5369D77-87FC-AE71-1764-35322842AC5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/>
              <a:t>Kinaxis PowerPoint template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F8B9BDB-14C1-2581-B96F-9869E7BFE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Using the template slides in your presentation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FD0A11-1EB4-FC2B-032F-8F76B374E9E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558109" y="791242"/>
            <a:ext cx="5102848" cy="3032626"/>
          </a:xfrm>
        </p:spPr>
        <p:txBody>
          <a:bodyPr>
            <a:normAutofit/>
          </a:bodyPr>
          <a:lstStyle/>
          <a:p>
            <a:r>
              <a:rPr lang="en-US" sz="1400"/>
              <a:t>See additional slide layouts plus all color options and the blank template slides through the “New Slide” dropdown preview.</a:t>
            </a:r>
          </a:p>
          <a:p>
            <a:r>
              <a:rPr lang="en-US" sz="1400"/>
              <a:t>Click on the LAYOUT option to select a slide layout that best suits your content.</a:t>
            </a:r>
          </a:p>
          <a:p>
            <a:r>
              <a:rPr lang="en-US" sz="1400"/>
              <a:t>You’ll be able to edit as needed, with tips on how to insert images and text on the next two slides.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326DDD-2D5D-3A1A-6829-938CF2D6414F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/>
        <p:txBody>
          <a:bodyPr/>
          <a:lstStyle/>
          <a:p>
            <a:r>
              <a:rPr lang="en-US"/>
              <a:t>Copyright © 2026 Kinaxis. All Rights Reserved. Access limited to internal use only.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8BC27DF-AEEE-BA2E-2644-5CAE7F1DFF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28178" y="3195687"/>
            <a:ext cx="4114615" cy="265275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F13FF2A5-7912-A314-C12D-28C13DFDB213}"/>
              </a:ext>
            </a:extLst>
          </p:cNvPr>
          <p:cNvGrpSpPr/>
          <p:nvPr/>
        </p:nvGrpSpPr>
        <p:grpSpPr>
          <a:xfrm>
            <a:off x="7281357" y="3658908"/>
            <a:ext cx="413437" cy="654609"/>
            <a:chOff x="14873715" y="7550561"/>
            <a:chExt cx="681789" cy="1079500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67B9C3B3-39A5-EA2A-E986-3B0471C46225}"/>
                </a:ext>
              </a:extLst>
            </p:cNvPr>
            <p:cNvSpPr/>
            <p:nvPr/>
          </p:nvSpPr>
          <p:spPr>
            <a:xfrm>
              <a:off x="14909226" y="7635785"/>
              <a:ext cx="610769" cy="937461"/>
            </a:xfrm>
            <a:custGeom>
              <a:avLst/>
              <a:gdLst>
                <a:gd name="connsiteX0" fmla="*/ 0 w 2184400"/>
                <a:gd name="connsiteY0" fmla="*/ 0 h 3352800"/>
                <a:gd name="connsiteX1" fmla="*/ 279400 w 2184400"/>
                <a:gd name="connsiteY1" fmla="*/ 101600 h 3352800"/>
                <a:gd name="connsiteX2" fmla="*/ 2108200 w 2184400"/>
                <a:gd name="connsiteY2" fmla="*/ 1930400 h 3352800"/>
                <a:gd name="connsiteX3" fmla="*/ 2184400 w 2184400"/>
                <a:gd name="connsiteY3" fmla="*/ 2209800 h 3352800"/>
                <a:gd name="connsiteX4" fmla="*/ 1371600 w 2184400"/>
                <a:gd name="connsiteY4" fmla="*/ 2209800 h 3352800"/>
                <a:gd name="connsiteX5" fmla="*/ 1371600 w 2184400"/>
                <a:gd name="connsiteY5" fmla="*/ 2463800 h 3352800"/>
                <a:gd name="connsiteX6" fmla="*/ 1498600 w 2184400"/>
                <a:gd name="connsiteY6" fmla="*/ 2540000 h 3352800"/>
                <a:gd name="connsiteX7" fmla="*/ 1701800 w 2184400"/>
                <a:gd name="connsiteY7" fmla="*/ 2946400 h 3352800"/>
                <a:gd name="connsiteX8" fmla="*/ 1701800 w 2184400"/>
                <a:gd name="connsiteY8" fmla="*/ 3352800 h 3352800"/>
                <a:gd name="connsiteX9" fmla="*/ 1295400 w 2184400"/>
                <a:gd name="connsiteY9" fmla="*/ 3352800 h 3352800"/>
                <a:gd name="connsiteX10" fmla="*/ 889000 w 2184400"/>
                <a:gd name="connsiteY10" fmla="*/ 2540000 h 3352800"/>
                <a:gd name="connsiteX11" fmla="*/ 685800 w 2184400"/>
                <a:gd name="connsiteY11" fmla="*/ 2540000 h 3352800"/>
                <a:gd name="connsiteX12" fmla="*/ 279400 w 2184400"/>
                <a:gd name="connsiteY12" fmla="*/ 2946400 h 3352800"/>
                <a:gd name="connsiteX13" fmla="*/ 12700 w 2184400"/>
                <a:gd name="connsiteY13" fmla="*/ 3009900 h 3352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184400" h="3352800">
                  <a:moveTo>
                    <a:pt x="0" y="0"/>
                  </a:moveTo>
                  <a:lnTo>
                    <a:pt x="279400" y="101600"/>
                  </a:lnTo>
                  <a:lnTo>
                    <a:pt x="2108200" y="1930400"/>
                  </a:lnTo>
                  <a:lnTo>
                    <a:pt x="2184400" y="2209800"/>
                  </a:lnTo>
                  <a:lnTo>
                    <a:pt x="1371600" y="2209800"/>
                  </a:lnTo>
                  <a:lnTo>
                    <a:pt x="1371600" y="2463800"/>
                  </a:lnTo>
                  <a:lnTo>
                    <a:pt x="1498600" y="2540000"/>
                  </a:lnTo>
                  <a:lnTo>
                    <a:pt x="1701800" y="2946400"/>
                  </a:lnTo>
                  <a:lnTo>
                    <a:pt x="1701800" y="3352800"/>
                  </a:lnTo>
                  <a:lnTo>
                    <a:pt x="1295400" y="3352800"/>
                  </a:lnTo>
                  <a:lnTo>
                    <a:pt x="889000" y="2540000"/>
                  </a:lnTo>
                  <a:lnTo>
                    <a:pt x="685800" y="2540000"/>
                  </a:lnTo>
                  <a:lnTo>
                    <a:pt x="279400" y="2946400"/>
                  </a:lnTo>
                  <a:lnTo>
                    <a:pt x="12700" y="3009900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1589714F-CC2F-1AFB-1CD8-DA77A8704E1C}"/>
                </a:ext>
              </a:extLst>
            </p:cNvPr>
            <p:cNvSpPr/>
            <p:nvPr/>
          </p:nvSpPr>
          <p:spPr>
            <a:xfrm>
              <a:off x="14873715" y="7550561"/>
              <a:ext cx="681789" cy="1079500"/>
            </a:xfrm>
            <a:custGeom>
              <a:avLst/>
              <a:gdLst>
                <a:gd name="connsiteX0" fmla="*/ 2235200 w 2438400"/>
                <a:gd name="connsiteY0" fmla="*/ 2235200 h 3860800"/>
                <a:gd name="connsiteX1" fmla="*/ 2438400 w 2438400"/>
                <a:gd name="connsiteY1" fmla="*/ 2235200 h 3860800"/>
                <a:gd name="connsiteX2" fmla="*/ 2438400 w 2438400"/>
                <a:gd name="connsiteY2" fmla="*/ 2641600 h 3860800"/>
                <a:gd name="connsiteX3" fmla="*/ 1625600 w 2438400"/>
                <a:gd name="connsiteY3" fmla="*/ 2641600 h 3860800"/>
                <a:gd name="connsiteX4" fmla="*/ 1625600 w 2438400"/>
                <a:gd name="connsiteY4" fmla="*/ 2844800 h 3860800"/>
                <a:gd name="connsiteX5" fmla="*/ 1422400 w 2438400"/>
                <a:gd name="connsiteY5" fmla="*/ 2844800 h 3860800"/>
                <a:gd name="connsiteX6" fmla="*/ 1422400 w 2438400"/>
                <a:gd name="connsiteY6" fmla="*/ 2438400 h 3860800"/>
                <a:gd name="connsiteX7" fmla="*/ 2235200 w 2438400"/>
                <a:gd name="connsiteY7" fmla="*/ 2438400 h 3860800"/>
                <a:gd name="connsiteX8" fmla="*/ 2235200 w 2438400"/>
                <a:gd name="connsiteY8" fmla="*/ 2235200 h 3860800"/>
                <a:gd name="connsiteX9" fmla="*/ 2235200 w 2438400"/>
                <a:gd name="connsiteY9" fmla="*/ 2235200 h 3860800"/>
                <a:gd name="connsiteX10" fmla="*/ 2235200 w 2438400"/>
                <a:gd name="connsiteY10" fmla="*/ 2032000 h 3860800"/>
                <a:gd name="connsiteX11" fmla="*/ 2032000 w 2438400"/>
                <a:gd name="connsiteY11" fmla="*/ 2032000 h 3860800"/>
                <a:gd name="connsiteX12" fmla="*/ 2032000 w 2438400"/>
                <a:gd name="connsiteY12" fmla="*/ 2235200 h 3860800"/>
                <a:gd name="connsiteX13" fmla="*/ 2235200 w 2438400"/>
                <a:gd name="connsiteY13" fmla="*/ 2235200 h 3860800"/>
                <a:gd name="connsiteX14" fmla="*/ 2032000 w 2438400"/>
                <a:gd name="connsiteY14" fmla="*/ 2032000 h 3860800"/>
                <a:gd name="connsiteX15" fmla="*/ 2032000 w 2438400"/>
                <a:gd name="connsiteY15" fmla="*/ 1828800 h 3860800"/>
                <a:gd name="connsiteX16" fmla="*/ 1828800 w 2438400"/>
                <a:gd name="connsiteY16" fmla="*/ 1828800 h 3860800"/>
                <a:gd name="connsiteX17" fmla="*/ 1828800 w 2438400"/>
                <a:gd name="connsiteY17" fmla="*/ 2032000 h 3860800"/>
                <a:gd name="connsiteX18" fmla="*/ 2032000 w 2438400"/>
                <a:gd name="connsiteY18" fmla="*/ 2032000 h 3860800"/>
                <a:gd name="connsiteX19" fmla="*/ 1828800 w 2438400"/>
                <a:gd name="connsiteY19" fmla="*/ 1828800 h 3860800"/>
                <a:gd name="connsiteX20" fmla="*/ 1828800 w 2438400"/>
                <a:gd name="connsiteY20" fmla="*/ 1625600 h 3860800"/>
                <a:gd name="connsiteX21" fmla="*/ 1625600 w 2438400"/>
                <a:gd name="connsiteY21" fmla="*/ 1625600 h 3860800"/>
                <a:gd name="connsiteX22" fmla="*/ 1625600 w 2438400"/>
                <a:gd name="connsiteY22" fmla="*/ 1828800 h 3860800"/>
                <a:gd name="connsiteX23" fmla="*/ 1828800 w 2438400"/>
                <a:gd name="connsiteY23" fmla="*/ 1828800 h 3860800"/>
                <a:gd name="connsiteX24" fmla="*/ 1625600 w 2438400"/>
                <a:gd name="connsiteY24" fmla="*/ 1625600 h 3860800"/>
                <a:gd name="connsiteX25" fmla="*/ 1625600 w 2438400"/>
                <a:gd name="connsiteY25" fmla="*/ 1422400 h 3860800"/>
                <a:gd name="connsiteX26" fmla="*/ 1422400 w 2438400"/>
                <a:gd name="connsiteY26" fmla="*/ 1422400 h 3860800"/>
                <a:gd name="connsiteX27" fmla="*/ 1422400 w 2438400"/>
                <a:gd name="connsiteY27" fmla="*/ 1625600 h 3860800"/>
                <a:gd name="connsiteX28" fmla="*/ 1625600 w 2438400"/>
                <a:gd name="connsiteY28" fmla="*/ 1625600 h 3860800"/>
                <a:gd name="connsiteX29" fmla="*/ 1422400 w 2438400"/>
                <a:gd name="connsiteY29" fmla="*/ 1422400 h 3860800"/>
                <a:gd name="connsiteX30" fmla="*/ 1422400 w 2438400"/>
                <a:gd name="connsiteY30" fmla="*/ 1219200 h 3860800"/>
                <a:gd name="connsiteX31" fmla="*/ 1219200 w 2438400"/>
                <a:gd name="connsiteY31" fmla="*/ 1219200 h 3860800"/>
                <a:gd name="connsiteX32" fmla="*/ 1219200 w 2438400"/>
                <a:gd name="connsiteY32" fmla="*/ 1422400 h 3860800"/>
                <a:gd name="connsiteX33" fmla="*/ 1422400 w 2438400"/>
                <a:gd name="connsiteY33" fmla="*/ 1422400 h 3860800"/>
                <a:gd name="connsiteX34" fmla="*/ 1219200 w 2438400"/>
                <a:gd name="connsiteY34" fmla="*/ 1219200 h 3860800"/>
                <a:gd name="connsiteX35" fmla="*/ 1219200 w 2438400"/>
                <a:gd name="connsiteY35" fmla="*/ 1016000 h 3860800"/>
                <a:gd name="connsiteX36" fmla="*/ 1016000 w 2438400"/>
                <a:gd name="connsiteY36" fmla="*/ 1016000 h 3860800"/>
                <a:gd name="connsiteX37" fmla="*/ 1016000 w 2438400"/>
                <a:gd name="connsiteY37" fmla="*/ 1219200 h 3860800"/>
                <a:gd name="connsiteX38" fmla="*/ 1219200 w 2438400"/>
                <a:gd name="connsiteY38" fmla="*/ 1219200 h 3860800"/>
                <a:gd name="connsiteX39" fmla="*/ 1016000 w 2438400"/>
                <a:gd name="connsiteY39" fmla="*/ 1016000 h 3860800"/>
                <a:gd name="connsiteX40" fmla="*/ 1016000 w 2438400"/>
                <a:gd name="connsiteY40" fmla="*/ 812800 h 3860800"/>
                <a:gd name="connsiteX41" fmla="*/ 812800 w 2438400"/>
                <a:gd name="connsiteY41" fmla="*/ 812800 h 3860800"/>
                <a:gd name="connsiteX42" fmla="*/ 812800 w 2438400"/>
                <a:gd name="connsiteY42" fmla="*/ 1016000 h 3860800"/>
                <a:gd name="connsiteX43" fmla="*/ 1016000 w 2438400"/>
                <a:gd name="connsiteY43" fmla="*/ 1016000 h 3860800"/>
                <a:gd name="connsiteX44" fmla="*/ 812800 w 2438400"/>
                <a:gd name="connsiteY44" fmla="*/ 812800 h 3860800"/>
                <a:gd name="connsiteX45" fmla="*/ 812800 w 2438400"/>
                <a:gd name="connsiteY45" fmla="*/ 609600 h 3860800"/>
                <a:gd name="connsiteX46" fmla="*/ 609600 w 2438400"/>
                <a:gd name="connsiteY46" fmla="*/ 609600 h 3860800"/>
                <a:gd name="connsiteX47" fmla="*/ 609600 w 2438400"/>
                <a:gd name="connsiteY47" fmla="*/ 812800 h 3860800"/>
                <a:gd name="connsiteX48" fmla="*/ 812800 w 2438400"/>
                <a:gd name="connsiteY48" fmla="*/ 812800 h 3860800"/>
                <a:gd name="connsiteX49" fmla="*/ 609600 w 2438400"/>
                <a:gd name="connsiteY49" fmla="*/ 609600 h 3860800"/>
                <a:gd name="connsiteX50" fmla="*/ 609600 w 2438400"/>
                <a:gd name="connsiteY50" fmla="*/ 406400 h 3860800"/>
                <a:gd name="connsiteX51" fmla="*/ 406400 w 2438400"/>
                <a:gd name="connsiteY51" fmla="*/ 406400 h 3860800"/>
                <a:gd name="connsiteX52" fmla="*/ 406400 w 2438400"/>
                <a:gd name="connsiteY52" fmla="*/ 609600 h 3860800"/>
                <a:gd name="connsiteX53" fmla="*/ 609600 w 2438400"/>
                <a:gd name="connsiteY53" fmla="*/ 609600 h 3860800"/>
                <a:gd name="connsiteX54" fmla="*/ 203200 w 2438400"/>
                <a:gd name="connsiteY54" fmla="*/ 406400 h 3860800"/>
                <a:gd name="connsiteX55" fmla="*/ 406400 w 2438400"/>
                <a:gd name="connsiteY55" fmla="*/ 406400 h 3860800"/>
                <a:gd name="connsiteX56" fmla="*/ 406400 w 2438400"/>
                <a:gd name="connsiteY56" fmla="*/ 203200 h 3860800"/>
                <a:gd name="connsiteX57" fmla="*/ 203200 w 2438400"/>
                <a:gd name="connsiteY57" fmla="*/ 203200 h 3860800"/>
                <a:gd name="connsiteX58" fmla="*/ 203200 w 2438400"/>
                <a:gd name="connsiteY58" fmla="*/ 0 h 3860800"/>
                <a:gd name="connsiteX59" fmla="*/ 0 w 2438400"/>
                <a:gd name="connsiteY59" fmla="*/ 0 h 3860800"/>
                <a:gd name="connsiteX60" fmla="*/ 0 w 2438400"/>
                <a:gd name="connsiteY60" fmla="*/ 3454400 h 3860800"/>
                <a:gd name="connsiteX61" fmla="*/ 406400 w 2438400"/>
                <a:gd name="connsiteY61" fmla="*/ 3454400 h 3860800"/>
                <a:gd name="connsiteX62" fmla="*/ 406400 w 2438400"/>
                <a:gd name="connsiteY62" fmla="*/ 3251200 h 3860800"/>
                <a:gd name="connsiteX63" fmla="*/ 203200 w 2438400"/>
                <a:gd name="connsiteY63" fmla="*/ 3251200 h 3860800"/>
                <a:gd name="connsiteX64" fmla="*/ 203200 w 2438400"/>
                <a:gd name="connsiteY64" fmla="*/ 406400 h 3860800"/>
                <a:gd name="connsiteX65" fmla="*/ 812800 w 2438400"/>
                <a:gd name="connsiteY65" fmla="*/ 2641600 h 3860800"/>
                <a:gd name="connsiteX66" fmla="*/ 812800 w 2438400"/>
                <a:gd name="connsiteY66" fmla="*/ 2844800 h 3860800"/>
                <a:gd name="connsiteX67" fmla="*/ 1016000 w 2438400"/>
                <a:gd name="connsiteY67" fmla="*/ 2844800 h 3860800"/>
                <a:gd name="connsiteX68" fmla="*/ 1016000 w 2438400"/>
                <a:gd name="connsiteY68" fmla="*/ 2641600 h 3860800"/>
                <a:gd name="connsiteX69" fmla="*/ 812800 w 2438400"/>
                <a:gd name="connsiteY69" fmla="*/ 2641600 h 3860800"/>
                <a:gd name="connsiteX70" fmla="*/ 609600 w 2438400"/>
                <a:gd name="connsiteY70" fmla="*/ 3048000 h 3860800"/>
                <a:gd name="connsiteX71" fmla="*/ 812800 w 2438400"/>
                <a:gd name="connsiteY71" fmla="*/ 3048000 h 3860800"/>
                <a:gd name="connsiteX72" fmla="*/ 812800 w 2438400"/>
                <a:gd name="connsiteY72" fmla="*/ 2844800 h 3860800"/>
                <a:gd name="connsiteX73" fmla="*/ 609600 w 2438400"/>
                <a:gd name="connsiteY73" fmla="*/ 2844800 h 3860800"/>
                <a:gd name="connsiteX74" fmla="*/ 609600 w 2438400"/>
                <a:gd name="connsiteY74" fmla="*/ 3048000 h 3860800"/>
                <a:gd name="connsiteX75" fmla="*/ 406400 w 2438400"/>
                <a:gd name="connsiteY75" fmla="*/ 3251200 h 3860800"/>
                <a:gd name="connsiteX76" fmla="*/ 609600 w 2438400"/>
                <a:gd name="connsiteY76" fmla="*/ 3251200 h 3860800"/>
                <a:gd name="connsiteX77" fmla="*/ 609600 w 2438400"/>
                <a:gd name="connsiteY77" fmla="*/ 3048000 h 3860800"/>
                <a:gd name="connsiteX78" fmla="*/ 406400 w 2438400"/>
                <a:gd name="connsiteY78" fmla="*/ 3048000 h 3860800"/>
                <a:gd name="connsiteX79" fmla="*/ 406400 w 2438400"/>
                <a:gd name="connsiteY79" fmla="*/ 3251200 h 3860800"/>
                <a:gd name="connsiteX80" fmla="*/ 1016000 w 2438400"/>
                <a:gd name="connsiteY80" fmla="*/ 2844800 h 3860800"/>
                <a:gd name="connsiteX81" fmla="*/ 1016000 w 2438400"/>
                <a:gd name="connsiteY81" fmla="*/ 3251200 h 3860800"/>
                <a:gd name="connsiteX82" fmla="*/ 1219200 w 2438400"/>
                <a:gd name="connsiteY82" fmla="*/ 3251200 h 3860800"/>
                <a:gd name="connsiteX83" fmla="*/ 1219200 w 2438400"/>
                <a:gd name="connsiteY83" fmla="*/ 2844800 h 3860800"/>
                <a:gd name="connsiteX84" fmla="*/ 1016000 w 2438400"/>
                <a:gd name="connsiteY84" fmla="*/ 2844800 h 3860800"/>
                <a:gd name="connsiteX85" fmla="*/ 1219200 w 2438400"/>
                <a:gd name="connsiteY85" fmla="*/ 3251200 h 3860800"/>
                <a:gd name="connsiteX86" fmla="*/ 1219200 w 2438400"/>
                <a:gd name="connsiteY86" fmla="*/ 3657600 h 3860800"/>
                <a:gd name="connsiteX87" fmla="*/ 1422400 w 2438400"/>
                <a:gd name="connsiteY87" fmla="*/ 3657600 h 3860800"/>
                <a:gd name="connsiteX88" fmla="*/ 1422400 w 2438400"/>
                <a:gd name="connsiteY88" fmla="*/ 3251200 h 3860800"/>
                <a:gd name="connsiteX89" fmla="*/ 1219200 w 2438400"/>
                <a:gd name="connsiteY89" fmla="*/ 3251200 h 3860800"/>
                <a:gd name="connsiteX90" fmla="*/ 2032000 w 2438400"/>
                <a:gd name="connsiteY90" fmla="*/ 3657600 h 3860800"/>
                <a:gd name="connsiteX91" fmla="*/ 2032000 w 2438400"/>
                <a:gd name="connsiteY91" fmla="*/ 3251200 h 3860800"/>
                <a:gd name="connsiteX92" fmla="*/ 1828800 w 2438400"/>
                <a:gd name="connsiteY92" fmla="*/ 3251200 h 3860800"/>
                <a:gd name="connsiteX93" fmla="*/ 1828800 w 2438400"/>
                <a:gd name="connsiteY93" fmla="*/ 3657600 h 3860800"/>
                <a:gd name="connsiteX94" fmla="*/ 2032000 w 2438400"/>
                <a:gd name="connsiteY94" fmla="*/ 3657600 h 3860800"/>
                <a:gd name="connsiteX95" fmla="*/ 1828800 w 2438400"/>
                <a:gd name="connsiteY95" fmla="*/ 3251200 h 3860800"/>
                <a:gd name="connsiteX96" fmla="*/ 1828800 w 2438400"/>
                <a:gd name="connsiteY96" fmla="*/ 2844800 h 3860800"/>
                <a:gd name="connsiteX97" fmla="*/ 1625600 w 2438400"/>
                <a:gd name="connsiteY97" fmla="*/ 2844800 h 3860800"/>
                <a:gd name="connsiteX98" fmla="*/ 1625600 w 2438400"/>
                <a:gd name="connsiteY98" fmla="*/ 3251200 h 3860800"/>
                <a:gd name="connsiteX99" fmla="*/ 1828800 w 2438400"/>
                <a:gd name="connsiteY99" fmla="*/ 3251200 h 3860800"/>
                <a:gd name="connsiteX100" fmla="*/ 1422400 w 2438400"/>
                <a:gd name="connsiteY100" fmla="*/ 3860800 h 3860800"/>
                <a:gd name="connsiteX101" fmla="*/ 1828800 w 2438400"/>
                <a:gd name="connsiteY101" fmla="*/ 3860800 h 3860800"/>
                <a:gd name="connsiteX102" fmla="*/ 1828800 w 2438400"/>
                <a:gd name="connsiteY102" fmla="*/ 3657600 h 3860800"/>
                <a:gd name="connsiteX103" fmla="*/ 1422400 w 2438400"/>
                <a:gd name="connsiteY103" fmla="*/ 3657600 h 3860800"/>
                <a:gd name="connsiteX104" fmla="*/ 1422400 w 2438400"/>
                <a:gd name="connsiteY104" fmla="*/ 3860800 h 3860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2438400" h="3860800">
                  <a:moveTo>
                    <a:pt x="2235200" y="2235200"/>
                  </a:moveTo>
                  <a:lnTo>
                    <a:pt x="2438400" y="2235200"/>
                  </a:lnTo>
                  <a:lnTo>
                    <a:pt x="2438400" y="2641600"/>
                  </a:lnTo>
                  <a:lnTo>
                    <a:pt x="1625600" y="2641600"/>
                  </a:lnTo>
                  <a:lnTo>
                    <a:pt x="1625600" y="2844800"/>
                  </a:lnTo>
                  <a:lnTo>
                    <a:pt x="1422400" y="2844800"/>
                  </a:lnTo>
                  <a:lnTo>
                    <a:pt x="1422400" y="2438400"/>
                  </a:lnTo>
                  <a:lnTo>
                    <a:pt x="2235200" y="2438400"/>
                  </a:lnTo>
                  <a:lnTo>
                    <a:pt x="2235200" y="2235200"/>
                  </a:lnTo>
                  <a:close/>
                  <a:moveTo>
                    <a:pt x="2235200" y="2235200"/>
                  </a:moveTo>
                  <a:lnTo>
                    <a:pt x="2235200" y="2032000"/>
                  </a:lnTo>
                  <a:lnTo>
                    <a:pt x="2032000" y="2032000"/>
                  </a:lnTo>
                  <a:lnTo>
                    <a:pt x="2032000" y="2235200"/>
                  </a:lnTo>
                  <a:lnTo>
                    <a:pt x="2235200" y="2235200"/>
                  </a:lnTo>
                  <a:close/>
                  <a:moveTo>
                    <a:pt x="2032000" y="2032000"/>
                  </a:moveTo>
                  <a:lnTo>
                    <a:pt x="2032000" y="1828800"/>
                  </a:lnTo>
                  <a:lnTo>
                    <a:pt x="1828800" y="1828800"/>
                  </a:lnTo>
                  <a:lnTo>
                    <a:pt x="1828800" y="2032000"/>
                  </a:lnTo>
                  <a:lnTo>
                    <a:pt x="2032000" y="2032000"/>
                  </a:lnTo>
                  <a:close/>
                  <a:moveTo>
                    <a:pt x="1828800" y="1828800"/>
                  </a:moveTo>
                  <a:lnTo>
                    <a:pt x="1828800" y="1625600"/>
                  </a:lnTo>
                  <a:lnTo>
                    <a:pt x="1625600" y="1625600"/>
                  </a:lnTo>
                  <a:lnTo>
                    <a:pt x="1625600" y="1828800"/>
                  </a:lnTo>
                  <a:lnTo>
                    <a:pt x="1828800" y="1828800"/>
                  </a:lnTo>
                  <a:close/>
                  <a:moveTo>
                    <a:pt x="1625600" y="1625600"/>
                  </a:moveTo>
                  <a:lnTo>
                    <a:pt x="1625600" y="1422400"/>
                  </a:lnTo>
                  <a:lnTo>
                    <a:pt x="1422400" y="1422400"/>
                  </a:lnTo>
                  <a:lnTo>
                    <a:pt x="1422400" y="1625600"/>
                  </a:lnTo>
                  <a:lnTo>
                    <a:pt x="1625600" y="1625600"/>
                  </a:lnTo>
                  <a:close/>
                  <a:moveTo>
                    <a:pt x="1422400" y="1422400"/>
                  </a:moveTo>
                  <a:lnTo>
                    <a:pt x="1422400" y="1219200"/>
                  </a:lnTo>
                  <a:lnTo>
                    <a:pt x="1219200" y="1219200"/>
                  </a:lnTo>
                  <a:lnTo>
                    <a:pt x="1219200" y="1422400"/>
                  </a:lnTo>
                  <a:lnTo>
                    <a:pt x="1422400" y="1422400"/>
                  </a:lnTo>
                  <a:close/>
                  <a:moveTo>
                    <a:pt x="1219200" y="1219200"/>
                  </a:moveTo>
                  <a:lnTo>
                    <a:pt x="1219200" y="1016000"/>
                  </a:lnTo>
                  <a:lnTo>
                    <a:pt x="1016000" y="1016000"/>
                  </a:lnTo>
                  <a:lnTo>
                    <a:pt x="1016000" y="1219200"/>
                  </a:lnTo>
                  <a:lnTo>
                    <a:pt x="1219200" y="1219200"/>
                  </a:lnTo>
                  <a:close/>
                  <a:moveTo>
                    <a:pt x="1016000" y="1016000"/>
                  </a:moveTo>
                  <a:lnTo>
                    <a:pt x="1016000" y="812800"/>
                  </a:lnTo>
                  <a:lnTo>
                    <a:pt x="812800" y="812800"/>
                  </a:lnTo>
                  <a:lnTo>
                    <a:pt x="812800" y="1016000"/>
                  </a:lnTo>
                  <a:lnTo>
                    <a:pt x="1016000" y="1016000"/>
                  </a:lnTo>
                  <a:close/>
                  <a:moveTo>
                    <a:pt x="812800" y="812800"/>
                  </a:moveTo>
                  <a:lnTo>
                    <a:pt x="812800" y="609600"/>
                  </a:lnTo>
                  <a:lnTo>
                    <a:pt x="609600" y="609600"/>
                  </a:lnTo>
                  <a:lnTo>
                    <a:pt x="609600" y="812800"/>
                  </a:lnTo>
                  <a:lnTo>
                    <a:pt x="812800" y="812800"/>
                  </a:lnTo>
                  <a:close/>
                  <a:moveTo>
                    <a:pt x="609600" y="609600"/>
                  </a:moveTo>
                  <a:lnTo>
                    <a:pt x="609600" y="406400"/>
                  </a:lnTo>
                  <a:lnTo>
                    <a:pt x="406400" y="406400"/>
                  </a:lnTo>
                  <a:lnTo>
                    <a:pt x="406400" y="609600"/>
                  </a:lnTo>
                  <a:lnTo>
                    <a:pt x="609600" y="609600"/>
                  </a:lnTo>
                  <a:close/>
                  <a:moveTo>
                    <a:pt x="203200" y="406400"/>
                  </a:moveTo>
                  <a:lnTo>
                    <a:pt x="406400" y="406400"/>
                  </a:lnTo>
                  <a:lnTo>
                    <a:pt x="406400" y="203200"/>
                  </a:lnTo>
                  <a:lnTo>
                    <a:pt x="203200" y="203200"/>
                  </a:lnTo>
                  <a:lnTo>
                    <a:pt x="203200" y="0"/>
                  </a:lnTo>
                  <a:lnTo>
                    <a:pt x="0" y="0"/>
                  </a:lnTo>
                  <a:lnTo>
                    <a:pt x="0" y="3454400"/>
                  </a:lnTo>
                  <a:lnTo>
                    <a:pt x="406400" y="3454400"/>
                  </a:lnTo>
                  <a:lnTo>
                    <a:pt x="406400" y="3251200"/>
                  </a:lnTo>
                  <a:lnTo>
                    <a:pt x="203200" y="3251200"/>
                  </a:lnTo>
                  <a:lnTo>
                    <a:pt x="203200" y="406400"/>
                  </a:lnTo>
                  <a:close/>
                  <a:moveTo>
                    <a:pt x="812800" y="2641600"/>
                  </a:moveTo>
                  <a:lnTo>
                    <a:pt x="812800" y="2844800"/>
                  </a:lnTo>
                  <a:lnTo>
                    <a:pt x="1016000" y="2844800"/>
                  </a:lnTo>
                  <a:lnTo>
                    <a:pt x="1016000" y="2641600"/>
                  </a:lnTo>
                  <a:lnTo>
                    <a:pt x="812800" y="2641600"/>
                  </a:lnTo>
                  <a:close/>
                  <a:moveTo>
                    <a:pt x="609600" y="3048000"/>
                  </a:moveTo>
                  <a:lnTo>
                    <a:pt x="812800" y="3048000"/>
                  </a:lnTo>
                  <a:lnTo>
                    <a:pt x="812800" y="2844800"/>
                  </a:lnTo>
                  <a:lnTo>
                    <a:pt x="609600" y="2844800"/>
                  </a:lnTo>
                  <a:lnTo>
                    <a:pt x="609600" y="3048000"/>
                  </a:lnTo>
                  <a:close/>
                  <a:moveTo>
                    <a:pt x="406400" y="3251200"/>
                  </a:moveTo>
                  <a:lnTo>
                    <a:pt x="609600" y="3251200"/>
                  </a:lnTo>
                  <a:lnTo>
                    <a:pt x="609600" y="3048000"/>
                  </a:lnTo>
                  <a:lnTo>
                    <a:pt x="406400" y="3048000"/>
                  </a:lnTo>
                  <a:lnTo>
                    <a:pt x="406400" y="3251200"/>
                  </a:lnTo>
                  <a:close/>
                  <a:moveTo>
                    <a:pt x="1016000" y="2844800"/>
                  </a:moveTo>
                  <a:lnTo>
                    <a:pt x="1016000" y="3251200"/>
                  </a:lnTo>
                  <a:lnTo>
                    <a:pt x="1219200" y="3251200"/>
                  </a:lnTo>
                  <a:lnTo>
                    <a:pt x="1219200" y="2844800"/>
                  </a:lnTo>
                  <a:lnTo>
                    <a:pt x="1016000" y="2844800"/>
                  </a:lnTo>
                  <a:close/>
                  <a:moveTo>
                    <a:pt x="1219200" y="3251200"/>
                  </a:moveTo>
                  <a:lnTo>
                    <a:pt x="1219200" y="3657600"/>
                  </a:lnTo>
                  <a:lnTo>
                    <a:pt x="1422400" y="3657600"/>
                  </a:lnTo>
                  <a:lnTo>
                    <a:pt x="1422400" y="3251200"/>
                  </a:lnTo>
                  <a:lnTo>
                    <a:pt x="1219200" y="3251200"/>
                  </a:lnTo>
                  <a:close/>
                  <a:moveTo>
                    <a:pt x="2032000" y="3657600"/>
                  </a:moveTo>
                  <a:lnTo>
                    <a:pt x="2032000" y="3251200"/>
                  </a:lnTo>
                  <a:lnTo>
                    <a:pt x="1828800" y="3251200"/>
                  </a:lnTo>
                  <a:lnTo>
                    <a:pt x="1828800" y="3657600"/>
                  </a:lnTo>
                  <a:lnTo>
                    <a:pt x="2032000" y="3657600"/>
                  </a:lnTo>
                  <a:close/>
                  <a:moveTo>
                    <a:pt x="1828800" y="3251200"/>
                  </a:moveTo>
                  <a:lnTo>
                    <a:pt x="1828800" y="2844800"/>
                  </a:lnTo>
                  <a:lnTo>
                    <a:pt x="1625600" y="2844800"/>
                  </a:lnTo>
                  <a:lnTo>
                    <a:pt x="1625600" y="3251200"/>
                  </a:lnTo>
                  <a:lnTo>
                    <a:pt x="1828800" y="3251200"/>
                  </a:lnTo>
                  <a:close/>
                  <a:moveTo>
                    <a:pt x="1422400" y="3860800"/>
                  </a:moveTo>
                  <a:lnTo>
                    <a:pt x="1828800" y="3860800"/>
                  </a:lnTo>
                  <a:lnTo>
                    <a:pt x="1828800" y="3657600"/>
                  </a:lnTo>
                  <a:lnTo>
                    <a:pt x="1422400" y="3657600"/>
                  </a:lnTo>
                  <a:lnTo>
                    <a:pt x="1422400" y="386080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423729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A51C4276-B3B9-5706-3E1A-43C4DDD1E708}"/>
              </a:ext>
            </a:extLst>
          </p:cNvPr>
          <p:cNvSpPr/>
          <p:nvPr/>
        </p:nvSpPr>
        <p:spPr>
          <a:xfrm>
            <a:off x="0" y="1794539"/>
            <a:ext cx="12192000" cy="163446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6D3A0B2-0791-B8DC-269B-E3BDE9DFBF9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>
                <a:latin typeface="Lato Light" panose="020F0302020204030203" pitchFamily="34" charset="77"/>
              </a:rPr>
              <a:t>Adjust template fonts to match your modality.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438756C-4C32-857C-9283-21211249D174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1140643" y="2101392"/>
            <a:ext cx="3069946" cy="1188563"/>
          </a:xfrm>
        </p:spPr>
        <p:txBody>
          <a:bodyPr>
            <a:normAutofit/>
          </a:bodyPr>
          <a:lstStyle/>
          <a:p>
            <a:pPr algn="ctr"/>
            <a:r>
              <a:rPr lang="en-US" sz="2400" b="1"/>
              <a:t>Online or Print</a:t>
            </a:r>
            <a:br>
              <a:rPr lang="en-US" sz="2400"/>
            </a:br>
            <a:r>
              <a:rPr lang="en-US" sz="2400"/>
              <a:t>Presentations, Training</a:t>
            </a:r>
          </a:p>
          <a:p>
            <a:pPr algn="ctr"/>
            <a:endParaRPr lang="en-US" sz="2400"/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DC376929-31EF-7C4E-B461-7AEB3B0DA39E}"/>
              </a:ext>
            </a:extLst>
          </p:cNvPr>
          <p:cNvSpPr txBox="1">
            <a:spLocks/>
          </p:cNvSpPr>
          <p:nvPr/>
        </p:nvSpPr>
        <p:spPr>
          <a:xfrm>
            <a:off x="4556063" y="2101392"/>
            <a:ext cx="3239903" cy="11885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>
              <a:lnSpc>
                <a:spcPct val="90000"/>
              </a:lnSpc>
              <a:spcBef>
                <a:spcPts val="2133"/>
              </a:spcBef>
              <a:buClr>
                <a:schemeClr val="accent1"/>
              </a:buClr>
              <a:buSzPct val="90000"/>
              <a:buFont typeface="Wingdings" pitchFamily="2" charset="2"/>
              <a:buNone/>
              <a:defRPr sz="3733" b="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89" indent="-457189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90000"/>
              <a:buFont typeface="Wingdings" pitchFamily="2" charset="2"/>
              <a:buChar char="§"/>
              <a:tabLst/>
              <a:defRPr sz="3200" b="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indent="-457189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90000"/>
              <a:buFont typeface="System Font Regular"/>
              <a:buChar char="⁃"/>
              <a:tabLst/>
              <a:defRPr sz="3200" b="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3683" indent="-4593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90000"/>
              <a:buFont typeface="System Font Regular"/>
              <a:buChar char="‣"/>
              <a:tabLst/>
              <a:defRPr sz="3200" b="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30872" indent="-457189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70000"/>
              <a:buFont typeface="Courier New" panose="02070309020205020404" pitchFamily="49" charset="0"/>
              <a:buChar char="o"/>
              <a:tabLst/>
              <a:defRPr sz="3200" b="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86196">
              <a:defRPr>
                <a:latin typeface="+mn-lt"/>
                <a:ea typeface="+mn-ea"/>
                <a:cs typeface="+mn-cs"/>
              </a:defRPr>
            </a:lvl6pPr>
            <a:lvl7pPr marL="1663434">
              <a:defRPr>
                <a:latin typeface="+mn-lt"/>
                <a:ea typeface="+mn-ea"/>
                <a:cs typeface="+mn-cs"/>
              </a:defRPr>
            </a:lvl7pPr>
            <a:lvl8pPr marL="1940674">
              <a:defRPr>
                <a:latin typeface="+mn-lt"/>
                <a:ea typeface="+mn-ea"/>
                <a:cs typeface="+mn-cs"/>
              </a:defRPr>
            </a:lvl8pPr>
            <a:lvl9pPr marL="2217913">
              <a:defRPr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b="1"/>
              <a:t>Large Room</a:t>
            </a:r>
            <a:br>
              <a:rPr lang="en-US" sz="2400"/>
            </a:br>
            <a:r>
              <a:rPr lang="en-US" sz="2400"/>
              <a:t>In-person, Sales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B44327A9-F306-BD86-D86D-DBCCD791BECF}"/>
              </a:ext>
            </a:extLst>
          </p:cNvPr>
          <p:cNvSpPr txBox="1">
            <a:spLocks/>
          </p:cNvSpPr>
          <p:nvPr/>
        </p:nvSpPr>
        <p:spPr>
          <a:xfrm>
            <a:off x="8141440" y="2101392"/>
            <a:ext cx="3239903" cy="11885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>
              <a:lnSpc>
                <a:spcPct val="90000"/>
              </a:lnSpc>
              <a:spcBef>
                <a:spcPts val="2133"/>
              </a:spcBef>
              <a:buClr>
                <a:schemeClr val="accent1"/>
              </a:buClr>
              <a:buSzPct val="90000"/>
              <a:buFont typeface="Wingdings" pitchFamily="2" charset="2"/>
              <a:buNone/>
              <a:defRPr sz="3733" b="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89" indent="-457189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90000"/>
              <a:buFont typeface="Wingdings" pitchFamily="2" charset="2"/>
              <a:buChar char="§"/>
              <a:tabLst/>
              <a:defRPr sz="3200" b="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indent="-457189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90000"/>
              <a:buFont typeface="System Font Regular"/>
              <a:buChar char="⁃"/>
              <a:tabLst/>
              <a:defRPr sz="3200" b="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3683" indent="-4593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90000"/>
              <a:buFont typeface="System Font Regular"/>
              <a:buChar char="‣"/>
              <a:tabLst/>
              <a:defRPr sz="3200" b="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30872" indent="-457189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70000"/>
              <a:buFont typeface="Courier New" panose="02070309020205020404" pitchFamily="49" charset="0"/>
              <a:buChar char="o"/>
              <a:tabLst/>
              <a:defRPr sz="3200" b="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86196">
              <a:defRPr>
                <a:latin typeface="+mn-lt"/>
                <a:ea typeface="+mn-ea"/>
                <a:cs typeface="+mn-cs"/>
              </a:defRPr>
            </a:lvl6pPr>
            <a:lvl7pPr marL="1663434">
              <a:defRPr>
                <a:latin typeface="+mn-lt"/>
                <a:ea typeface="+mn-ea"/>
                <a:cs typeface="+mn-cs"/>
              </a:defRPr>
            </a:lvl7pPr>
            <a:lvl8pPr marL="1940674">
              <a:defRPr>
                <a:latin typeface="+mn-lt"/>
                <a:ea typeface="+mn-ea"/>
                <a:cs typeface="+mn-cs"/>
              </a:defRPr>
            </a:lvl8pPr>
            <a:lvl9pPr marL="2217913">
              <a:defRPr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b="1"/>
              <a:t>Conference or Auditorium</a:t>
            </a:r>
            <a:br>
              <a:rPr lang="en-US" sz="2400"/>
            </a:br>
            <a:r>
              <a:rPr lang="en-US" sz="2400"/>
              <a:t>Seminar, Keynote</a:t>
            </a: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5B016AFD-8F15-A34B-C7AD-E61465635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Default font size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D1FACB6-2CD4-6B59-7645-B79162728D90}"/>
              </a:ext>
            </a:extLst>
          </p:cNvPr>
          <p:cNvSpPr txBox="1"/>
          <p:nvPr/>
        </p:nvSpPr>
        <p:spPr>
          <a:xfrm>
            <a:off x="319626" y="3650661"/>
            <a:ext cx="10943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800">
                <a:solidFill>
                  <a:schemeClr val="tx2"/>
                </a:solidFill>
                <a:latin typeface="+mn-lt"/>
              </a:rPr>
              <a:t>Heading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C3F4FEE-5E40-E88F-40A0-08701E2E775C}"/>
              </a:ext>
            </a:extLst>
          </p:cNvPr>
          <p:cNvSpPr txBox="1"/>
          <p:nvPr/>
        </p:nvSpPr>
        <p:spPr>
          <a:xfrm>
            <a:off x="319626" y="5034512"/>
            <a:ext cx="8210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800">
                <a:solidFill>
                  <a:schemeClr val="tx2"/>
                </a:solidFill>
                <a:latin typeface="+mn-lt"/>
              </a:rPr>
              <a:t>Body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3EF4C83-AB8D-EF7D-FD24-72E4CC744D4E}"/>
              </a:ext>
            </a:extLst>
          </p:cNvPr>
          <p:cNvSpPr txBox="1"/>
          <p:nvPr/>
        </p:nvSpPr>
        <p:spPr>
          <a:xfrm>
            <a:off x="1831049" y="3650661"/>
            <a:ext cx="16891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>
                <a:solidFill>
                  <a:schemeClr val="tx1"/>
                </a:solidFill>
                <a:latin typeface="+mn-lt"/>
              </a:rPr>
              <a:t>32-44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CADE735-0474-B2AA-CB1D-37388D7C3FF1}"/>
              </a:ext>
            </a:extLst>
          </p:cNvPr>
          <p:cNvSpPr txBox="1"/>
          <p:nvPr/>
        </p:nvSpPr>
        <p:spPr>
          <a:xfrm>
            <a:off x="2015296" y="5158048"/>
            <a:ext cx="13206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tx1"/>
                </a:solidFill>
                <a:latin typeface="+mn-lt"/>
              </a:rPr>
              <a:t>16-24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8AAE54D-FCAB-D5B8-48F1-7E81EE3393B9}"/>
              </a:ext>
            </a:extLst>
          </p:cNvPr>
          <p:cNvSpPr txBox="1"/>
          <p:nvPr/>
        </p:nvSpPr>
        <p:spPr>
          <a:xfrm>
            <a:off x="5058494" y="3650661"/>
            <a:ext cx="22350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>
                <a:solidFill>
                  <a:schemeClr val="tx1"/>
                </a:solidFill>
                <a:latin typeface="+mn-lt"/>
              </a:rPr>
              <a:t>44-60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9A965B5-1114-F369-E766-A12830635882}"/>
              </a:ext>
            </a:extLst>
          </p:cNvPr>
          <p:cNvSpPr txBox="1"/>
          <p:nvPr/>
        </p:nvSpPr>
        <p:spPr>
          <a:xfrm>
            <a:off x="5424663" y="5034512"/>
            <a:ext cx="15040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>
                <a:solidFill>
                  <a:schemeClr val="tx1"/>
                </a:solidFill>
                <a:latin typeface="+mn-lt"/>
              </a:rPr>
              <a:t>25-36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E35BA30-0A52-7EE2-5B63-F380134B37BE}"/>
              </a:ext>
            </a:extLst>
          </p:cNvPr>
          <p:cNvSpPr txBox="1"/>
          <p:nvPr/>
        </p:nvSpPr>
        <p:spPr>
          <a:xfrm>
            <a:off x="8284245" y="3512161"/>
            <a:ext cx="295429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>
                <a:solidFill>
                  <a:schemeClr val="tx1"/>
                </a:solidFill>
                <a:latin typeface="+mn-lt"/>
              </a:rPr>
              <a:t>60-80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097C8DE-FE26-0567-917E-749E1FC2BC3C}"/>
              </a:ext>
            </a:extLst>
          </p:cNvPr>
          <p:cNvSpPr txBox="1"/>
          <p:nvPr/>
        </p:nvSpPr>
        <p:spPr>
          <a:xfrm>
            <a:off x="8712426" y="4896012"/>
            <a:ext cx="20979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>
                <a:solidFill>
                  <a:schemeClr val="tx1"/>
                </a:solidFill>
                <a:latin typeface="+mn-lt"/>
              </a:rPr>
              <a:t>40-60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EE8BB3C-2321-DC45-F23B-0F3704627207}"/>
              </a:ext>
            </a:extLst>
          </p:cNvPr>
          <p:cNvCxnSpPr/>
          <p:nvPr/>
        </p:nvCxnSpPr>
        <p:spPr>
          <a:xfrm>
            <a:off x="0" y="4837749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83CAD581-8F5C-A360-FFA7-59A404082EE1}"/>
              </a:ext>
            </a:extLst>
          </p:cNvPr>
          <p:cNvCxnSpPr/>
          <p:nvPr/>
        </p:nvCxnSpPr>
        <p:spPr>
          <a:xfrm>
            <a:off x="0" y="5963353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6403193A-D07D-A1D0-DB52-4FEE7AAE90BF}"/>
              </a:ext>
            </a:extLst>
          </p:cNvPr>
          <p:cNvCxnSpPr/>
          <p:nvPr/>
        </p:nvCxnSpPr>
        <p:spPr>
          <a:xfrm>
            <a:off x="4210589" y="1802048"/>
            <a:ext cx="0" cy="416130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A764F6DC-8D01-2BC1-7AA8-B84EEE1A4CCD}"/>
              </a:ext>
            </a:extLst>
          </p:cNvPr>
          <p:cNvCxnSpPr/>
          <p:nvPr/>
        </p:nvCxnSpPr>
        <p:spPr>
          <a:xfrm>
            <a:off x="7971884" y="1802048"/>
            <a:ext cx="0" cy="416130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Footer Placeholder 51">
            <a:extLst>
              <a:ext uri="{FF2B5EF4-FFF2-40B4-BE49-F238E27FC236}">
                <a16:creationId xmlns:a16="http://schemas.microsoft.com/office/drawing/2014/main" id="{1BF31B5C-D6E9-A0FB-8926-2088C799FC1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Copyright © 2026 Kinaxis. All Rights Reserved. Access limited to internal use only.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6388C25-008A-9C66-DF16-C32FED66FB51}"/>
              </a:ext>
            </a:extLst>
          </p:cNvPr>
          <p:cNvSpPr txBox="1"/>
          <p:nvPr/>
        </p:nvSpPr>
        <p:spPr>
          <a:xfrm>
            <a:off x="1140643" y="4364807"/>
            <a:ext cx="30539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>
                <a:solidFill>
                  <a:schemeClr val="accent6"/>
                </a:solidFill>
                <a:latin typeface="+mn-lt"/>
              </a:rPr>
              <a:t>Our default heading size is 36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BD4FB4-F72E-242B-ADDD-3A0B5BFCB103}"/>
              </a:ext>
            </a:extLst>
          </p:cNvPr>
          <p:cNvSpPr txBox="1"/>
          <p:nvPr/>
        </p:nvSpPr>
        <p:spPr>
          <a:xfrm>
            <a:off x="1140643" y="5600941"/>
            <a:ext cx="30539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>
                <a:solidFill>
                  <a:schemeClr val="accent6"/>
                </a:solidFill>
                <a:latin typeface="+mn-lt"/>
              </a:rPr>
              <a:t>Our default text size is18</a:t>
            </a:r>
          </a:p>
        </p:txBody>
      </p:sp>
    </p:spTree>
    <p:extLst>
      <p:ext uri="{BB962C8B-B14F-4D97-AF65-F5344CB8AC3E}">
        <p14:creationId xmlns:p14="http://schemas.microsoft.com/office/powerpoint/2010/main" val="250664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F049ACB-8388-22D3-91A2-9C83640433B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6202" y="1105345"/>
            <a:ext cx="5287692" cy="206963"/>
          </a:xfrm>
        </p:spPr>
        <p:txBody>
          <a:bodyPr>
            <a:normAutofit fontScale="92500" lnSpcReduction="10000"/>
          </a:bodyPr>
          <a:lstStyle/>
          <a:p>
            <a:r>
              <a:rPr lang="en-US"/>
              <a:t>Kinaxis PowerPoint Template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F47BA92-9513-DD33-19CA-48AF2E42CC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042" y="1440002"/>
            <a:ext cx="5482051" cy="1344401"/>
          </a:xfrm>
        </p:spPr>
        <p:txBody>
          <a:bodyPr>
            <a:normAutofit/>
          </a:bodyPr>
          <a:lstStyle/>
          <a:p>
            <a:r>
              <a:rPr lang="en-US" sz="4000"/>
              <a:t>How to insert additional text on slides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A7830B-95DC-E3CC-F95B-FA80A82103EC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585192" y="1464816"/>
            <a:ext cx="5102848" cy="3032626"/>
          </a:xfrm>
        </p:spPr>
        <p:txBody>
          <a:bodyPr/>
          <a:lstStyle/>
          <a:p>
            <a:r>
              <a:rPr lang="en-US"/>
              <a:t>Click on the text box on the slide.</a:t>
            </a:r>
          </a:p>
          <a:p>
            <a:r>
              <a:rPr lang="en-US"/>
              <a:t>Add desired text, utilizing brand approved fonts.</a:t>
            </a:r>
          </a:p>
          <a:p>
            <a:r>
              <a:rPr lang="en-US"/>
              <a:t>If pasting copied text from another presentation. </a:t>
            </a:r>
            <a:br>
              <a:rPr lang="en-US"/>
            </a:br>
            <a:r>
              <a:rPr lang="en-US"/>
              <a:t>“Edit &gt; Paste and Match Formatting” to retain typesetting styles into any text box you see in the master slides and throughout this deck.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34B317-19A9-0ADA-3264-50E1CFF0DE1C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/>
        <p:txBody>
          <a:bodyPr/>
          <a:lstStyle/>
          <a:p>
            <a:r>
              <a:rPr lang="en-US"/>
              <a:t>Copyright © 2026 Kinaxis. All Rights Reserved. Access limited to internal use only.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7CFC30F-4202-E56B-0F39-C08C5389492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4786" y="2765423"/>
            <a:ext cx="5683687" cy="320029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5515F59-2578-A7A2-BF45-4FD82862F68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13976"/>
          <a:stretch/>
        </p:blipFill>
        <p:spPr>
          <a:xfrm>
            <a:off x="994676" y="2935480"/>
            <a:ext cx="4737204" cy="2663313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FBF12620-EA90-F762-F39B-B81A81429DBE}"/>
              </a:ext>
            </a:extLst>
          </p:cNvPr>
          <p:cNvGrpSpPr/>
          <p:nvPr/>
        </p:nvGrpSpPr>
        <p:grpSpPr>
          <a:xfrm>
            <a:off x="6921934" y="4022151"/>
            <a:ext cx="1985568" cy="1501752"/>
            <a:chOff x="11305164" y="6697663"/>
            <a:chExt cx="3274349" cy="2476500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100650BD-0635-C082-CAA0-082FA6B143D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1305164" y="6697663"/>
              <a:ext cx="2914265" cy="2476500"/>
            </a:xfrm>
            <a:prstGeom prst="rect">
              <a:avLst/>
            </a:prstGeom>
          </p:spPr>
        </p:pic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9237A887-B91A-2697-3966-A111C34ECE01}"/>
                </a:ext>
              </a:extLst>
            </p:cNvPr>
            <p:cNvGrpSpPr/>
            <p:nvPr/>
          </p:nvGrpSpPr>
          <p:grpSpPr>
            <a:xfrm>
              <a:off x="13897724" y="7935913"/>
              <a:ext cx="681789" cy="1079500"/>
              <a:chOff x="20704092" y="3749675"/>
              <a:chExt cx="2438400" cy="3860800"/>
            </a:xfrm>
          </p:grpSpPr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EFE51E64-3573-8908-854D-C8959EAAF74D}"/>
                  </a:ext>
                </a:extLst>
              </p:cNvPr>
              <p:cNvSpPr/>
              <p:nvPr/>
            </p:nvSpPr>
            <p:spPr>
              <a:xfrm>
                <a:off x="20831092" y="4054475"/>
                <a:ext cx="2184400" cy="3352800"/>
              </a:xfrm>
              <a:custGeom>
                <a:avLst/>
                <a:gdLst>
                  <a:gd name="connsiteX0" fmla="*/ 0 w 2184400"/>
                  <a:gd name="connsiteY0" fmla="*/ 0 h 3352800"/>
                  <a:gd name="connsiteX1" fmla="*/ 279400 w 2184400"/>
                  <a:gd name="connsiteY1" fmla="*/ 101600 h 3352800"/>
                  <a:gd name="connsiteX2" fmla="*/ 2108200 w 2184400"/>
                  <a:gd name="connsiteY2" fmla="*/ 1930400 h 3352800"/>
                  <a:gd name="connsiteX3" fmla="*/ 2184400 w 2184400"/>
                  <a:gd name="connsiteY3" fmla="*/ 2209800 h 3352800"/>
                  <a:gd name="connsiteX4" fmla="*/ 1371600 w 2184400"/>
                  <a:gd name="connsiteY4" fmla="*/ 2209800 h 3352800"/>
                  <a:gd name="connsiteX5" fmla="*/ 1371600 w 2184400"/>
                  <a:gd name="connsiteY5" fmla="*/ 2463800 h 3352800"/>
                  <a:gd name="connsiteX6" fmla="*/ 1498600 w 2184400"/>
                  <a:gd name="connsiteY6" fmla="*/ 2540000 h 3352800"/>
                  <a:gd name="connsiteX7" fmla="*/ 1701800 w 2184400"/>
                  <a:gd name="connsiteY7" fmla="*/ 2946400 h 3352800"/>
                  <a:gd name="connsiteX8" fmla="*/ 1701800 w 2184400"/>
                  <a:gd name="connsiteY8" fmla="*/ 3352800 h 3352800"/>
                  <a:gd name="connsiteX9" fmla="*/ 1295400 w 2184400"/>
                  <a:gd name="connsiteY9" fmla="*/ 3352800 h 3352800"/>
                  <a:gd name="connsiteX10" fmla="*/ 889000 w 2184400"/>
                  <a:gd name="connsiteY10" fmla="*/ 2540000 h 3352800"/>
                  <a:gd name="connsiteX11" fmla="*/ 685800 w 2184400"/>
                  <a:gd name="connsiteY11" fmla="*/ 2540000 h 3352800"/>
                  <a:gd name="connsiteX12" fmla="*/ 279400 w 2184400"/>
                  <a:gd name="connsiteY12" fmla="*/ 2946400 h 3352800"/>
                  <a:gd name="connsiteX13" fmla="*/ 12700 w 2184400"/>
                  <a:gd name="connsiteY13" fmla="*/ 3009900 h 3352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184400" h="3352800">
                    <a:moveTo>
                      <a:pt x="0" y="0"/>
                    </a:moveTo>
                    <a:lnTo>
                      <a:pt x="279400" y="101600"/>
                    </a:lnTo>
                    <a:lnTo>
                      <a:pt x="2108200" y="1930400"/>
                    </a:lnTo>
                    <a:lnTo>
                      <a:pt x="2184400" y="2209800"/>
                    </a:lnTo>
                    <a:lnTo>
                      <a:pt x="1371600" y="2209800"/>
                    </a:lnTo>
                    <a:lnTo>
                      <a:pt x="1371600" y="2463800"/>
                    </a:lnTo>
                    <a:lnTo>
                      <a:pt x="1498600" y="2540000"/>
                    </a:lnTo>
                    <a:lnTo>
                      <a:pt x="1701800" y="2946400"/>
                    </a:lnTo>
                    <a:lnTo>
                      <a:pt x="1701800" y="3352800"/>
                    </a:lnTo>
                    <a:lnTo>
                      <a:pt x="1295400" y="3352800"/>
                    </a:lnTo>
                    <a:lnTo>
                      <a:pt x="889000" y="2540000"/>
                    </a:lnTo>
                    <a:lnTo>
                      <a:pt x="685800" y="2540000"/>
                    </a:lnTo>
                    <a:lnTo>
                      <a:pt x="279400" y="2946400"/>
                    </a:lnTo>
                    <a:lnTo>
                      <a:pt x="12700" y="3009900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" name="Freeform 13">
                <a:extLst>
                  <a:ext uri="{FF2B5EF4-FFF2-40B4-BE49-F238E27FC236}">
                    <a16:creationId xmlns:a16="http://schemas.microsoft.com/office/drawing/2014/main" id="{2083F6DF-2103-9B41-7129-E291F14D95C7}"/>
                  </a:ext>
                </a:extLst>
              </p:cNvPr>
              <p:cNvSpPr/>
              <p:nvPr/>
            </p:nvSpPr>
            <p:spPr>
              <a:xfrm>
                <a:off x="20704092" y="3749675"/>
                <a:ext cx="2438400" cy="3860800"/>
              </a:xfrm>
              <a:custGeom>
                <a:avLst/>
                <a:gdLst>
                  <a:gd name="connsiteX0" fmla="*/ 2235200 w 2438400"/>
                  <a:gd name="connsiteY0" fmla="*/ 2235200 h 3860800"/>
                  <a:gd name="connsiteX1" fmla="*/ 2438400 w 2438400"/>
                  <a:gd name="connsiteY1" fmla="*/ 2235200 h 3860800"/>
                  <a:gd name="connsiteX2" fmla="*/ 2438400 w 2438400"/>
                  <a:gd name="connsiteY2" fmla="*/ 2641600 h 3860800"/>
                  <a:gd name="connsiteX3" fmla="*/ 1625600 w 2438400"/>
                  <a:gd name="connsiteY3" fmla="*/ 2641600 h 3860800"/>
                  <a:gd name="connsiteX4" fmla="*/ 1625600 w 2438400"/>
                  <a:gd name="connsiteY4" fmla="*/ 2844800 h 3860800"/>
                  <a:gd name="connsiteX5" fmla="*/ 1422400 w 2438400"/>
                  <a:gd name="connsiteY5" fmla="*/ 2844800 h 3860800"/>
                  <a:gd name="connsiteX6" fmla="*/ 1422400 w 2438400"/>
                  <a:gd name="connsiteY6" fmla="*/ 2438400 h 3860800"/>
                  <a:gd name="connsiteX7" fmla="*/ 2235200 w 2438400"/>
                  <a:gd name="connsiteY7" fmla="*/ 2438400 h 3860800"/>
                  <a:gd name="connsiteX8" fmla="*/ 2235200 w 2438400"/>
                  <a:gd name="connsiteY8" fmla="*/ 2235200 h 3860800"/>
                  <a:gd name="connsiteX9" fmla="*/ 2235200 w 2438400"/>
                  <a:gd name="connsiteY9" fmla="*/ 2235200 h 3860800"/>
                  <a:gd name="connsiteX10" fmla="*/ 2235200 w 2438400"/>
                  <a:gd name="connsiteY10" fmla="*/ 2032000 h 3860800"/>
                  <a:gd name="connsiteX11" fmla="*/ 2032000 w 2438400"/>
                  <a:gd name="connsiteY11" fmla="*/ 2032000 h 3860800"/>
                  <a:gd name="connsiteX12" fmla="*/ 2032000 w 2438400"/>
                  <a:gd name="connsiteY12" fmla="*/ 2235200 h 3860800"/>
                  <a:gd name="connsiteX13" fmla="*/ 2235200 w 2438400"/>
                  <a:gd name="connsiteY13" fmla="*/ 2235200 h 3860800"/>
                  <a:gd name="connsiteX14" fmla="*/ 2032000 w 2438400"/>
                  <a:gd name="connsiteY14" fmla="*/ 2032000 h 3860800"/>
                  <a:gd name="connsiteX15" fmla="*/ 2032000 w 2438400"/>
                  <a:gd name="connsiteY15" fmla="*/ 1828800 h 3860800"/>
                  <a:gd name="connsiteX16" fmla="*/ 1828800 w 2438400"/>
                  <a:gd name="connsiteY16" fmla="*/ 1828800 h 3860800"/>
                  <a:gd name="connsiteX17" fmla="*/ 1828800 w 2438400"/>
                  <a:gd name="connsiteY17" fmla="*/ 2032000 h 3860800"/>
                  <a:gd name="connsiteX18" fmla="*/ 2032000 w 2438400"/>
                  <a:gd name="connsiteY18" fmla="*/ 2032000 h 3860800"/>
                  <a:gd name="connsiteX19" fmla="*/ 1828800 w 2438400"/>
                  <a:gd name="connsiteY19" fmla="*/ 1828800 h 3860800"/>
                  <a:gd name="connsiteX20" fmla="*/ 1828800 w 2438400"/>
                  <a:gd name="connsiteY20" fmla="*/ 1625600 h 3860800"/>
                  <a:gd name="connsiteX21" fmla="*/ 1625600 w 2438400"/>
                  <a:gd name="connsiteY21" fmla="*/ 1625600 h 3860800"/>
                  <a:gd name="connsiteX22" fmla="*/ 1625600 w 2438400"/>
                  <a:gd name="connsiteY22" fmla="*/ 1828800 h 3860800"/>
                  <a:gd name="connsiteX23" fmla="*/ 1828800 w 2438400"/>
                  <a:gd name="connsiteY23" fmla="*/ 1828800 h 3860800"/>
                  <a:gd name="connsiteX24" fmla="*/ 1625600 w 2438400"/>
                  <a:gd name="connsiteY24" fmla="*/ 1625600 h 3860800"/>
                  <a:gd name="connsiteX25" fmla="*/ 1625600 w 2438400"/>
                  <a:gd name="connsiteY25" fmla="*/ 1422400 h 3860800"/>
                  <a:gd name="connsiteX26" fmla="*/ 1422400 w 2438400"/>
                  <a:gd name="connsiteY26" fmla="*/ 1422400 h 3860800"/>
                  <a:gd name="connsiteX27" fmla="*/ 1422400 w 2438400"/>
                  <a:gd name="connsiteY27" fmla="*/ 1625600 h 3860800"/>
                  <a:gd name="connsiteX28" fmla="*/ 1625600 w 2438400"/>
                  <a:gd name="connsiteY28" fmla="*/ 1625600 h 3860800"/>
                  <a:gd name="connsiteX29" fmla="*/ 1422400 w 2438400"/>
                  <a:gd name="connsiteY29" fmla="*/ 1422400 h 3860800"/>
                  <a:gd name="connsiteX30" fmla="*/ 1422400 w 2438400"/>
                  <a:gd name="connsiteY30" fmla="*/ 1219200 h 3860800"/>
                  <a:gd name="connsiteX31" fmla="*/ 1219200 w 2438400"/>
                  <a:gd name="connsiteY31" fmla="*/ 1219200 h 3860800"/>
                  <a:gd name="connsiteX32" fmla="*/ 1219200 w 2438400"/>
                  <a:gd name="connsiteY32" fmla="*/ 1422400 h 3860800"/>
                  <a:gd name="connsiteX33" fmla="*/ 1422400 w 2438400"/>
                  <a:gd name="connsiteY33" fmla="*/ 1422400 h 3860800"/>
                  <a:gd name="connsiteX34" fmla="*/ 1219200 w 2438400"/>
                  <a:gd name="connsiteY34" fmla="*/ 1219200 h 3860800"/>
                  <a:gd name="connsiteX35" fmla="*/ 1219200 w 2438400"/>
                  <a:gd name="connsiteY35" fmla="*/ 1016000 h 3860800"/>
                  <a:gd name="connsiteX36" fmla="*/ 1016000 w 2438400"/>
                  <a:gd name="connsiteY36" fmla="*/ 1016000 h 3860800"/>
                  <a:gd name="connsiteX37" fmla="*/ 1016000 w 2438400"/>
                  <a:gd name="connsiteY37" fmla="*/ 1219200 h 3860800"/>
                  <a:gd name="connsiteX38" fmla="*/ 1219200 w 2438400"/>
                  <a:gd name="connsiteY38" fmla="*/ 1219200 h 3860800"/>
                  <a:gd name="connsiteX39" fmla="*/ 1016000 w 2438400"/>
                  <a:gd name="connsiteY39" fmla="*/ 1016000 h 3860800"/>
                  <a:gd name="connsiteX40" fmla="*/ 1016000 w 2438400"/>
                  <a:gd name="connsiteY40" fmla="*/ 812800 h 3860800"/>
                  <a:gd name="connsiteX41" fmla="*/ 812800 w 2438400"/>
                  <a:gd name="connsiteY41" fmla="*/ 812800 h 3860800"/>
                  <a:gd name="connsiteX42" fmla="*/ 812800 w 2438400"/>
                  <a:gd name="connsiteY42" fmla="*/ 1016000 h 3860800"/>
                  <a:gd name="connsiteX43" fmla="*/ 1016000 w 2438400"/>
                  <a:gd name="connsiteY43" fmla="*/ 1016000 h 3860800"/>
                  <a:gd name="connsiteX44" fmla="*/ 812800 w 2438400"/>
                  <a:gd name="connsiteY44" fmla="*/ 812800 h 3860800"/>
                  <a:gd name="connsiteX45" fmla="*/ 812800 w 2438400"/>
                  <a:gd name="connsiteY45" fmla="*/ 609600 h 3860800"/>
                  <a:gd name="connsiteX46" fmla="*/ 609600 w 2438400"/>
                  <a:gd name="connsiteY46" fmla="*/ 609600 h 3860800"/>
                  <a:gd name="connsiteX47" fmla="*/ 609600 w 2438400"/>
                  <a:gd name="connsiteY47" fmla="*/ 812800 h 3860800"/>
                  <a:gd name="connsiteX48" fmla="*/ 812800 w 2438400"/>
                  <a:gd name="connsiteY48" fmla="*/ 812800 h 3860800"/>
                  <a:gd name="connsiteX49" fmla="*/ 609600 w 2438400"/>
                  <a:gd name="connsiteY49" fmla="*/ 609600 h 3860800"/>
                  <a:gd name="connsiteX50" fmla="*/ 609600 w 2438400"/>
                  <a:gd name="connsiteY50" fmla="*/ 406400 h 3860800"/>
                  <a:gd name="connsiteX51" fmla="*/ 406400 w 2438400"/>
                  <a:gd name="connsiteY51" fmla="*/ 406400 h 3860800"/>
                  <a:gd name="connsiteX52" fmla="*/ 406400 w 2438400"/>
                  <a:gd name="connsiteY52" fmla="*/ 609600 h 3860800"/>
                  <a:gd name="connsiteX53" fmla="*/ 609600 w 2438400"/>
                  <a:gd name="connsiteY53" fmla="*/ 609600 h 3860800"/>
                  <a:gd name="connsiteX54" fmla="*/ 203200 w 2438400"/>
                  <a:gd name="connsiteY54" fmla="*/ 406400 h 3860800"/>
                  <a:gd name="connsiteX55" fmla="*/ 406400 w 2438400"/>
                  <a:gd name="connsiteY55" fmla="*/ 406400 h 3860800"/>
                  <a:gd name="connsiteX56" fmla="*/ 406400 w 2438400"/>
                  <a:gd name="connsiteY56" fmla="*/ 203200 h 3860800"/>
                  <a:gd name="connsiteX57" fmla="*/ 203200 w 2438400"/>
                  <a:gd name="connsiteY57" fmla="*/ 203200 h 3860800"/>
                  <a:gd name="connsiteX58" fmla="*/ 203200 w 2438400"/>
                  <a:gd name="connsiteY58" fmla="*/ 0 h 3860800"/>
                  <a:gd name="connsiteX59" fmla="*/ 0 w 2438400"/>
                  <a:gd name="connsiteY59" fmla="*/ 0 h 3860800"/>
                  <a:gd name="connsiteX60" fmla="*/ 0 w 2438400"/>
                  <a:gd name="connsiteY60" fmla="*/ 3454400 h 3860800"/>
                  <a:gd name="connsiteX61" fmla="*/ 406400 w 2438400"/>
                  <a:gd name="connsiteY61" fmla="*/ 3454400 h 3860800"/>
                  <a:gd name="connsiteX62" fmla="*/ 406400 w 2438400"/>
                  <a:gd name="connsiteY62" fmla="*/ 3251200 h 3860800"/>
                  <a:gd name="connsiteX63" fmla="*/ 203200 w 2438400"/>
                  <a:gd name="connsiteY63" fmla="*/ 3251200 h 3860800"/>
                  <a:gd name="connsiteX64" fmla="*/ 203200 w 2438400"/>
                  <a:gd name="connsiteY64" fmla="*/ 406400 h 3860800"/>
                  <a:gd name="connsiteX65" fmla="*/ 812800 w 2438400"/>
                  <a:gd name="connsiteY65" fmla="*/ 2641600 h 3860800"/>
                  <a:gd name="connsiteX66" fmla="*/ 812800 w 2438400"/>
                  <a:gd name="connsiteY66" fmla="*/ 2844800 h 3860800"/>
                  <a:gd name="connsiteX67" fmla="*/ 1016000 w 2438400"/>
                  <a:gd name="connsiteY67" fmla="*/ 2844800 h 3860800"/>
                  <a:gd name="connsiteX68" fmla="*/ 1016000 w 2438400"/>
                  <a:gd name="connsiteY68" fmla="*/ 2641600 h 3860800"/>
                  <a:gd name="connsiteX69" fmla="*/ 812800 w 2438400"/>
                  <a:gd name="connsiteY69" fmla="*/ 2641600 h 3860800"/>
                  <a:gd name="connsiteX70" fmla="*/ 609600 w 2438400"/>
                  <a:gd name="connsiteY70" fmla="*/ 3048000 h 3860800"/>
                  <a:gd name="connsiteX71" fmla="*/ 812800 w 2438400"/>
                  <a:gd name="connsiteY71" fmla="*/ 3048000 h 3860800"/>
                  <a:gd name="connsiteX72" fmla="*/ 812800 w 2438400"/>
                  <a:gd name="connsiteY72" fmla="*/ 2844800 h 3860800"/>
                  <a:gd name="connsiteX73" fmla="*/ 609600 w 2438400"/>
                  <a:gd name="connsiteY73" fmla="*/ 2844800 h 3860800"/>
                  <a:gd name="connsiteX74" fmla="*/ 609600 w 2438400"/>
                  <a:gd name="connsiteY74" fmla="*/ 3048000 h 3860800"/>
                  <a:gd name="connsiteX75" fmla="*/ 406400 w 2438400"/>
                  <a:gd name="connsiteY75" fmla="*/ 3251200 h 3860800"/>
                  <a:gd name="connsiteX76" fmla="*/ 609600 w 2438400"/>
                  <a:gd name="connsiteY76" fmla="*/ 3251200 h 3860800"/>
                  <a:gd name="connsiteX77" fmla="*/ 609600 w 2438400"/>
                  <a:gd name="connsiteY77" fmla="*/ 3048000 h 3860800"/>
                  <a:gd name="connsiteX78" fmla="*/ 406400 w 2438400"/>
                  <a:gd name="connsiteY78" fmla="*/ 3048000 h 3860800"/>
                  <a:gd name="connsiteX79" fmla="*/ 406400 w 2438400"/>
                  <a:gd name="connsiteY79" fmla="*/ 3251200 h 3860800"/>
                  <a:gd name="connsiteX80" fmla="*/ 1016000 w 2438400"/>
                  <a:gd name="connsiteY80" fmla="*/ 2844800 h 3860800"/>
                  <a:gd name="connsiteX81" fmla="*/ 1016000 w 2438400"/>
                  <a:gd name="connsiteY81" fmla="*/ 3251200 h 3860800"/>
                  <a:gd name="connsiteX82" fmla="*/ 1219200 w 2438400"/>
                  <a:gd name="connsiteY82" fmla="*/ 3251200 h 3860800"/>
                  <a:gd name="connsiteX83" fmla="*/ 1219200 w 2438400"/>
                  <a:gd name="connsiteY83" fmla="*/ 2844800 h 3860800"/>
                  <a:gd name="connsiteX84" fmla="*/ 1016000 w 2438400"/>
                  <a:gd name="connsiteY84" fmla="*/ 2844800 h 3860800"/>
                  <a:gd name="connsiteX85" fmla="*/ 1219200 w 2438400"/>
                  <a:gd name="connsiteY85" fmla="*/ 3251200 h 3860800"/>
                  <a:gd name="connsiteX86" fmla="*/ 1219200 w 2438400"/>
                  <a:gd name="connsiteY86" fmla="*/ 3657600 h 3860800"/>
                  <a:gd name="connsiteX87" fmla="*/ 1422400 w 2438400"/>
                  <a:gd name="connsiteY87" fmla="*/ 3657600 h 3860800"/>
                  <a:gd name="connsiteX88" fmla="*/ 1422400 w 2438400"/>
                  <a:gd name="connsiteY88" fmla="*/ 3251200 h 3860800"/>
                  <a:gd name="connsiteX89" fmla="*/ 1219200 w 2438400"/>
                  <a:gd name="connsiteY89" fmla="*/ 3251200 h 3860800"/>
                  <a:gd name="connsiteX90" fmla="*/ 2032000 w 2438400"/>
                  <a:gd name="connsiteY90" fmla="*/ 3657600 h 3860800"/>
                  <a:gd name="connsiteX91" fmla="*/ 2032000 w 2438400"/>
                  <a:gd name="connsiteY91" fmla="*/ 3251200 h 3860800"/>
                  <a:gd name="connsiteX92" fmla="*/ 1828800 w 2438400"/>
                  <a:gd name="connsiteY92" fmla="*/ 3251200 h 3860800"/>
                  <a:gd name="connsiteX93" fmla="*/ 1828800 w 2438400"/>
                  <a:gd name="connsiteY93" fmla="*/ 3657600 h 3860800"/>
                  <a:gd name="connsiteX94" fmla="*/ 2032000 w 2438400"/>
                  <a:gd name="connsiteY94" fmla="*/ 3657600 h 3860800"/>
                  <a:gd name="connsiteX95" fmla="*/ 1828800 w 2438400"/>
                  <a:gd name="connsiteY95" fmla="*/ 3251200 h 3860800"/>
                  <a:gd name="connsiteX96" fmla="*/ 1828800 w 2438400"/>
                  <a:gd name="connsiteY96" fmla="*/ 2844800 h 3860800"/>
                  <a:gd name="connsiteX97" fmla="*/ 1625600 w 2438400"/>
                  <a:gd name="connsiteY97" fmla="*/ 2844800 h 3860800"/>
                  <a:gd name="connsiteX98" fmla="*/ 1625600 w 2438400"/>
                  <a:gd name="connsiteY98" fmla="*/ 3251200 h 3860800"/>
                  <a:gd name="connsiteX99" fmla="*/ 1828800 w 2438400"/>
                  <a:gd name="connsiteY99" fmla="*/ 3251200 h 3860800"/>
                  <a:gd name="connsiteX100" fmla="*/ 1422400 w 2438400"/>
                  <a:gd name="connsiteY100" fmla="*/ 3860800 h 3860800"/>
                  <a:gd name="connsiteX101" fmla="*/ 1828800 w 2438400"/>
                  <a:gd name="connsiteY101" fmla="*/ 3860800 h 3860800"/>
                  <a:gd name="connsiteX102" fmla="*/ 1828800 w 2438400"/>
                  <a:gd name="connsiteY102" fmla="*/ 3657600 h 3860800"/>
                  <a:gd name="connsiteX103" fmla="*/ 1422400 w 2438400"/>
                  <a:gd name="connsiteY103" fmla="*/ 3657600 h 3860800"/>
                  <a:gd name="connsiteX104" fmla="*/ 1422400 w 2438400"/>
                  <a:gd name="connsiteY104" fmla="*/ 3860800 h 3860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</a:cxnLst>
                <a:rect l="l" t="t" r="r" b="b"/>
                <a:pathLst>
                  <a:path w="2438400" h="3860800">
                    <a:moveTo>
                      <a:pt x="2235200" y="2235200"/>
                    </a:moveTo>
                    <a:lnTo>
                      <a:pt x="2438400" y="2235200"/>
                    </a:lnTo>
                    <a:lnTo>
                      <a:pt x="2438400" y="2641600"/>
                    </a:lnTo>
                    <a:lnTo>
                      <a:pt x="1625600" y="2641600"/>
                    </a:lnTo>
                    <a:lnTo>
                      <a:pt x="1625600" y="2844800"/>
                    </a:lnTo>
                    <a:lnTo>
                      <a:pt x="1422400" y="2844800"/>
                    </a:lnTo>
                    <a:lnTo>
                      <a:pt x="1422400" y="2438400"/>
                    </a:lnTo>
                    <a:lnTo>
                      <a:pt x="2235200" y="2438400"/>
                    </a:lnTo>
                    <a:lnTo>
                      <a:pt x="2235200" y="2235200"/>
                    </a:lnTo>
                    <a:close/>
                    <a:moveTo>
                      <a:pt x="2235200" y="2235200"/>
                    </a:moveTo>
                    <a:lnTo>
                      <a:pt x="2235200" y="2032000"/>
                    </a:lnTo>
                    <a:lnTo>
                      <a:pt x="2032000" y="2032000"/>
                    </a:lnTo>
                    <a:lnTo>
                      <a:pt x="2032000" y="2235200"/>
                    </a:lnTo>
                    <a:lnTo>
                      <a:pt x="2235200" y="2235200"/>
                    </a:lnTo>
                    <a:close/>
                    <a:moveTo>
                      <a:pt x="2032000" y="2032000"/>
                    </a:moveTo>
                    <a:lnTo>
                      <a:pt x="2032000" y="1828800"/>
                    </a:lnTo>
                    <a:lnTo>
                      <a:pt x="1828800" y="1828800"/>
                    </a:lnTo>
                    <a:lnTo>
                      <a:pt x="1828800" y="2032000"/>
                    </a:lnTo>
                    <a:lnTo>
                      <a:pt x="2032000" y="2032000"/>
                    </a:lnTo>
                    <a:close/>
                    <a:moveTo>
                      <a:pt x="1828800" y="1828800"/>
                    </a:moveTo>
                    <a:lnTo>
                      <a:pt x="1828800" y="1625600"/>
                    </a:lnTo>
                    <a:lnTo>
                      <a:pt x="1625600" y="1625600"/>
                    </a:lnTo>
                    <a:lnTo>
                      <a:pt x="1625600" y="1828800"/>
                    </a:lnTo>
                    <a:lnTo>
                      <a:pt x="1828800" y="1828800"/>
                    </a:lnTo>
                    <a:close/>
                    <a:moveTo>
                      <a:pt x="1625600" y="1625600"/>
                    </a:moveTo>
                    <a:lnTo>
                      <a:pt x="1625600" y="1422400"/>
                    </a:lnTo>
                    <a:lnTo>
                      <a:pt x="1422400" y="1422400"/>
                    </a:lnTo>
                    <a:lnTo>
                      <a:pt x="1422400" y="1625600"/>
                    </a:lnTo>
                    <a:lnTo>
                      <a:pt x="1625600" y="1625600"/>
                    </a:lnTo>
                    <a:close/>
                    <a:moveTo>
                      <a:pt x="1422400" y="1422400"/>
                    </a:moveTo>
                    <a:lnTo>
                      <a:pt x="1422400" y="1219200"/>
                    </a:lnTo>
                    <a:lnTo>
                      <a:pt x="1219200" y="1219200"/>
                    </a:lnTo>
                    <a:lnTo>
                      <a:pt x="1219200" y="1422400"/>
                    </a:lnTo>
                    <a:lnTo>
                      <a:pt x="1422400" y="1422400"/>
                    </a:lnTo>
                    <a:close/>
                    <a:moveTo>
                      <a:pt x="1219200" y="1219200"/>
                    </a:moveTo>
                    <a:lnTo>
                      <a:pt x="1219200" y="1016000"/>
                    </a:lnTo>
                    <a:lnTo>
                      <a:pt x="1016000" y="1016000"/>
                    </a:lnTo>
                    <a:lnTo>
                      <a:pt x="1016000" y="1219200"/>
                    </a:lnTo>
                    <a:lnTo>
                      <a:pt x="1219200" y="1219200"/>
                    </a:lnTo>
                    <a:close/>
                    <a:moveTo>
                      <a:pt x="1016000" y="1016000"/>
                    </a:moveTo>
                    <a:lnTo>
                      <a:pt x="1016000" y="812800"/>
                    </a:lnTo>
                    <a:lnTo>
                      <a:pt x="812800" y="812800"/>
                    </a:lnTo>
                    <a:lnTo>
                      <a:pt x="812800" y="1016000"/>
                    </a:lnTo>
                    <a:lnTo>
                      <a:pt x="1016000" y="1016000"/>
                    </a:lnTo>
                    <a:close/>
                    <a:moveTo>
                      <a:pt x="812800" y="812800"/>
                    </a:moveTo>
                    <a:lnTo>
                      <a:pt x="812800" y="609600"/>
                    </a:lnTo>
                    <a:lnTo>
                      <a:pt x="609600" y="609600"/>
                    </a:lnTo>
                    <a:lnTo>
                      <a:pt x="609600" y="812800"/>
                    </a:lnTo>
                    <a:lnTo>
                      <a:pt x="812800" y="812800"/>
                    </a:lnTo>
                    <a:close/>
                    <a:moveTo>
                      <a:pt x="609600" y="609600"/>
                    </a:moveTo>
                    <a:lnTo>
                      <a:pt x="609600" y="406400"/>
                    </a:lnTo>
                    <a:lnTo>
                      <a:pt x="406400" y="406400"/>
                    </a:lnTo>
                    <a:lnTo>
                      <a:pt x="406400" y="609600"/>
                    </a:lnTo>
                    <a:lnTo>
                      <a:pt x="609600" y="609600"/>
                    </a:lnTo>
                    <a:close/>
                    <a:moveTo>
                      <a:pt x="203200" y="406400"/>
                    </a:moveTo>
                    <a:lnTo>
                      <a:pt x="406400" y="406400"/>
                    </a:lnTo>
                    <a:lnTo>
                      <a:pt x="406400" y="203200"/>
                    </a:lnTo>
                    <a:lnTo>
                      <a:pt x="203200" y="203200"/>
                    </a:lnTo>
                    <a:lnTo>
                      <a:pt x="203200" y="0"/>
                    </a:lnTo>
                    <a:lnTo>
                      <a:pt x="0" y="0"/>
                    </a:lnTo>
                    <a:lnTo>
                      <a:pt x="0" y="3454400"/>
                    </a:lnTo>
                    <a:lnTo>
                      <a:pt x="406400" y="3454400"/>
                    </a:lnTo>
                    <a:lnTo>
                      <a:pt x="406400" y="3251200"/>
                    </a:lnTo>
                    <a:lnTo>
                      <a:pt x="203200" y="3251200"/>
                    </a:lnTo>
                    <a:lnTo>
                      <a:pt x="203200" y="406400"/>
                    </a:lnTo>
                    <a:close/>
                    <a:moveTo>
                      <a:pt x="812800" y="2641600"/>
                    </a:moveTo>
                    <a:lnTo>
                      <a:pt x="812800" y="2844800"/>
                    </a:lnTo>
                    <a:lnTo>
                      <a:pt x="1016000" y="2844800"/>
                    </a:lnTo>
                    <a:lnTo>
                      <a:pt x="1016000" y="2641600"/>
                    </a:lnTo>
                    <a:lnTo>
                      <a:pt x="812800" y="2641600"/>
                    </a:lnTo>
                    <a:close/>
                    <a:moveTo>
                      <a:pt x="609600" y="3048000"/>
                    </a:moveTo>
                    <a:lnTo>
                      <a:pt x="812800" y="3048000"/>
                    </a:lnTo>
                    <a:lnTo>
                      <a:pt x="812800" y="2844800"/>
                    </a:lnTo>
                    <a:lnTo>
                      <a:pt x="609600" y="2844800"/>
                    </a:lnTo>
                    <a:lnTo>
                      <a:pt x="609600" y="3048000"/>
                    </a:lnTo>
                    <a:close/>
                    <a:moveTo>
                      <a:pt x="406400" y="3251200"/>
                    </a:moveTo>
                    <a:lnTo>
                      <a:pt x="609600" y="3251200"/>
                    </a:lnTo>
                    <a:lnTo>
                      <a:pt x="609600" y="3048000"/>
                    </a:lnTo>
                    <a:lnTo>
                      <a:pt x="406400" y="3048000"/>
                    </a:lnTo>
                    <a:lnTo>
                      <a:pt x="406400" y="3251200"/>
                    </a:lnTo>
                    <a:close/>
                    <a:moveTo>
                      <a:pt x="1016000" y="2844800"/>
                    </a:moveTo>
                    <a:lnTo>
                      <a:pt x="1016000" y="3251200"/>
                    </a:lnTo>
                    <a:lnTo>
                      <a:pt x="1219200" y="3251200"/>
                    </a:lnTo>
                    <a:lnTo>
                      <a:pt x="1219200" y="2844800"/>
                    </a:lnTo>
                    <a:lnTo>
                      <a:pt x="1016000" y="2844800"/>
                    </a:lnTo>
                    <a:close/>
                    <a:moveTo>
                      <a:pt x="1219200" y="3251200"/>
                    </a:moveTo>
                    <a:lnTo>
                      <a:pt x="1219200" y="3657600"/>
                    </a:lnTo>
                    <a:lnTo>
                      <a:pt x="1422400" y="3657600"/>
                    </a:lnTo>
                    <a:lnTo>
                      <a:pt x="1422400" y="3251200"/>
                    </a:lnTo>
                    <a:lnTo>
                      <a:pt x="1219200" y="3251200"/>
                    </a:lnTo>
                    <a:close/>
                    <a:moveTo>
                      <a:pt x="2032000" y="3657600"/>
                    </a:moveTo>
                    <a:lnTo>
                      <a:pt x="2032000" y="3251200"/>
                    </a:lnTo>
                    <a:lnTo>
                      <a:pt x="1828800" y="3251200"/>
                    </a:lnTo>
                    <a:lnTo>
                      <a:pt x="1828800" y="3657600"/>
                    </a:lnTo>
                    <a:lnTo>
                      <a:pt x="2032000" y="3657600"/>
                    </a:lnTo>
                    <a:close/>
                    <a:moveTo>
                      <a:pt x="1828800" y="3251200"/>
                    </a:moveTo>
                    <a:lnTo>
                      <a:pt x="1828800" y="2844800"/>
                    </a:lnTo>
                    <a:lnTo>
                      <a:pt x="1625600" y="2844800"/>
                    </a:lnTo>
                    <a:lnTo>
                      <a:pt x="1625600" y="3251200"/>
                    </a:lnTo>
                    <a:lnTo>
                      <a:pt x="1828800" y="3251200"/>
                    </a:lnTo>
                    <a:close/>
                    <a:moveTo>
                      <a:pt x="1422400" y="3860800"/>
                    </a:moveTo>
                    <a:lnTo>
                      <a:pt x="1828800" y="3860800"/>
                    </a:lnTo>
                    <a:lnTo>
                      <a:pt x="1828800" y="3657600"/>
                    </a:lnTo>
                    <a:lnTo>
                      <a:pt x="1422400" y="3657600"/>
                    </a:lnTo>
                    <a:lnTo>
                      <a:pt x="1422400" y="3860800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930791F-5030-D34F-6729-AC12B6F0A02B}"/>
              </a:ext>
            </a:extLst>
          </p:cNvPr>
          <p:cNvGrpSpPr/>
          <p:nvPr/>
        </p:nvGrpSpPr>
        <p:grpSpPr>
          <a:xfrm>
            <a:off x="9452915" y="3981726"/>
            <a:ext cx="2208042" cy="2018692"/>
            <a:chOff x="14448176" y="7804888"/>
            <a:chExt cx="3615399" cy="3305364"/>
          </a:xfrm>
        </p:grpSpPr>
        <p:pic>
          <p:nvPicPr>
            <p:cNvPr id="16" name="Picture 15" descr="A screenshot of a computer&#10;&#10;Description automatically generated">
              <a:extLst>
                <a:ext uri="{FF2B5EF4-FFF2-40B4-BE49-F238E27FC236}">
                  <a16:creationId xmlns:a16="http://schemas.microsoft.com/office/drawing/2014/main" id="{DD69A886-C5A0-34A5-FA0B-50DC67F963B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4448176" y="7804888"/>
              <a:ext cx="3259417" cy="2539037"/>
            </a:xfrm>
            <a:prstGeom prst="rect">
              <a:avLst/>
            </a:prstGeom>
          </p:spPr>
        </p:pic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297A6831-81ED-39CB-EE3A-E16871146C6D}"/>
                </a:ext>
              </a:extLst>
            </p:cNvPr>
            <p:cNvGrpSpPr/>
            <p:nvPr/>
          </p:nvGrpSpPr>
          <p:grpSpPr>
            <a:xfrm>
              <a:off x="17381786" y="10030752"/>
              <a:ext cx="681789" cy="1079500"/>
              <a:chOff x="18464030" y="7803103"/>
              <a:chExt cx="2438400" cy="3860800"/>
            </a:xfrm>
          </p:grpSpPr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21E6F395-F057-53E9-8847-5AB4A1F9635D}"/>
                  </a:ext>
                </a:extLst>
              </p:cNvPr>
              <p:cNvSpPr/>
              <p:nvPr/>
            </p:nvSpPr>
            <p:spPr>
              <a:xfrm>
                <a:off x="18591036" y="8107907"/>
                <a:ext cx="2184397" cy="3352803"/>
              </a:xfrm>
              <a:custGeom>
                <a:avLst/>
                <a:gdLst>
                  <a:gd name="connsiteX0" fmla="*/ 0 w 2184400"/>
                  <a:gd name="connsiteY0" fmla="*/ 0 h 3352800"/>
                  <a:gd name="connsiteX1" fmla="*/ 279400 w 2184400"/>
                  <a:gd name="connsiteY1" fmla="*/ 101600 h 3352800"/>
                  <a:gd name="connsiteX2" fmla="*/ 2108200 w 2184400"/>
                  <a:gd name="connsiteY2" fmla="*/ 1930400 h 3352800"/>
                  <a:gd name="connsiteX3" fmla="*/ 2184400 w 2184400"/>
                  <a:gd name="connsiteY3" fmla="*/ 2209800 h 3352800"/>
                  <a:gd name="connsiteX4" fmla="*/ 1371600 w 2184400"/>
                  <a:gd name="connsiteY4" fmla="*/ 2209800 h 3352800"/>
                  <a:gd name="connsiteX5" fmla="*/ 1371600 w 2184400"/>
                  <a:gd name="connsiteY5" fmla="*/ 2463800 h 3352800"/>
                  <a:gd name="connsiteX6" fmla="*/ 1498600 w 2184400"/>
                  <a:gd name="connsiteY6" fmla="*/ 2540000 h 3352800"/>
                  <a:gd name="connsiteX7" fmla="*/ 1701800 w 2184400"/>
                  <a:gd name="connsiteY7" fmla="*/ 2946400 h 3352800"/>
                  <a:gd name="connsiteX8" fmla="*/ 1701800 w 2184400"/>
                  <a:gd name="connsiteY8" fmla="*/ 3352800 h 3352800"/>
                  <a:gd name="connsiteX9" fmla="*/ 1295400 w 2184400"/>
                  <a:gd name="connsiteY9" fmla="*/ 3352800 h 3352800"/>
                  <a:gd name="connsiteX10" fmla="*/ 889000 w 2184400"/>
                  <a:gd name="connsiteY10" fmla="*/ 2540000 h 3352800"/>
                  <a:gd name="connsiteX11" fmla="*/ 685800 w 2184400"/>
                  <a:gd name="connsiteY11" fmla="*/ 2540000 h 3352800"/>
                  <a:gd name="connsiteX12" fmla="*/ 279400 w 2184400"/>
                  <a:gd name="connsiteY12" fmla="*/ 2946400 h 3352800"/>
                  <a:gd name="connsiteX13" fmla="*/ 12700 w 2184400"/>
                  <a:gd name="connsiteY13" fmla="*/ 3009900 h 3352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184400" h="3352800">
                    <a:moveTo>
                      <a:pt x="0" y="0"/>
                    </a:moveTo>
                    <a:lnTo>
                      <a:pt x="279400" y="101600"/>
                    </a:lnTo>
                    <a:lnTo>
                      <a:pt x="2108200" y="1930400"/>
                    </a:lnTo>
                    <a:lnTo>
                      <a:pt x="2184400" y="2209800"/>
                    </a:lnTo>
                    <a:lnTo>
                      <a:pt x="1371600" y="2209800"/>
                    </a:lnTo>
                    <a:lnTo>
                      <a:pt x="1371600" y="2463800"/>
                    </a:lnTo>
                    <a:lnTo>
                      <a:pt x="1498600" y="2540000"/>
                    </a:lnTo>
                    <a:lnTo>
                      <a:pt x="1701800" y="2946400"/>
                    </a:lnTo>
                    <a:lnTo>
                      <a:pt x="1701800" y="3352800"/>
                    </a:lnTo>
                    <a:lnTo>
                      <a:pt x="1295400" y="3352800"/>
                    </a:lnTo>
                    <a:lnTo>
                      <a:pt x="889000" y="2540000"/>
                    </a:lnTo>
                    <a:lnTo>
                      <a:pt x="685800" y="2540000"/>
                    </a:lnTo>
                    <a:lnTo>
                      <a:pt x="279400" y="2946400"/>
                    </a:lnTo>
                    <a:lnTo>
                      <a:pt x="12700" y="3009900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DE47B488-584C-45AD-4994-FA8747FBB81C}"/>
                  </a:ext>
                </a:extLst>
              </p:cNvPr>
              <p:cNvSpPr/>
              <p:nvPr/>
            </p:nvSpPr>
            <p:spPr>
              <a:xfrm>
                <a:off x="18464030" y="7803103"/>
                <a:ext cx="2438400" cy="3860800"/>
              </a:xfrm>
              <a:custGeom>
                <a:avLst/>
                <a:gdLst>
                  <a:gd name="connsiteX0" fmla="*/ 2235200 w 2438400"/>
                  <a:gd name="connsiteY0" fmla="*/ 2235200 h 3860800"/>
                  <a:gd name="connsiteX1" fmla="*/ 2438400 w 2438400"/>
                  <a:gd name="connsiteY1" fmla="*/ 2235200 h 3860800"/>
                  <a:gd name="connsiteX2" fmla="*/ 2438400 w 2438400"/>
                  <a:gd name="connsiteY2" fmla="*/ 2641600 h 3860800"/>
                  <a:gd name="connsiteX3" fmla="*/ 1625600 w 2438400"/>
                  <a:gd name="connsiteY3" fmla="*/ 2641600 h 3860800"/>
                  <a:gd name="connsiteX4" fmla="*/ 1625600 w 2438400"/>
                  <a:gd name="connsiteY4" fmla="*/ 2844800 h 3860800"/>
                  <a:gd name="connsiteX5" fmla="*/ 1422400 w 2438400"/>
                  <a:gd name="connsiteY5" fmla="*/ 2844800 h 3860800"/>
                  <a:gd name="connsiteX6" fmla="*/ 1422400 w 2438400"/>
                  <a:gd name="connsiteY6" fmla="*/ 2438400 h 3860800"/>
                  <a:gd name="connsiteX7" fmla="*/ 2235200 w 2438400"/>
                  <a:gd name="connsiteY7" fmla="*/ 2438400 h 3860800"/>
                  <a:gd name="connsiteX8" fmla="*/ 2235200 w 2438400"/>
                  <a:gd name="connsiteY8" fmla="*/ 2235200 h 3860800"/>
                  <a:gd name="connsiteX9" fmla="*/ 2235200 w 2438400"/>
                  <a:gd name="connsiteY9" fmla="*/ 2235200 h 3860800"/>
                  <a:gd name="connsiteX10" fmla="*/ 2235200 w 2438400"/>
                  <a:gd name="connsiteY10" fmla="*/ 2032000 h 3860800"/>
                  <a:gd name="connsiteX11" fmla="*/ 2032000 w 2438400"/>
                  <a:gd name="connsiteY11" fmla="*/ 2032000 h 3860800"/>
                  <a:gd name="connsiteX12" fmla="*/ 2032000 w 2438400"/>
                  <a:gd name="connsiteY12" fmla="*/ 2235200 h 3860800"/>
                  <a:gd name="connsiteX13" fmla="*/ 2235200 w 2438400"/>
                  <a:gd name="connsiteY13" fmla="*/ 2235200 h 3860800"/>
                  <a:gd name="connsiteX14" fmla="*/ 2032000 w 2438400"/>
                  <a:gd name="connsiteY14" fmla="*/ 2032000 h 3860800"/>
                  <a:gd name="connsiteX15" fmla="*/ 2032000 w 2438400"/>
                  <a:gd name="connsiteY15" fmla="*/ 1828800 h 3860800"/>
                  <a:gd name="connsiteX16" fmla="*/ 1828800 w 2438400"/>
                  <a:gd name="connsiteY16" fmla="*/ 1828800 h 3860800"/>
                  <a:gd name="connsiteX17" fmla="*/ 1828800 w 2438400"/>
                  <a:gd name="connsiteY17" fmla="*/ 2032000 h 3860800"/>
                  <a:gd name="connsiteX18" fmla="*/ 2032000 w 2438400"/>
                  <a:gd name="connsiteY18" fmla="*/ 2032000 h 3860800"/>
                  <a:gd name="connsiteX19" fmla="*/ 1828800 w 2438400"/>
                  <a:gd name="connsiteY19" fmla="*/ 1828800 h 3860800"/>
                  <a:gd name="connsiteX20" fmla="*/ 1828800 w 2438400"/>
                  <a:gd name="connsiteY20" fmla="*/ 1625600 h 3860800"/>
                  <a:gd name="connsiteX21" fmla="*/ 1625600 w 2438400"/>
                  <a:gd name="connsiteY21" fmla="*/ 1625600 h 3860800"/>
                  <a:gd name="connsiteX22" fmla="*/ 1625600 w 2438400"/>
                  <a:gd name="connsiteY22" fmla="*/ 1828800 h 3860800"/>
                  <a:gd name="connsiteX23" fmla="*/ 1828800 w 2438400"/>
                  <a:gd name="connsiteY23" fmla="*/ 1828800 h 3860800"/>
                  <a:gd name="connsiteX24" fmla="*/ 1625600 w 2438400"/>
                  <a:gd name="connsiteY24" fmla="*/ 1625600 h 3860800"/>
                  <a:gd name="connsiteX25" fmla="*/ 1625600 w 2438400"/>
                  <a:gd name="connsiteY25" fmla="*/ 1422400 h 3860800"/>
                  <a:gd name="connsiteX26" fmla="*/ 1422400 w 2438400"/>
                  <a:gd name="connsiteY26" fmla="*/ 1422400 h 3860800"/>
                  <a:gd name="connsiteX27" fmla="*/ 1422400 w 2438400"/>
                  <a:gd name="connsiteY27" fmla="*/ 1625600 h 3860800"/>
                  <a:gd name="connsiteX28" fmla="*/ 1625600 w 2438400"/>
                  <a:gd name="connsiteY28" fmla="*/ 1625600 h 3860800"/>
                  <a:gd name="connsiteX29" fmla="*/ 1422400 w 2438400"/>
                  <a:gd name="connsiteY29" fmla="*/ 1422400 h 3860800"/>
                  <a:gd name="connsiteX30" fmla="*/ 1422400 w 2438400"/>
                  <a:gd name="connsiteY30" fmla="*/ 1219200 h 3860800"/>
                  <a:gd name="connsiteX31" fmla="*/ 1219200 w 2438400"/>
                  <a:gd name="connsiteY31" fmla="*/ 1219200 h 3860800"/>
                  <a:gd name="connsiteX32" fmla="*/ 1219200 w 2438400"/>
                  <a:gd name="connsiteY32" fmla="*/ 1422400 h 3860800"/>
                  <a:gd name="connsiteX33" fmla="*/ 1422400 w 2438400"/>
                  <a:gd name="connsiteY33" fmla="*/ 1422400 h 3860800"/>
                  <a:gd name="connsiteX34" fmla="*/ 1219200 w 2438400"/>
                  <a:gd name="connsiteY34" fmla="*/ 1219200 h 3860800"/>
                  <a:gd name="connsiteX35" fmla="*/ 1219200 w 2438400"/>
                  <a:gd name="connsiteY35" fmla="*/ 1016000 h 3860800"/>
                  <a:gd name="connsiteX36" fmla="*/ 1016000 w 2438400"/>
                  <a:gd name="connsiteY36" fmla="*/ 1016000 h 3860800"/>
                  <a:gd name="connsiteX37" fmla="*/ 1016000 w 2438400"/>
                  <a:gd name="connsiteY37" fmla="*/ 1219200 h 3860800"/>
                  <a:gd name="connsiteX38" fmla="*/ 1219200 w 2438400"/>
                  <a:gd name="connsiteY38" fmla="*/ 1219200 h 3860800"/>
                  <a:gd name="connsiteX39" fmla="*/ 1016000 w 2438400"/>
                  <a:gd name="connsiteY39" fmla="*/ 1016000 h 3860800"/>
                  <a:gd name="connsiteX40" fmla="*/ 1016000 w 2438400"/>
                  <a:gd name="connsiteY40" fmla="*/ 812800 h 3860800"/>
                  <a:gd name="connsiteX41" fmla="*/ 812800 w 2438400"/>
                  <a:gd name="connsiteY41" fmla="*/ 812800 h 3860800"/>
                  <a:gd name="connsiteX42" fmla="*/ 812800 w 2438400"/>
                  <a:gd name="connsiteY42" fmla="*/ 1016000 h 3860800"/>
                  <a:gd name="connsiteX43" fmla="*/ 1016000 w 2438400"/>
                  <a:gd name="connsiteY43" fmla="*/ 1016000 h 3860800"/>
                  <a:gd name="connsiteX44" fmla="*/ 812800 w 2438400"/>
                  <a:gd name="connsiteY44" fmla="*/ 812800 h 3860800"/>
                  <a:gd name="connsiteX45" fmla="*/ 812800 w 2438400"/>
                  <a:gd name="connsiteY45" fmla="*/ 609600 h 3860800"/>
                  <a:gd name="connsiteX46" fmla="*/ 609600 w 2438400"/>
                  <a:gd name="connsiteY46" fmla="*/ 609600 h 3860800"/>
                  <a:gd name="connsiteX47" fmla="*/ 609600 w 2438400"/>
                  <a:gd name="connsiteY47" fmla="*/ 812800 h 3860800"/>
                  <a:gd name="connsiteX48" fmla="*/ 812800 w 2438400"/>
                  <a:gd name="connsiteY48" fmla="*/ 812800 h 3860800"/>
                  <a:gd name="connsiteX49" fmla="*/ 609600 w 2438400"/>
                  <a:gd name="connsiteY49" fmla="*/ 609600 h 3860800"/>
                  <a:gd name="connsiteX50" fmla="*/ 609600 w 2438400"/>
                  <a:gd name="connsiteY50" fmla="*/ 406400 h 3860800"/>
                  <a:gd name="connsiteX51" fmla="*/ 406400 w 2438400"/>
                  <a:gd name="connsiteY51" fmla="*/ 406400 h 3860800"/>
                  <a:gd name="connsiteX52" fmla="*/ 406400 w 2438400"/>
                  <a:gd name="connsiteY52" fmla="*/ 609600 h 3860800"/>
                  <a:gd name="connsiteX53" fmla="*/ 609600 w 2438400"/>
                  <a:gd name="connsiteY53" fmla="*/ 609600 h 3860800"/>
                  <a:gd name="connsiteX54" fmla="*/ 203200 w 2438400"/>
                  <a:gd name="connsiteY54" fmla="*/ 406400 h 3860800"/>
                  <a:gd name="connsiteX55" fmla="*/ 406400 w 2438400"/>
                  <a:gd name="connsiteY55" fmla="*/ 406400 h 3860800"/>
                  <a:gd name="connsiteX56" fmla="*/ 406400 w 2438400"/>
                  <a:gd name="connsiteY56" fmla="*/ 203200 h 3860800"/>
                  <a:gd name="connsiteX57" fmla="*/ 203200 w 2438400"/>
                  <a:gd name="connsiteY57" fmla="*/ 203200 h 3860800"/>
                  <a:gd name="connsiteX58" fmla="*/ 203200 w 2438400"/>
                  <a:gd name="connsiteY58" fmla="*/ 0 h 3860800"/>
                  <a:gd name="connsiteX59" fmla="*/ 0 w 2438400"/>
                  <a:gd name="connsiteY59" fmla="*/ 0 h 3860800"/>
                  <a:gd name="connsiteX60" fmla="*/ 0 w 2438400"/>
                  <a:gd name="connsiteY60" fmla="*/ 3454400 h 3860800"/>
                  <a:gd name="connsiteX61" fmla="*/ 406400 w 2438400"/>
                  <a:gd name="connsiteY61" fmla="*/ 3454400 h 3860800"/>
                  <a:gd name="connsiteX62" fmla="*/ 406400 w 2438400"/>
                  <a:gd name="connsiteY62" fmla="*/ 3251200 h 3860800"/>
                  <a:gd name="connsiteX63" fmla="*/ 203200 w 2438400"/>
                  <a:gd name="connsiteY63" fmla="*/ 3251200 h 3860800"/>
                  <a:gd name="connsiteX64" fmla="*/ 203200 w 2438400"/>
                  <a:gd name="connsiteY64" fmla="*/ 406400 h 3860800"/>
                  <a:gd name="connsiteX65" fmla="*/ 812800 w 2438400"/>
                  <a:gd name="connsiteY65" fmla="*/ 2641600 h 3860800"/>
                  <a:gd name="connsiteX66" fmla="*/ 812800 w 2438400"/>
                  <a:gd name="connsiteY66" fmla="*/ 2844800 h 3860800"/>
                  <a:gd name="connsiteX67" fmla="*/ 1016000 w 2438400"/>
                  <a:gd name="connsiteY67" fmla="*/ 2844800 h 3860800"/>
                  <a:gd name="connsiteX68" fmla="*/ 1016000 w 2438400"/>
                  <a:gd name="connsiteY68" fmla="*/ 2641600 h 3860800"/>
                  <a:gd name="connsiteX69" fmla="*/ 812800 w 2438400"/>
                  <a:gd name="connsiteY69" fmla="*/ 2641600 h 3860800"/>
                  <a:gd name="connsiteX70" fmla="*/ 609600 w 2438400"/>
                  <a:gd name="connsiteY70" fmla="*/ 3048000 h 3860800"/>
                  <a:gd name="connsiteX71" fmla="*/ 812800 w 2438400"/>
                  <a:gd name="connsiteY71" fmla="*/ 3048000 h 3860800"/>
                  <a:gd name="connsiteX72" fmla="*/ 812800 w 2438400"/>
                  <a:gd name="connsiteY72" fmla="*/ 2844800 h 3860800"/>
                  <a:gd name="connsiteX73" fmla="*/ 609600 w 2438400"/>
                  <a:gd name="connsiteY73" fmla="*/ 2844800 h 3860800"/>
                  <a:gd name="connsiteX74" fmla="*/ 609600 w 2438400"/>
                  <a:gd name="connsiteY74" fmla="*/ 3048000 h 3860800"/>
                  <a:gd name="connsiteX75" fmla="*/ 406400 w 2438400"/>
                  <a:gd name="connsiteY75" fmla="*/ 3251200 h 3860800"/>
                  <a:gd name="connsiteX76" fmla="*/ 609600 w 2438400"/>
                  <a:gd name="connsiteY76" fmla="*/ 3251200 h 3860800"/>
                  <a:gd name="connsiteX77" fmla="*/ 609600 w 2438400"/>
                  <a:gd name="connsiteY77" fmla="*/ 3048000 h 3860800"/>
                  <a:gd name="connsiteX78" fmla="*/ 406400 w 2438400"/>
                  <a:gd name="connsiteY78" fmla="*/ 3048000 h 3860800"/>
                  <a:gd name="connsiteX79" fmla="*/ 406400 w 2438400"/>
                  <a:gd name="connsiteY79" fmla="*/ 3251200 h 3860800"/>
                  <a:gd name="connsiteX80" fmla="*/ 1016000 w 2438400"/>
                  <a:gd name="connsiteY80" fmla="*/ 2844800 h 3860800"/>
                  <a:gd name="connsiteX81" fmla="*/ 1016000 w 2438400"/>
                  <a:gd name="connsiteY81" fmla="*/ 3251200 h 3860800"/>
                  <a:gd name="connsiteX82" fmla="*/ 1219200 w 2438400"/>
                  <a:gd name="connsiteY82" fmla="*/ 3251200 h 3860800"/>
                  <a:gd name="connsiteX83" fmla="*/ 1219200 w 2438400"/>
                  <a:gd name="connsiteY83" fmla="*/ 2844800 h 3860800"/>
                  <a:gd name="connsiteX84" fmla="*/ 1016000 w 2438400"/>
                  <a:gd name="connsiteY84" fmla="*/ 2844800 h 3860800"/>
                  <a:gd name="connsiteX85" fmla="*/ 1219200 w 2438400"/>
                  <a:gd name="connsiteY85" fmla="*/ 3251200 h 3860800"/>
                  <a:gd name="connsiteX86" fmla="*/ 1219200 w 2438400"/>
                  <a:gd name="connsiteY86" fmla="*/ 3657600 h 3860800"/>
                  <a:gd name="connsiteX87" fmla="*/ 1422400 w 2438400"/>
                  <a:gd name="connsiteY87" fmla="*/ 3657600 h 3860800"/>
                  <a:gd name="connsiteX88" fmla="*/ 1422400 w 2438400"/>
                  <a:gd name="connsiteY88" fmla="*/ 3251200 h 3860800"/>
                  <a:gd name="connsiteX89" fmla="*/ 1219200 w 2438400"/>
                  <a:gd name="connsiteY89" fmla="*/ 3251200 h 3860800"/>
                  <a:gd name="connsiteX90" fmla="*/ 2032000 w 2438400"/>
                  <a:gd name="connsiteY90" fmla="*/ 3657600 h 3860800"/>
                  <a:gd name="connsiteX91" fmla="*/ 2032000 w 2438400"/>
                  <a:gd name="connsiteY91" fmla="*/ 3251200 h 3860800"/>
                  <a:gd name="connsiteX92" fmla="*/ 1828800 w 2438400"/>
                  <a:gd name="connsiteY92" fmla="*/ 3251200 h 3860800"/>
                  <a:gd name="connsiteX93" fmla="*/ 1828800 w 2438400"/>
                  <a:gd name="connsiteY93" fmla="*/ 3657600 h 3860800"/>
                  <a:gd name="connsiteX94" fmla="*/ 2032000 w 2438400"/>
                  <a:gd name="connsiteY94" fmla="*/ 3657600 h 3860800"/>
                  <a:gd name="connsiteX95" fmla="*/ 1828800 w 2438400"/>
                  <a:gd name="connsiteY95" fmla="*/ 3251200 h 3860800"/>
                  <a:gd name="connsiteX96" fmla="*/ 1828800 w 2438400"/>
                  <a:gd name="connsiteY96" fmla="*/ 2844800 h 3860800"/>
                  <a:gd name="connsiteX97" fmla="*/ 1625600 w 2438400"/>
                  <a:gd name="connsiteY97" fmla="*/ 2844800 h 3860800"/>
                  <a:gd name="connsiteX98" fmla="*/ 1625600 w 2438400"/>
                  <a:gd name="connsiteY98" fmla="*/ 3251200 h 3860800"/>
                  <a:gd name="connsiteX99" fmla="*/ 1828800 w 2438400"/>
                  <a:gd name="connsiteY99" fmla="*/ 3251200 h 3860800"/>
                  <a:gd name="connsiteX100" fmla="*/ 1422400 w 2438400"/>
                  <a:gd name="connsiteY100" fmla="*/ 3860800 h 3860800"/>
                  <a:gd name="connsiteX101" fmla="*/ 1828800 w 2438400"/>
                  <a:gd name="connsiteY101" fmla="*/ 3860800 h 3860800"/>
                  <a:gd name="connsiteX102" fmla="*/ 1828800 w 2438400"/>
                  <a:gd name="connsiteY102" fmla="*/ 3657600 h 3860800"/>
                  <a:gd name="connsiteX103" fmla="*/ 1422400 w 2438400"/>
                  <a:gd name="connsiteY103" fmla="*/ 3657600 h 3860800"/>
                  <a:gd name="connsiteX104" fmla="*/ 1422400 w 2438400"/>
                  <a:gd name="connsiteY104" fmla="*/ 3860800 h 3860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</a:cxnLst>
                <a:rect l="l" t="t" r="r" b="b"/>
                <a:pathLst>
                  <a:path w="2438400" h="3860800">
                    <a:moveTo>
                      <a:pt x="2235200" y="2235200"/>
                    </a:moveTo>
                    <a:lnTo>
                      <a:pt x="2438400" y="2235200"/>
                    </a:lnTo>
                    <a:lnTo>
                      <a:pt x="2438400" y="2641600"/>
                    </a:lnTo>
                    <a:lnTo>
                      <a:pt x="1625600" y="2641600"/>
                    </a:lnTo>
                    <a:lnTo>
                      <a:pt x="1625600" y="2844800"/>
                    </a:lnTo>
                    <a:lnTo>
                      <a:pt x="1422400" y="2844800"/>
                    </a:lnTo>
                    <a:lnTo>
                      <a:pt x="1422400" y="2438400"/>
                    </a:lnTo>
                    <a:lnTo>
                      <a:pt x="2235200" y="2438400"/>
                    </a:lnTo>
                    <a:lnTo>
                      <a:pt x="2235200" y="2235200"/>
                    </a:lnTo>
                    <a:close/>
                    <a:moveTo>
                      <a:pt x="2235200" y="2235200"/>
                    </a:moveTo>
                    <a:lnTo>
                      <a:pt x="2235200" y="2032000"/>
                    </a:lnTo>
                    <a:lnTo>
                      <a:pt x="2032000" y="2032000"/>
                    </a:lnTo>
                    <a:lnTo>
                      <a:pt x="2032000" y="2235200"/>
                    </a:lnTo>
                    <a:lnTo>
                      <a:pt x="2235200" y="2235200"/>
                    </a:lnTo>
                    <a:close/>
                    <a:moveTo>
                      <a:pt x="2032000" y="2032000"/>
                    </a:moveTo>
                    <a:lnTo>
                      <a:pt x="2032000" y="1828800"/>
                    </a:lnTo>
                    <a:lnTo>
                      <a:pt x="1828800" y="1828800"/>
                    </a:lnTo>
                    <a:lnTo>
                      <a:pt x="1828800" y="2032000"/>
                    </a:lnTo>
                    <a:lnTo>
                      <a:pt x="2032000" y="2032000"/>
                    </a:lnTo>
                    <a:close/>
                    <a:moveTo>
                      <a:pt x="1828800" y="1828800"/>
                    </a:moveTo>
                    <a:lnTo>
                      <a:pt x="1828800" y="1625600"/>
                    </a:lnTo>
                    <a:lnTo>
                      <a:pt x="1625600" y="1625600"/>
                    </a:lnTo>
                    <a:lnTo>
                      <a:pt x="1625600" y="1828800"/>
                    </a:lnTo>
                    <a:lnTo>
                      <a:pt x="1828800" y="1828800"/>
                    </a:lnTo>
                    <a:close/>
                    <a:moveTo>
                      <a:pt x="1625600" y="1625600"/>
                    </a:moveTo>
                    <a:lnTo>
                      <a:pt x="1625600" y="1422400"/>
                    </a:lnTo>
                    <a:lnTo>
                      <a:pt x="1422400" y="1422400"/>
                    </a:lnTo>
                    <a:lnTo>
                      <a:pt x="1422400" y="1625600"/>
                    </a:lnTo>
                    <a:lnTo>
                      <a:pt x="1625600" y="1625600"/>
                    </a:lnTo>
                    <a:close/>
                    <a:moveTo>
                      <a:pt x="1422400" y="1422400"/>
                    </a:moveTo>
                    <a:lnTo>
                      <a:pt x="1422400" y="1219200"/>
                    </a:lnTo>
                    <a:lnTo>
                      <a:pt x="1219200" y="1219200"/>
                    </a:lnTo>
                    <a:lnTo>
                      <a:pt x="1219200" y="1422400"/>
                    </a:lnTo>
                    <a:lnTo>
                      <a:pt x="1422400" y="1422400"/>
                    </a:lnTo>
                    <a:close/>
                    <a:moveTo>
                      <a:pt x="1219200" y="1219200"/>
                    </a:moveTo>
                    <a:lnTo>
                      <a:pt x="1219200" y="1016000"/>
                    </a:lnTo>
                    <a:lnTo>
                      <a:pt x="1016000" y="1016000"/>
                    </a:lnTo>
                    <a:lnTo>
                      <a:pt x="1016000" y="1219200"/>
                    </a:lnTo>
                    <a:lnTo>
                      <a:pt x="1219200" y="1219200"/>
                    </a:lnTo>
                    <a:close/>
                    <a:moveTo>
                      <a:pt x="1016000" y="1016000"/>
                    </a:moveTo>
                    <a:lnTo>
                      <a:pt x="1016000" y="812800"/>
                    </a:lnTo>
                    <a:lnTo>
                      <a:pt x="812800" y="812800"/>
                    </a:lnTo>
                    <a:lnTo>
                      <a:pt x="812800" y="1016000"/>
                    </a:lnTo>
                    <a:lnTo>
                      <a:pt x="1016000" y="1016000"/>
                    </a:lnTo>
                    <a:close/>
                    <a:moveTo>
                      <a:pt x="812800" y="812800"/>
                    </a:moveTo>
                    <a:lnTo>
                      <a:pt x="812800" y="609600"/>
                    </a:lnTo>
                    <a:lnTo>
                      <a:pt x="609600" y="609600"/>
                    </a:lnTo>
                    <a:lnTo>
                      <a:pt x="609600" y="812800"/>
                    </a:lnTo>
                    <a:lnTo>
                      <a:pt x="812800" y="812800"/>
                    </a:lnTo>
                    <a:close/>
                    <a:moveTo>
                      <a:pt x="609600" y="609600"/>
                    </a:moveTo>
                    <a:lnTo>
                      <a:pt x="609600" y="406400"/>
                    </a:lnTo>
                    <a:lnTo>
                      <a:pt x="406400" y="406400"/>
                    </a:lnTo>
                    <a:lnTo>
                      <a:pt x="406400" y="609600"/>
                    </a:lnTo>
                    <a:lnTo>
                      <a:pt x="609600" y="609600"/>
                    </a:lnTo>
                    <a:close/>
                    <a:moveTo>
                      <a:pt x="203200" y="406400"/>
                    </a:moveTo>
                    <a:lnTo>
                      <a:pt x="406400" y="406400"/>
                    </a:lnTo>
                    <a:lnTo>
                      <a:pt x="406400" y="203200"/>
                    </a:lnTo>
                    <a:lnTo>
                      <a:pt x="203200" y="203200"/>
                    </a:lnTo>
                    <a:lnTo>
                      <a:pt x="203200" y="0"/>
                    </a:lnTo>
                    <a:lnTo>
                      <a:pt x="0" y="0"/>
                    </a:lnTo>
                    <a:lnTo>
                      <a:pt x="0" y="3454400"/>
                    </a:lnTo>
                    <a:lnTo>
                      <a:pt x="406400" y="3454400"/>
                    </a:lnTo>
                    <a:lnTo>
                      <a:pt x="406400" y="3251200"/>
                    </a:lnTo>
                    <a:lnTo>
                      <a:pt x="203200" y="3251200"/>
                    </a:lnTo>
                    <a:lnTo>
                      <a:pt x="203200" y="406400"/>
                    </a:lnTo>
                    <a:close/>
                    <a:moveTo>
                      <a:pt x="812800" y="2641600"/>
                    </a:moveTo>
                    <a:lnTo>
                      <a:pt x="812800" y="2844800"/>
                    </a:lnTo>
                    <a:lnTo>
                      <a:pt x="1016000" y="2844800"/>
                    </a:lnTo>
                    <a:lnTo>
                      <a:pt x="1016000" y="2641600"/>
                    </a:lnTo>
                    <a:lnTo>
                      <a:pt x="812800" y="2641600"/>
                    </a:lnTo>
                    <a:close/>
                    <a:moveTo>
                      <a:pt x="609600" y="3048000"/>
                    </a:moveTo>
                    <a:lnTo>
                      <a:pt x="812800" y="3048000"/>
                    </a:lnTo>
                    <a:lnTo>
                      <a:pt x="812800" y="2844800"/>
                    </a:lnTo>
                    <a:lnTo>
                      <a:pt x="609600" y="2844800"/>
                    </a:lnTo>
                    <a:lnTo>
                      <a:pt x="609600" y="3048000"/>
                    </a:lnTo>
                    <a:close/>
                    <a:moveTo>
                      <a:pt x="406400" y="3251200"/>
                    </a:moveTo>
                    <a:lnTo>
                      <a:pt x="609600" y="3251200"/>
                    </a:lnTo>
                    <a:lnTo>
                      <a:pt x="609600" y="3048000"/>
                    </a:lnTo>
                    <a:lnTo>
                      <a:pt x="406400" y="3048000"/>
                    </a:lnTo>
                    <a:lnTo>
                      <a:pt x="406400" y="3251200"/>
                    </a:lnTo>
                    <a:close/>
                    <a:moveTo>
                      <a:pt x="1016000" y="2844800"/>
                    </a:moveTo>
                    <a:lnTo>
                      <a:pt x="1016000" y="3251200"/>
                    </a:lnTo>
                    <a:lnTo>
                      <a:pt x="1219200" y="3251200"/>
                    </a:lnTo>
                    <a:lnTo>
                      <a:pt x="1219200" y="2844800"/>
                    </a:lnTo>
                    <a:lnTo>
                      <a:pt x="1016000" y="2844800"/>
                    </a:lnTo>
                    <a:close/>
                    <a:moveTo>
                      <a:pt x="1219200" y="3251200"/>
                    </a:moveTo>
                    <a:lnTo>
                      <a:pt x="1219200" y="3657600"/>
                    </a:lnTo>
                    <a:lnTo>
                      <a:pt x="1422400" y="3657600"/>
                    </a:lnTo>
                    <a:lnTo>
                      <a:pt x="1422400" y="3251200"/>
                    </a:lnTo>
                    <a:lnTo>
                      <a:pt x="1219200" y="3251200"/>
                    </a:lnTo>
                    <a:close/>
                    <a:moveTo>
                      <a:pt x="2032000" y="3657600"/>
                    </a:moveTo>
                    <a:lnTo>
                      <a:pt x="2032000" y="3251200"/>
                    </a:lnTo>
                    <a:lnTo>
                      <a:pt x="1828800" y="3251200"/>
                    </a:lnTo>
                    <a:lnTo>
                      <a:pt x="1828800" y="3657600"/>
                    </a:lnTo>
                    <a:lnTo>
                      <a:pt x="2032000" y="3657600"/>
                    </a:lnTo>
                    <a:close/>
                    <a:moveTo>
                      <a:pt x="1828800" y="3251200"/>
                    </a:moveTo>
                    <a:lnTo>
                      <a:pt x="1828800" y="2844800"/>
                    </a:lnTo>
                    <a:lnTo>
                      <a:pt x="1625600" y="2844800"/>
                    </a:lnTo>
                    <a:lnTo>
                      <a:pt x="1625600" y="3251200"/>
                    </a:lnTo>
                    <a:lnTo>
                      <a:pt x="1828800" y="3251200"/>
                    </a:lnTo>
                    <a:close/>
                    <a:moveTo>
                      <a:pt x="1422400" y="3860800"/>
                    </a:moveTo>
                    <a:lnTo>
                      <a:pt x="1828800" y="3860800"/>
                    </a:lnTo>
                    <a:lnTo>
                      <a:pt x="1828800" y="3657600"/>
                    </a:lnTo>
                    <a:lnTo>
                      <a:pt x="1422400" y="3657600"/>
                    </a:lnTo>
                    <a:lnTo>
                      <a:pt x="1422400" y="3860800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9979774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25327C6-2270-E81E-FD70-282B5F6183F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6088" y="1038872"/>
            <a:ext cx="5287962" cy="206375"/>
          </a:xfrm>
        </p:spPr>
        <p:txBody>
          <a:bodyPr>
            <a:normAutofit fontScale="92500" lnSpcReduction="10000"/>
          </a:bodyPr>
          <a:lstStyle/>
          <a:p>
            <a:r>
              <a:rPr lang="en-US"/>
              <a:t>Kinaxis PowerPoint template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4D6BE44-1430-91D4-F2C5-54529E40F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813" y="1372247"/>
            <a:ext cx="5286375" cy="1344613"/>
          </a:xfrm>
        </p:spPr>
        <p:txBody>
          <a:bodyPr>
            <a:normAutofit/>
          </a:bodyPr>
          <a:lstStyle/>
          <a:p>
            <a:r>
              <a:rPr lang="en-US"/>
              <a:t>How to insert images within shapes 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84281E8E-9534-1A1F-6965-D54BD0CF2F7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578076" y="940845"/>
            <a:ext cx="5381775" cy="2871060"/>
          </a:xfrm>
        </p:spPr>
        <p:txBody>
          <a:bodyPr>
            <a:normAutofit/>
          </a:bodyPr>
          <a:lstStyle/>
          <a:p>
            <a:r>
              <a:rPr lang="en-US"/>
              <a:t>Click on the shape or placeholder image where you want to insert the image or graphic.</a:t>
            </a:r>
          </a:p>
          <a:p>
            <a:r>
              <a:rPr lang="en-US"/>
              <a:t>Select Picture/Graphic Format &gt; Change Picture/Graphic in the toolbar</a:t>
            </a:r>
          </a:p>
          <a:p>
            <a:r>
              <a:rPr lang="en-US"/>
              <a:t>Once the image is inserted into the shape, crop the image to the desired fit.</a:t>
            </a:r>
            <a:br>
              <a:rPr lang="en-US"/>
            </a:br>
            <a:br>
              <a:rPr lang="en-US"/>
            </a:br>
            <a:r>
              <a:rPr lang="en-GB" sz="1600"/>
              <a:t>We do also recommend “Compressing pictures” to 150 </a:t>
            </a:r>
            <a:r>
              <a:rPr lang="en-GB" err="1"/>
              <a:t>p</a:t>
            </a:r>
            <a:r>
              <a:rPr lang="en-GB" sz="1600" err="1"/>
              <a:t>pi</a:t>
            </a:r>
            <a:r>
              <a:rPr lang="en-GB" sz="1600"/>
              <a:t> when finalizing your presentations and </a:t>
            </a:r>
            <a:r>
              <a:rPr lang="en-GB"/>
              <a:t>prepping to share via email; </a:t>
            </a:r>
            <a:r>
              <a:rPr lang="en-GB" sz="1600"/>
              <a:t>you can do that under ”File” in the main menu.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CC5988-7B04-390B-4D8B-2A57AF6DBFE2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>
          <a:xfrm>
            <a:off x="1599786" y="6270504"/>
            <a:ext cx="3493221" cy="365125"/>
          </a:xfrm>
        </p:spPr>
        <p:txBody>
          <a:bodyPr/>
          <a:lstStyle/>
          <a:p>
            <a:r>
              <a:rPr lang="en-US"/>
              <a:t>Copyright © 2026 Kinaxis. All Rights Reserved. Access limited to internal use only.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AB7E03B-2D37-0591-9F7B-27D05BBCA06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2148" y="2716860"/>
            <a:ext cx="5683687" cy="320029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2DC4690-4236-1EB3-4988-978AD492FB1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92037" y="2886917"/>
            <a:ext cx="4169612" cy="2663313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105961B1-A2AA-2A2C-9CF3-D0CA85E0FF3E}"/>
              </a:ext>
            </a:extLst>
          </p:cNvPr>
          <p:cNvGrpSpPr/>
          <p:nvPr/>
        </p:nvGrpSpPr>
        <p:grpSpPr>
          <a:xfrm>
            <a:off x="6879303" y="4173676"/>
            <a:ext cx="2553997" cy="1743480"/>
            <a:chOff x="11343774" y="6112997"/>
            <a:chExt cx="4211730" cy="2875128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9DE83899-3082-9E2C-B7A2-6024A216E2B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1343774" y="6112997"/>
              <a:ext cx="3838089" cy="2875128"/>
            </a:xfrm>
            <a:prstGeom prst="rect">
              <a:avLst/>
            </a:prstGeom>
          </p:spPr>
        </p:pic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2925BE3E-AA84-A25B-3193-51635B146AFD}"/>
                </a:ext>
              </a:extLst>
            </p:cNvPr>
            <p:cNvGrpSpPr/>
            <p:nvPr/>
          </p:nvGrpSpPr>
          <p:grpSpPr>
            <a:xfrm>
              <a:off x="14873715" y="7550561"/>
              <a:ext cx="681789" cy="1079500"/>
              <a:chOff x="20704092" y="3749675"/>
              <a:chExt cx="2438400" cy="3860800"/>
            </a:xfrm>
          </p:grpSpPr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E70FA924-48A4-68F9-489F-83FFEF6E4D3B}"/>
                  </a:ext>
                </a:extLst>
              </p:cNvPr>
              <p:cNvSpPr/>
              <p:nvPr/>
            </p:nvSpPr>
            <p:spPr>
              <a:xfrm>
                <a:off x="20831096" y="4054476"/>
                <a:ext cx="2184399" cy="3352802"/>
              </a:xfrm>
              <a:custGeom>
                <a:avLst/>
                <a:gdLst>
                  <a:gd name="connsiteX0" fmla="*/ 0 w 2184400"/>
                  <a:gd name="connsiteY0" fmla="*/ 0 h 3352800"/>
                  <a:gd name="connsiteX1" fmla="*/ 279400 w 2184400"/>
                  <a:gd name="connsiteY1" fmla="*/ 101600 h 3352800"/>
                  <a:gd name="connsiteX2" fmla="*/ 2108200 w 2184400"/>
                  <a:gd name="connsiteY2" fmla="*/ 1930400 h 3352800"/>
                  <a:gd name="connsiteX3" fmla="*/ 2184400 w 2184400"/>
                  <a:gd name="connsiteY3" fmla="*/ 2209800 h 3352800"/>
                  <a:gd name="connsiteX4" fmla="*/ 1371600 w 2184400"/>
                  <a:gd name="connsiteY4" fmla="*/ 2209800 h 3352800"/>
                  <a:gd name="connsiteX5" fmla="*/ 1371600 w 2184400"/>
                  <a:gd name="connsiteY5" fmla="*/ 2463800 h 3352800"/>
                  <a:gd name="connsiteX6" fmla="*/ 1498600 w 2184400"/>
                  <a:gd name="connsiteY6" fmla="*/ 2540000 h 3352800"/>
                  <a:gd name="connsiteX7" fmla="*/ 1701800 w 2184400"/>
                  <a:gd name="connsiteY7" fmla="*/ 2946400 h 3352800"/>
                  <a:gd name="connsiteX8" fmla="*/ 1701800 w 2184400"/>
                  <a:gd name="connsiteY8" fmla="*/ 3352800 h 3352800"/>
                  <a:gd name="connsiteX9" fmla="*/ 1295400 w 2184400"/>
                  <a:gd name="connsiteY9" fmla="*/ 3352800 h 3352800"/>
                  <a:gd name="connsiteX10" fmla="*/ 889000 w 2184400"/>
                  <a:gd name="connsiteY10" fmla="*/ 2540000 h 3352800"/>
                  <a:gd name="connsiteX11" fmla="*/ 685800 w 2184400"/>
                  <a:gd name="connsiteY11" fmla="*/ 2540000 h 3352800"/>
                  <a:gd name="connsiteX12" fmla="*/ 279400 w 2184400"/>
                  <a:gd name="connsiteY12" fmla="*/ 2946400 h 3352800"/>
                  <a:gd name="connsiteX13" fmla="*/ 12700 w 2184400"/>
                  <a:gd name="connsiteY13" fmla="*/ 3009900 h 3352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184400" h="3352800">
                    <a:moveTo>
                      <a:pt x="0" y="0"/>
                    </a:moveTo>
                    <a:lnTo>
                      <a:pt x="279400" y="101600"/>
                    </a:lnTo>
                    <a:lnTo>
                      <a:pt x="2108200" y="1930400"/>
                    </a:lnTo>
                    <a:lnTo>
                      <a:pt x="2184400" y="2209800"/>
                    </a:lnTo>
                    <a:lnTo>
                      <a:pt x="1371600" y="2209800"/>
                    </a:lnTo>
                    <a:lnTo>
                      <a:pt x="1371600" y="2463800"/>
                    </a:lnTo>
                    <a:lnTo>
                      <a:pt x="1498600" y="2540000"/>
                    </a:lnTo>
                    <a:lnTo>
                      <a:pt x="1701800" y="2946400"/>
                    </a:lnTo>
                    <a:lnTo>
                      <a:pt x="1701800" y="3352800"/>
                    </a:lnTo>
                    <a:lnTo>
                      <a:pt x="1295400" y="3352800"/>
                    </a:lnTo>
                    <a:lnTo>
                      <a:pt x="889000" y="2540000"/>
                    </a:lnTo>
                    <a:lnTo>
                      <a:pt x="685800" y="2540000"/>
                    </a:lnTo>
                    <a:lnTo>
                      <a:pt x="279400" y="2946400"/>
                    </a:lnTo>
                    <a:lnTo>
                      <a:pt x="12700" y="3009900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" name="Freeform 20">
                <a:extLst>
                  <a:ext uri="{FF2B5EF4-FFF2-40B4-BE49-F238E27FC236}">
                    <a16:creationId xmlns:a16="http://schemas.microsoft.com/office/drawing/2014/main" id="{893D7E87-47B5-C7E8-035B-CCA4A1187AFB}"/>
                  </a:ext>
                </a:extLst>
              </p:cNvPr>
              <p:cNvSpPr/>
              <p:nvPr/>
            </p:nvSpPr>
            <p:spPr>
              <a:xfrm>
                <a:off x="20704092" y="3749675"/>
                <a:ext cx="2438400" cy="3860800"/>
              </a:xfrm>
              <a:custGeom>
                <a:avLst/>
                <a:gdLst>
                  <a:gd name="connsiteX0" fmla="*/ 2235200 w 2438400"/>
                  <a:gd name="connsiteY0" fmla="*/ 2235200 h 3860800"/>
                  <a:gd name="connsiteX1" fmla="*/ 2438400 w 2438400"/>
                  <a:gd name="connsiteY1" fmla="*/ 2235200 h 3860800"/>
                  <a:gd name="connsiteX2" fmla="*/ 2438400 w 2438400"/>
                  <a:gd name="connsiteY2" fmla="*/ 2641600 h 3860800"/>
                  <a:gd name="connsiteX3" fmla="*/ 1625600 w 2438400"/>
                  <a:gd name="connsiteY3" fmla="*/ 2641600 h 3860800"/>
                  <a:gd name="connsiteX4" fmla="*/ 1625600 w 2438400"/>
                  <a:gd name="connsiteY4" fmla="*/ 2844800 h 3860800"/>
                  <a:gd name="connsiteX5" fmla="*/ 1422400 w 2438400"/>
                  <a:gd name="connsiteY5" fmla="*/ 2844800 h 3860800"/>
                  <a:gd name="connsiteX6" fmla="*/ 1422400 w 2438400"/>
                  <a:gd name="connsiteY6" fmla="*/ 2438400 h 3860800"/>
                  <a:gd name="connsiteX7" fmla="*/ 2235200 w 2438400"/>
                  <a:gd name="connsiteY7" fmla="*/ 2438400 h 3860800"/>
                  <a:gd name="connsiteX8" fmla="*/ 2235200 w 2438400"/>
                  <a:gd name="connsiteY8" fmla="*/ 2235200 h 3860800"/>
                  <a:gd name="connsiteX9" fmla="*/ 2235200 w 2438400"/>
                  <a:gd name="connsiteY9" fmla="*/ 2235200 h 3860800"/>
                  <a:gd name="connsiteX10" fmla="*/ 2235200 w 2438400"/>
                  <a:gd name="connsiteY10" fmla="*/ 2032000 h 3860800"/>
                  <a:gd name="connsiteX11" fmla="*/ 2032000 w 2438400"/>
                  <a:gd name="connsiteY11" fmla="*/ 2032000 h 3860800"/>
                  <a:gd name="connsiteX12" fmla="*/ 2032000 w 2438400"/>
                  <a:gd name="connsiteY12" fmla="*/ 2235200 h 3860800"/>
                  <a:gd name="connsiteX13" fmla="*/ 2235200 w 2438400"/>
                  <a:gd name="connsiteY13" fmla="*/ 2235200 h 3860800"/>
                  <a:gd name="connsiteX14" fmla="*/ 2032000 w 2438400"/>
                  <a:gd name="connsiteY14" fmla="*/ 2032000 h 3860800"/>
                  <a:gd name="connsiteX15" fmla="*/ 2032000 w 2438400"/>
                  <a:gd name="connsiteY15" fmla="*/ 1828800 h 3860800"/>
                  <a:gd name="connsiteX16" fmla="*/ 1828800 w 2438400"/>
                  <a:gd name="connsiteY16" fmla="*/ 1828800 h 3860800"/>
                  <a:gd name="connsiteX17" fmla="*/ 1828800 w 2438400"/>
                  <a:gd name="connsiteY17" fmla="*/ 2032000 h 3860800"/>
                  <a:gd name="connsiteX18" fmla="*/ 2032000 w 2438400"/>
                  <a:gd name="connsiteY18" fmla="*/ 2032000 h 3860800"/>
                  <a:gd name="connsiteX19" fmla="*/ 1828800 w 2438400"/>
                  <a:gd name="connsiteY19" fmla="*/ 1828800 h 3860800"/>
                  <a:gd name="connsiteX20" fmla="*/ 1828800 w 2438400"/>
                  <a:gd name="connsiteY20" fmla="*/ 1625600 h 3860800"/>
                  <a:gd name="connsiteX21" fmla="*/ 1625600 w 2438400"/>
                  <a:gd name="connsiteY21" fmla="*/ 1625600 h 3860800"/>
                  <a:gd name="connsiteX22" fmla="*/ 1625600 w 2438400"/>
                  <a:gd name="connsiteY22" fmla="*/ 1828800 h 3860800"/>
                  <a:gd name="connsiteX23" fmla="*/ 1828800 w 2438400"/>
                  <a:gd name="connsiteY23" fmla="*/ 1828800 h 3860800"/>
                  <a:gd name="connsiteX24" fmla="*/ 1625600 w 2438400"/>
                  <a:gd name="connsiteY24" fmla="*/ 1625600 h 3860800"/>
                  <a:gd name="connsiteX25" fmla="*/ 1625600 w 2438400"/>
                  <a:gd name="connsiteY25" fmla="*/ 1422400 h 3860800"/>
                  <a:gd name="connsiteX26" fmla="*/ 1422400 w 2438400"/>
                  <a:gd name="connsiteY26" fmla="*/ 1422400 h 3860800"/>
                  <a:gd name="connsiteX27" fmla="*/ 1422400 w 2438400"/>
                  <a:gd name="connsiteY27" fmla="*/ 1625600 h 3860800"/>
                  <a:gd name="connsiteX28" fmla="*/ 1625600 w 2438400"/>
                  <a:gd name="connsiteY28" fmla="*/ 1625600 h 3860800"/>
                  <a:gd name="connsiteX29" fmla="*/ 1422400 w 2438400"/>
                  <a:gd name="connsiteY29" fmla="*/ 1422400 h 3860800"/>
                  <a:gd name="connsiteX30" fmla="*/ 1422400 w 2438400"/>
                  <a:gd name="connsiteY30" fmla="*/ 1219200 h 3860800"/>
                  <a:gd name="connsiteX31" fmla="*/ 1219200 w 2438400"/>
                  <a:gd name="connsiteY31" fmla="*/ 1219200 h 3860800"/>
                  <a:gd name="connsiteX32" fmla="*/ 1219200 w 2438400"/>
                  <a:gd name="connsiteY32" fmla="*/ 1422400 h 3860800"/>
                  <a:gd name="connsiteX33" fmla="*/ 1422400 w 2438400"/>
                  <a:gd name="connsiteY33" fmla="*/ 1422400 h 3860800"/>
                  <a:gd name="connsiteX34" fmla="*/ 1219200 w 2438400"/>
                  <a:gd name="connsiteY34" fmla="*/ 1219200 h 3860800"/>
                  <a:gd name="connsiteX35" fmla="*/ 1219200 w 2438400"/>
                  <a:gd name="connsiteY35" fmla="*/ 1016000 h 3860800"/>
                  <a:gd name="connsiteX36" fmla="*/ 1016000 w 2438400"/>
                  <a:gd name="connsiteY36" fmla="*/ 1016000 h 3860800"/>
                  <a:gd name="connsiteX37" fmla="*/ 1016000 w 2438400"/>
                  <a:gd name="connsiteY37" fmla="*/ 1219200 h 3860800"/>
                  <a:gd name="connsiteX38" fmla="*/ 1219200 w 2438400"/>
                  <a:gd name="connsiteY38" fmla="*/ 1219200 h 3860800"/>
                  <a:gd name="connsiteX39" fmla="*/ 1016000 w 2438400"/>
                  <a:gd name="connsiteY39" fmla="*/ 1016000 h 3860800"/>
                  <a:gd name="connsiteX40" fmla="*/ 1016000 w 2438400"/>
                  <a:gd name="connsiteY40" fmla="*/ 812800 h 3860800"/>
                  <a:gd name="connsiteX41" fmla="*/ 812800 w 2438400"/>
                  <a:gd name="connsiteY41" fmla="*/ 812800 h 3860800"/>
                  <a:gd name="connsiteX42" fmla="*/ 812800 w 2438400"/>
                  <a:gd name="connsiteY42" fmla="*/ 1016000 h 3860800"/>
                  <a:gd name="connsiteX43" fmla="*/ 1016000 w 2438400"/>
                  <a:gd name="connsiteY43" fmla="*/ 1016000 h 3860800"/>
                  <a:gd name="connsiteX44" fmla="*/ 812800 w 2438400"/>
                  <a:gd name="connsiteY44" fmla="*/ 812800 h 3860800"/>
                  <a:gd name="connsiteX45" fmla="*/ 812800 w 2438400"/>
                  <a:gd name="connsiteY45" fmla="*/ 609600 h 3860800"/>
                  <a:gd name="connsiteX46" fmla="*/ 609600 w 2438400"/>
                  <a:gd name="connsiteY46" fmla="*/ 609600 h 3860800"/>
                  <a:gd name="connsiteX47" fmla="*/ 609600 w 2438400"/>
                  <a:gd name="connsiteY47" fmla="*/ 812800 h 3860800"/>
                  <a:gd name="connsiteX48" fmla="*/ 812800 w 2438400"/>
                  <a:gd name="connsiteY48" fmla="*/ 812800 h 3860800"/>
                  <a:gd name="connsiteX49" fmla="*/ 609600 w 2438400"/>
                  <a:gd name="connsiteY49" fmla="*/ 609600 h 3860800"/>
                  <a:gd name="connsiteX50" fmla="*/ 609600 w 2438400"/>
                  <a:gd name="connsiteY50" fmla="*/ 406400 h 3860800"/>
                  <a:gd name="connsiteX51" fmla="*/ 406400 w 2438400"/>
                  <a:gd name="connsiteY51" fmla="*/ 406400 h 3860800"/>
                  <a:gd name="connsiteX52" fmla="*/ 406400 w 2438400"/>
                  <a:gd name="connsiteY52" fmla="*/ 609600 h 3860800"/>
                  <a:gd name="connsiteX53" fmla="*/ 609600 w 2438400"/>
                  <a:gd name="connsiteY53" fmla="*/ 609600 h 3860800"/>
                  <a:gd name="connsiteX54" fmla="*/ 203200 w 2438400"/>
                  <a:gd name="connsiteY54" fmla="*/ 406400 h 3860800"/>
                  <a:gd name="connsiteX55" fmla="*/ 406400 w 2438400"/>
                  <a:gd name="connsiteY55" fmla="*/ 406400 h 3860800"/>
                  <a:gd name="connsiteX56" fmla="*/ 406400 w 2438400"/>
                  <a:gd name="connsiteY56" fmla="*/ 203200 h 3860800"/>
                  <a:gd name="connsiteX57" fmla="*/ 203200 w 2438400"/>
                  <a:gd name="connsiteY57" fmla="*/ 203200 h 3860800"/>
                  <a:gd name="connsiteX58" fmla="*/ 203200 w 2438400"/>
                  <a:gd name="connsiteY58" fmla="*/ 0 h 3860800"/>
                  <a:gd name="connsiteX59" fmla="*/ 0 w 2438400"/>
                  <a:gd name="connsiteY59" fmla="*/ 0 h 3860800"/>
                  <a:gd name="connsiteX60" fmla="*/ 0 w 2438400"/>
                  <a:gd name="connsiteY60" fmla="*/ 3454400 h 3860800"/>
                  <a:gd name="connsiteX61" fmla="*/ 406400 w 2438400"/>
                  <a:gd name="connsiteY61" fmla="*/ 3454400 h 3860800"/>
                  <a:gd name="connsiteX62" fmla="*/ 406400 w 2438400"/>
                  <a:gd name="connsiteY62" fmla="*/ 3251200 h 3860800"/>
                  <a:gd name="connsiteX63" fmla="*/ 203200 w 2438400"/>
                  <a:gd name="connsiteY63" fmla="*/ 3251200 h 3860800"/>
                  <a:gd name="connsiteX64" fmla="*/ 203200 w 2438400"/>
                  <a:gd name="connsiteY64" fmla="*/ 406400 h 3860800"/>
                  <a:gd name="connsiteX65" fmla="*/ 812800 w 2438400"/>
                  <a:gd name="connsiteY65" fmla="*/ 2641600 h 3860800"/>
                  <a:gd name="connsiteX66" fmla="*/ 812800 w 2438400"/>
                  <a:gd name="connsiteY66" fmla="*/ 2844800 h 3860800"/>
                  <a:gd name="connsiteX67" fmla="*/ 1016000 w 2438400"/>
                  <a:gd name="connsiteY67" fmla="*/ 2844800 h 3860800"/>
                  <a:gd name="connsiteX68" fmla="*/ 1016000 w 2438400"/>
                  <a:gd name="connsiteY68" fmla="*/ 2641600 h 3860800"/>
                  <a:gd name="connsiteX69" fmla="*/ 812800 w 2438400"/>
                  <a:gd name="connsiteY69" fmla="*/ 2641600 h 3860800"/>
                  <a:gd name="connsiteX70" fmla="*/ 609600 w 2438400"/>
                  <a:gd name="connsiteY70" fmla="*/ 3048000 h 3860800"/>
                  <a:gd name="connsiteX71" fmla="*/ 812800 w 2438400"/>
                  <a:gd name="connsiteY71" fmla="*/ 3048000 h 3860800"/>
                  <a:gd name="connsiteX72" fmla="*/ 812800 w 2438400"/>
                  <a:gd name="connsiteY72" fmla="*/ 2844800 h 3860800"/>
                  <a:gd name="connsiteX73" fmla="*/ 609600 w 2438400"/>
                  <a:gd name="connsiteY73" fmla="*/ 2844800 h 3860800"/>
                  <a:gd name="connsiteX74" fmla="*/ 609600 w 2438400"/>
                  <a:gd name="connsiteY74" fmla="*/ 3048000 h 3860800"/>
                  <a:gd name="connsiteX75" fmla="*/ 406400 w 2438400"/>
                  <a:gd name="connsiteY75" fmla="*/ 3251200 h 3860800"/>
                  <a:gd name="connsiteX76" fmla="*/ 609600 w 2438400"/>
                  <a:gd name="connsiteY76" fmla="*/ 3251200 h 3860800"/>
                  <a:gd name="connsiteX77" fmla="*/ 609600 w 2438400"/>
                  <a:gd name="connsiteY77" fmla="*/ 3048000 h 3860800"/>
                  <a:gd name="connsiteX78" fmla="*/ 406400 w 2438400"/>
                  <a:gd name="connsiteY78" fmla="*/ 3048000 h 3860800"/>
                  <a:gd name="connsiteX79" fmla="*/ 406400 w 2438400"/>
                  <a:gd name="connsiteY79" fmla="*/ 3251200 h 3860800"/>
                  <a:gd name="connsiteX80" fmla="*/ 1016000 w 2438400"/>
                  <a:gd name="connsiteY80" fmla="*/ 2844800 h 3860800"/>
                  <a:gd name="connsiteX81" fmla="*/ 1016000 w 2438400"/>
                  <a:gd name="connsiteY81" fmla="*/ 3251200 h 3860800"/>
                  <a:gd name="connsiteX82" fmla="*/ 1219200 w 2438400"/>
                  <a:gd name="connsiteY82" fmla="*/ 3251200 h 3860800"/>
                  <a:gd name="connsiteX83" fmla="*/ 1219200 w 2438400"/>
                  <a:gd name="connsiteY83" fmla="*/ 2844800 h 3860800"/>
                  <a:gd name="connsiteX84" fmla="*/ 1016000 w 2438400"/>
                  <a:gd name="connsiteY84" fmla="*/ 2844800 h 3860800"/>
                  <a:gd name="connsiteX85" fmla="*/ 1219200 w 2438400"/>
                  <a:gd name="connsiteY85" fmla="*/ 3251200 h 3860800"/>
                  <a:gd name="connsiteX86" fmla="*/ 1219200 w 2438400"/>
                  <a:gd name="connsiteY86" fmla="*/ 3657600 h 3860800"/>
                  <a:gd name="connsiteX87" fmla="*/ 1422400 w 2438400"/>
                  <a:gd name="connsiteY87" fmla="*/ 3657600 h 3860800"/>
                  <a:gd name="connsiteX88" fmla="*/ 1422400 w 2438400"/>
                  <a:gd name="connsiteY88" fmla="*/ 3251200 h 3860800"/>
                  <a:gd name="connsiteX89" fmla="*/ 1219200 w 2438400"/>
                  <a:gd name="connsiteY89" fmla="*/ 3251200 h 3860800"/>
                  <a:gd name="connsiteX90" fmla="*/ 2032000 w 2438400"/>
                  <a:gd name="connsiteY90" fmla="*/ 3657600 h 3860800"/>
                  <a:gd name="connsiteX91" fmla="*/ 2032000 w 2438400"/>
                  <a:gd name="connsiteY91" fmla="*/ 3251200 h 3860800"/>
                  <a:gd name="connsiteX92" fmla="*/ 1828800 w 2438400"/>
                  <a:gd name="connsiteY92" fmla="*/ 3251200 h 3860800"/>
                  <a:gd name="connsiteX93" fmla="*/ 1828800 w 2438400"/>
                  <a:gd name="connsiteY93" fmla="*/ 3657600 h 3860800"/>
                  <a:gd name="connsiteX94" fmla="*/ 2032000 w 2438400"/>
                  <a:gd name="connsiteY94" fmla="*/ 3657600 h 3860800"/>
                  <a:gd name="connsiteX95" fmla="*/ 1828800 w 2438400"/>
                  <a:gd name="connsiteY95" fmla="*/ 3251200 h 3860800"/>
                  <a:gd name="connsiteX96" fmla="*/ 1828800 w 2438400"/>
                  <a:gd name="connsiteY96" fmla="*/ 2844800 h 3860800"/>
                  <a:gd name="connsiteX97" fmla="*/ 1625600 w 2438400"/>
                  <a:gd name="connsiteY97" fmla="*/ 2844800 h 3860800"/>
                  <a:gd name="connsiteX98" fmla="*/ 1625600 w 2438400"/>
                  <a:gd name="connsiteY98" fmla="*/ 3251200 h 3860800"/>
                  <a:gd name="connsiteX99" fmla="*/ 1828800 w 2438400"/>
                  <a:gd name="connsiteY99" fmla="*/ 3251200 h 3860800"/>
                  <a:gd name="connsiteX100" fmla="*/ 1422400 w 2438400"/>
                  <a:gd name="connsiteY100" fmla="*/ 3860800 h 3860800"/>
                  <a:gd name="connsiteX101" fmla="*/ 1828800 w 2438400"/>
                  <a:gd name="connsiteY101" fmla="*/ 3860800 h 3860800"/>
                  <a:gd name="connsiteX102" fmla="*/ 1828800 w 2438400"/>
                  <a:gd name="connsiteY102" fmla="*/ 3657600 h 3860800"/>
                  <a:gd name="connsiteX103" fmla="*/ 1422400 w 2438400"/>
                  <a:gd name="connsiteY103" fmla="*/ 3657600 h 3860800"/>
                  <a:gd name="connsiteX104" fmla="*/ 1422400 w 2438400"/>
                  <a:gd name="connsiteY104" fmla="*/ 3860800 h 3860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</a:cxnLst>
                <a:rect l="l" t="t" r="r" b="b"/>
                <a:pathLst>
                  <a:path w="2438400" h="3860800">
                    <a:moveTo>
                      <a:pt x="2235200" y="2235200"/>
                    </a:moveTo>
                    <a:lnTo>
                      <a:pt x="2438400" y="2235200"/>
                    </a:lnTo>
                    <a:lnTo>
                      <a:pt x="2438400" y="2641600"/>
                    </a:lnTo>
                    <a:lnTo>
                      <a:pt x="1625600" y="2641600"/>
                    </a:lnTo>
                    <a:lnTo>
                      <a:pt x="1625600" y="2844800"/>
                    </a:lnTo>
                    <a:lnTo>
                      <a:pt x="1422400" y="2844800"/>
                    </a:lnTo>
                    <a:lnTo>
                      <a:pt x="1422400" y="2438400"/>
                    </a:lnTo>
                    <a:lnTo>
                      <a:pt x="2235200" y="2438400"/>
                    </a:lnTo>
                    <a:lnTo>
                      <a:pt x="2235200" y="2235200"/>
                    </a:lnTo>
                    <a:close/>
                    <a:moveTo>
                      <a:pt x="2235200" y="2235200"/>
                    </a:moveTo>
                    <a:lnTo>
                      <a:pt x="2235200" y="2032000"/>
                    </a:lnTo>
                    <a:lnTo>
                      <a:pt x="2032000" y="2032000"/>
                    </a:lnTo>
                    <a:lnTo>
                      <a:pt x="2032000" y="2235200"/>
                    </a:lnTo>
                    <a:lnTo>
                      <a:pt x="2235200" y="2235200"/>
                    </a:lnTo>
                    <a:close/>
                    <a:moveTo>
                      <a:pt x="2032000" y="2032000"/>
                    </a:moveTo>
                    <a:lnTo>
                      <a:pt x="2032000" y="1828800"/>
                    </a:lnTo>
                    <a:lnTo>
                      <a:pt x="1828800" y="1828800"/>
                    </a:lnTo>
                    <a:lnTo>
                      <a:pt x="1828800" y="2032000"/>
                    </a:lnTo>
                    <a:lnTo>
                      <a:pt x="2032000" y="2032000"/>
                    </a:lnTo>
                    <a:close/>
                    <a:moveTo>
                      <a:pt x="1828800" y="1828800"/>
                    </a:moveTo>
                    <a:lnTo>
                      <a:pt x="1828800" y="1625600"/>
                    </a:lnTo>
                    <a:lnTo>
                      <a:pt x="1625600" y="1625600"/>
                    </a:lnTo>
                    <a:lnTo>
                      <a:pt x="1625600" y="1828800"/>
                    </a:lnTo>
                    <a:lnTo>
                      <a:pt x="1828800" y="1828800"/>
                    </a:lnTo>
                    <a:close/>
                    <a:moveTo>
                      <a:pt x="1625600" y="1625600"/>
                    </a:moveTo>
                    <a:lnTo>
                      <a:pt x="1625600" y="1422400"/>
                    </a:lnTo>
                    <a:lnTo>
                      <a:pt x="1422400" y="1422400"/>
                    </a:lnTo>
                    <a:lnTo>
                      <a:pt x="1422400" y="1625600"/>
                    </a:lnTo>
                    <a:lnTo>
                      <a:pt x="1625600" y="1625600"/>
                    </a:lnTo>
                    <a:close/>
                    <a:moveTo>
                      <a:pt x="1422400" y="1422400"/>
                    </a:moveTo>
                    <a:lnTo>
                      <a:pt x="1422400" y="1219200"/>
                    </a:lnTo>
                    <a:lnTo>
                      <a:pt x="1219200" y="1219200"/>
                    </a:lnTo>
                    <a:lnTo>
                      <a:pt x="1219200" y="1422400"/>
                    </a:lnTo>
                    <a:lnTo>
                      <a:pt x="1422400" y="1422400"/>
                    </a:lnTo>
                    <a:close/>
                    <a:moveTo>
                      <a:pt x="1219200" y="1219200"/>
                    </a:moveTo>
                    <a:lnTo>
                      <a:pt x="1219200" y="1016000"/>
                    </a:lnTo>
                    <a:lnTo>
                      <a:pt x="1016000" y="1016000"/>
                    </a:lnTo>
                    <a:lnTo>
                      <a:pt x="1016000" y="1219200"/>
                    </a:lnTo>
                    <a:lnTo>
                      <a:pt x="1219200" y="1219200"/>
                    </a:lnTo>
                    <a:close/>
                    <a:moveTo>
                      <a:pt x="1016000" y="1016000"/>
                    </a:moveTo>
                    <a:lnTo>
                      <a:pt x="1016000" y="812800"/>
                    </a:lnTo>
                    <a:lnTo>
                      <a:pt x="812800" y="812800"/>
                    </a:lnTo>
                    <a:lnTo>
                      <a:pt x="812800" y="1016000"/>
                    </a:lnTo>
                    <a:lnTo>
                      <a:pt x="1016000" y="1016000"/>
                    </a:lnTo>
                    <a:close/>
                    <a:moveTo>
                      <a:pt x="812800" y="812800"/>
                    </a:moveTo>
                    <a:lnTo>
                      <a:pt x="812800" y="609600"/>
                    </a:lnTo>
                    <a:lnTo>
                      <a:pt x="609600" y="609600"/>
                    </a:lnTo>
                    <a:lnTo>
                      <a:pt x="609600" y="812800"/>
                    </a:lnTo>
                    <a:lnTo>
                      <a:pt x="812800" y="812800"/>
                    </a:lnTo>
                    <a:close/>
                    <a:moveTo>
                      <a:pt x="609600" y="609600"/>
                    </a:moveTo>
                    <a:lnTo>
                      <a:pt x="609600" y="406400"/>
                    </a:lnTo>
                    <a:lnTo>
                      <a:pt x="406400" y="406400"/>
                    </a:lnTo>
                    <a:lnTo>
                      <a:pt x="406400" y="609600"/>
                    </a:lnTo>
                    <a:lnTo>
                      <a:pt x="609600" y="609600"/>
                    </a:lnTo>
                    <a:close/>
                    <a:moveTo>
                      <a:pt x="203200" y="406400"/>
                    </a:moveTo>
                    <a:lnTo>
                      <a:pt x="406400" y="406400"/>
                    </a:lnTo>
                    <a:lnTo>
                      <a:pt x="406400" y="203200"/>
                    </a:lnTo>
                    <a:lnTo>
                      <a:pt x="203200" y="203200"/>
                    </a:lnTo>
                    <a:lnTo>
                      <a:pt x="203200" y="0"/>
                    </a:lnTo>
                    <a:lnTo>
                      <a:pt x="0" y="0"/>
                    </a:lnTo>
                    <a:lnTo>
                      <a:pt x="0" y="3454400"/>
                    </a:lnTo>
                    <a:lnTo>
                      <a:pt x="406400" y="3454400"/>
                    </a:lnTo>
                    <a:lnTo>
                      <a:pt x="406400" y="3251200"/>
                    </a:lnTo>
                    <a:lnTo>
                      <a:pt x="203200" y="3251200"/>
                    </a:lnTo>
                    <a:lnTo>
                      <a:pt x="203200" y="406400"/>
                    </a:lnTo>
                    <a:close/>
                    <a:moveTo>
                      <a:pt x="812800" y="2641600"/>
                    </a:moveTo>
                    <a:lnTo>
                      <a:pt x="812800" y="2844800"/>
                    </a:lnTo>
                    <a:lnTo>
                      <a:pt x="1016000" y="2844800"/>
                    </a:lnTo>
                    <a:lnTo>
                      <a:pt x="1016000" y="2641600"/>
                    </a:lnTo>
                    <a:lnTo>
                      <a:pt x="812800" y="2641600"/>
                    </a:lnTo>
                    <a:close/>
                    <a:moveTo>
                      <a:pt x="609600" y="3048000"/>
                    </a:moveTo>
                    <a:lnTo>
                      <a:pt x="812800" y="3048000"/>
                    </a:lnTo>
                    <a:lnTo>
                      <a:pt x="812800" y="2844800"/>
                    </a:lnTo>
                    <a:lnTo>
                      <a:pt x="609600" y="2844800"/>
                    </a:lnTo>
                    <a:lnTo>
                      <a:pt x="609600" y="3048000"/>
                    </a:lnTo>
                    <a:close/>
                    <a:moveTo>
                      <a:pt x="406400" y="3251200"/>
                    </a:moveTo>
                    <a:lnTo>
                      <a:pt x="609600" y="3251200"/>
                    </a:lnTo>
                    <a:lnTo>
                      <a:pt x="609600" y="3048000"/>
                    </a:lnTo>
                    <a:lnTo>
                      <a:pt x="406400" y="3048000"/>
                    </a:lnTo>
                    <a:lnTo>
                      <a:pt x="406400" y="3251200"/>
                    </a:lnTo>
                    <a:close/>
                    <a:moveTo>
                      <a:pt x="1016000" y="2844800"/>
                    </a:moveTo>
                    <a:lnTo>
                      <a:pt x="1016000" y="3251200"/>
                    </a:lnTo>
                    <a:lnTo>
                      <a:pt x="1219200" y="3251200"/>
                    </a:lnTo>
                    <a:lnTo>
                      <a:pt x="1219200" y="2844800"/>
                    </a:lnTo>
                    <a:lnTo>
                      <a:pt x="1016000" y="2844800"/>
                    </a:lnTo>
                    <a:close/>
                    <a:moveTo>
                      <a:pt x="1219200" y="3251200"/>
                    </a:moveTo>
                    <a:lnTo>
                      <a:pt x="1219200" y="3657600"/>
                    </a:lnTo>
                    <a:lnTo>
                      <a:pt x="1422400" y="3657600"/>
                    </a:lnTo>
                    <a:lnTo>
                      <a:pt x="1422400" y="3251200"/>
                    </a:lnTo>
                    <a:lnTo>
                      <a:pt x="1219200" y="3251200"/>
                    </a:lnTo>
                    <a:close/>
                    <a:moveTo>
                      <a:pt x="2032000" y="3657600"/>
                    </a:moveTo>
                    <a:lnTo>
                      <a:pt x="2032000" y="3251200"/>
                    </a:lnTo>
                    <a:lnTo>
                      <a:pt x="1828800" y="3251200"/>
                    </a:lnTo>
                    <a:lnTo>
                      <a:pt x="1828800" y="3657600"/>
                    </a:lnTo>
                    <a:lnTo>
                      <a:pt x="2032000" y="3657600"/>
                    </a:lnTo>
                    <a:close/>
                    <a:moveTo>
                      <a:pt x="1828800" y="3251200"/>
                    </a:moveTo>
                    <a:lnTo>
                      <a:pt x="1828800" y="2844800"/>
                    </a:lnTo>
                    <a:lnTo>
                      <a:pt x="1625600" y="2844800"/>
                    </a:lnTo>
                    <a:lnTo>
                      <a:pt x="1625600" y="3251200"/>
                    </a:lnTo>
                    <a:lnTo>
                      <a:pt x="1828800" y="3251200"/>
                    </a:lnTo>
                    <a:close/>
                    <a:moveTo>
                      <a:pt x="1422400" y="3860800"/>
                    </a:moveTo>
                    <a:lnTo>
                      <a:pt x="1828800" y="3860800"/>
                    </a:lnTo>
                    <a:lnTo>
                      <a:pt x="1828800" y="3657600"/>
                    </a:lnTo>
                    <a:lnTo>
                      <a:pt x="1422400" y="3657600"/>
                    </a:lnTo>
                    <a:lnTo>
                      <a:pt x="1422400" y="3860800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808A5B6A-3A45-1099-3D28-4F4E79569A6B}"/>
              </a:ext>
            </a:extLst>
          </p:cNvPr>
          <p:cNvSpPr txBox="1"/>
          <p:nvPr/>
        </p:nvSpPr>
        <p:spPr>
          <a:xfrm>
            <a:off x="9596402" y="4173677"/>
            <a:ext cx="1642685" cy="10256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213">
                <a:solidFill>
                  <a:schemeClr val="tx2"/>
                </a:solidFill>
                <a:latin typeface="Lato" panose="020F0502020204030203" pitchFamily="34" charset="77"/>
              </a:rPr>
              <a:t>Employees  - seek out photography for in our </a:t>
            </a:r>
            <a:r>
              <a:rPr lang="en-GB" sz="1213">
                <a:solidFill>
                  <a:schemeClr val="accent5"/>
                </a:solidFill>
                <a:latin typeface="Lato" panose="020F0502020204030203" pitchFamily="34" charset="77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Kinaxis Brand OneDrive here</a:t>
            </a:r>
            <a:r>
              <a:rPr lang="en-GB" sz="1213">
                <a:solidFill>
                  <a:schemeClr val="tx2"/>
                </a:solidFill>
                <a:latin typeface="Lato" panose="020F0502020204030203" pitchFamily="34" charset="77"/>
              </a:rPr>
              <a:t>.</a:t>
            </a:r>
            <a:endParaRPr lang="en-US" sz="1213">
              <a:solidFill>
                <a:schemeClr val="tx2"/>
              </a:solidFill>
              <a:latin typeface="Lato" panose="020F0502020204030203" pitchFamily="34" charset="77"/>
            </a:endParaRPr>
          </a:p>
          <a:p>
            <a:pPr algn="l"/>
            <a:endParaRPr lang="en-US" sz="1213">
              <a:solidFill>
                <a:schemeClr val="tx2"/>
              </a:solidFill>
              <a:latin typeface="Lato" panose="020F0502020204030203" pitchFamily="34" charset="77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6103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4FB7388-695C-0F9B-6157-39A0385577D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6202" y="1333929"/>
            <a:ext cx="5287692" cy="206963"/>
          </a:xfrm>
        </p:spPr>
        <p:txBody>
          <a:bodyPr>
            <a:normAutofit fontScale="92500" lnSpcReduction="10000"/>
          </a:bodyPr>
          <a:lstStyle/>
          <a:p>
            <a:r>
              <a:rPr lang="en-US"/>
              <a:t>Kinaxis PowerPoint template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DB6578A9-15A8-5DBA-DA9C-77F222201C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043" y="1668586"/>
            <a:ext cx="5287692" cy="1344401"/>
          </a:xfrm>
        </p:spPr>
        <p:txBody>
          <a:bodyPr>
            <a:noAutofit/>
          </a:bodyPr>
          <a:lstStyle/>
          <a:p>
            <a:r>
              <a:rPr lang="en-US"/>
              <a:t>Raising the </a:t>
            </a:r>
            <a:r>
              <a:rPr lang="en-US" strike="sngStrike"/>
              <a:t>bar</a:t>
            </a:r>
            <a:r>
              <a:rPr lang="en-US"/>
              <a:t> eyebrow</a:t>
            </a:r>
            <a:br>
              <a:rPr lang="en-US"/>
            </a:b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32143B7-1333-11E5-82C0-B2B2A5EE3B99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>
            <a:noAutofit/>
          </a:bodyPr>
          <a:lstStyle/>
          <a:p>
            <a:r>
              <a:rPr lang="en-GB"/>
              <a:t>You’ll see throughout the template the option to include eyebrow titles throughout the template.</a:t>
            </a:r>
            <a:br>
              <a:rPr lang="en-GB"/>
            </a:br>
            <a:endParaRPr lang="en-GB"/>
          </a:p>
          <a:p>
            <a:r>
              <a:rPr lang="en-GB"/>
              <a:t>An eyebrow title , also referred to as a kicker, is a short phrase that appears above a heading or title. It's there to provide additional context to the headline and is often used to indicate that the content is part of a section in the presentation.</a:t>
            </a:r>
            <a:br>
              <a:rPr lang="en-GB"/>
            </a:br>
            <a:endParaRPr lang="en-GB"/>
          </a:p>
          <a:p>
            <a:r>
              <a:rPr lang="en-GB"/>
              <a:t>Feel free to use as needed and remove when it’s not. </a:t>
            </a:r>
            <a:endParaRPr lang="en-US"/>
          </a:p>
          <a:p>
            <a:endParaRPr lang="en-US"/>
          </a:p>
        </p:txBody>
      </p:sp>
      <p:sp>
        <p:nvSpPr>
          <p:cNvPr id="27" name="Footer Placeholder 26">
            <a:extLst>
              <a:ext uri="{FF2B5EF4-FFF2-40B4-BE49-F238E27FC236}">
                <a16:creationId xmlns:a16="http://schemas.microsoft.com/office/drawing/2014/main" id="{AF4F693B-1078-CA35-FFC2-BB685E35E9E3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/>
        <p:txBody>
          <a:bodyPr/>
          <a:lstStyle/>
          <a:p>
            <a:r>
              <a:rPr lang="en-US"/>
              <a:t>Copyright © 2026 Kinaxis. All Rights Reserved. Access limited to internal use only.</a:t>
            </a:r>
          </a:p>
        </p:txBody>
      </p:sp>
      <p:pic>
        <p:nvPicPr>
          <p:cNvPr id="3" name="Picture 2" descr="A close-up of a person's face&#10;&#10;Description automatically generated">
            <a:extLst>
              <a:ext uri="{FF2B5EF4-FFF2-40B4-BE49-F238E27FC236}">
                <a16:creationId xmlns:a16="http://schemas.microsoft.com/office/drawing/2014/main" id="{1688CE0E-2E68-CE48-973A-5CEDD0A9BB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83153" y="3072123"/>
            <a:ext cx="3144165" cy="286509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DD2D46E3-2D50-ACAC-7FD2-F688DD6786F0}"/>
              </a:ext>
            </a:extLst>
          </p:cNvPr>
          <p:cNvGrpSpPr/>
          <p:nvPr/>
        </p:nvGrpSpPr>
        <p:grpSpPr>
          <a:xfrm>
            <a:off x="3631108" y="3977542"/>
            <a:ext cx="332923" cy="527129"/>
            <a:chOff x="14873715" y="7550561"/>
            <a:chExt cx="681789" cy="1079500"/>
          </a:xfrm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CE0B6694-5354-4E6F-4C52-82D50DAAAEF0}"/>
                </a:ext>
              </a:extLst>
            </p:cNvPr>
            <p:cNvSpPr/>
            <p:nvPr/>
          </p:nvSpPr>
          <p:spPr>
            <a:xfrm>
              <a:off x="14909226" y="7635785"/>
              <a:ext cx="610769" cy="937461"/>
            </a:xfrm>
            <a:custGeom>
              <a:avLst/>
              <a:gdLst>
                <a:gd name="connsiteX0" fmla="*/ 0 w 2184400"/>
                <a:gd name="connsiteY0" fmla="*/ 0 h 3352800"/>
                <a:gd name="connsiteX1" fmla="*/ 279400 w 2184400"/>
                <a:gd name="connsiteY1" fmla="*/ 101600 h 3352800"/>
                <a:gd name="connsiteX2" fmla="*/ 2108200 w 2184400"/>
                <a:gd name="connsiteY2" fmla="*/ 1930400 h 3352800"/>
                <a:gd name="connsiteX3" fmla="*/ 2184400 w 2184400"/>
                <a:gd name="connsiteY3" fmla="*/ 2209800 h 3352800"/>
                <a:gd name="connsiteX4" fmla="*/ 1371600 w 2184400"/>
                <a:gd name="connsiteY4" fmla="*/ 2209800 h 3352800"/>
                <a:gd name="connsiteX5" fmla="*/ 1371600 w 2184400"/>
                <a:gd name="connsiteY5" fmla="*/ 2463800 h 3352800"/>
                <a:gd name="connsiteX6" fmla="*/ 1498600 w 2184400"/>
                <a:gd name="connsiteY6" fmla="*/ 2540000 h 3352800"/>
                <a:gd name="connsiteX7" fmla="*/ 1701800 w 2184400"/>
                <a:gd name="connsiteY7" fmla="*/ 2946400 h 3352800"/>
                <a:gd name="connsiteX8" fmla="*/ 1701800 w 2184400"/>
                <a:gd name="connsiteY8" fmla="*/ 3352800 h 3352800"/>
                <a:gd name="connsiteX9" fmla="*/ 1295400 w 2184400"/>
                <a:gd name="connsiteY9" fmla="*/ 3352800 h 3352800"/>
                <a:gd name="connsiteX10" fmla="*/ 889000 w 2184400"/>
                <a:gd name="connsiteY10" fmla="*/ 2540000 h 3352800"/>
                <a:gd name="connsiteX11" fmla="*/ 685800 w 2184400"/>
                <a:gd name="connsiteY11" fmla="*/ 2540000 h 3352800"/>
                <a:gd name="connsiteX12" fmla="*/ 279400 w 2184400"/>
                <a:gd name="connsiteY12" fmla="*/ 2946400 h 3352800"/>
                <a:gd name="connsiteX13" fmla="*/ 12700 w 2184400"/>
                <a:gd name="connsiteY13" fmla="*/ 3009900 h 3352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184400" h="3352800">
                  <a:moveTo>
                    <a:pt x="0" y="0"/>
                  </a:moveTo>
                  <a:lnTo>
                    <a:pt x="279400" y="101600"/>
                  </a:lnTo>
                  <a:lnTo>
                    <a:pt x="2108200" y="1930400"/>
                  </a:lnTo>
                  <a:lnTo>
                    <a:pt x="2184400" y="2209800"/>
                  </a:lnTo>
                  <a:lnTo>
                    <a:pt x="1371600" y="2209800"/>
                  </a:lnTo>
                  <a:lnTo>
                    <a:pt x="1371600" y="2463800"/>
                  </a:lnTo>
                  <a:lnTo>
                    <a:pt x="1498600" y="2540000"/>
                  </a:lnTo>
                  <a:lnTo>
                    <a:pt x="1701800" y="2946400"/>
                  </a:lnTo>
                  <a:lnTo>
                    <a:pt x="1701800" y="3352800"/>
                  </a:lnTo>
                  <a:lnTo>
                    <a:pt x="1295400" y="3352800"/>
                  </a:lnTo>
                  <a:lnTo>
                    <a:pt x="889000" y="2540000"/>
                  </a:lnTo>
                  <a:lnTo>
                    <a:pt x="685800" y="2540000"/>
                  </a:lnTo>
                  <a:lnTo>
                    <a:pt x="279400" y="2946400"/>
                  </a:lnTo>
                  <a:lnTo>
                    <a:pt x="12700" y="3009900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635DB435-E2B6-4934-61AD-51612FC95326}"/>
                </a:ext>
              </a:extLst>
            </p:cNvPr>
            <p:cNvSpPr/>
            <p:nvPr/>
          </p:nvSpPr>
          <p:spPr>
            <a:xfrm>
              <a:off x="14873715" y="7550561"/>
              <a:ext cx="681789" cy="1079500"/>
            </a:xfrm>
            <a:custGeom>
              <a:avLst/>
              <a:gdLst>
                <a:gd name="connsiteX0" fmla="*/ 2235200 w 2438400"/>
                <a:gd name="connsiteY0" fmla="*/ 2235200 h 3860800"/>
                <a:gd name="connsiteX1" fmla="*/ 2438400 w 2438400"/>
                <a:gd name="connsiteY1" fmla="*/ 2235200 h 3860800"/>
                <a:gd name="connsiteX2" fmla="*/ 2438400 w 2438400"/>
                <a:gd name="connsiteY2" fmla="*/ 2641600 h 3860800"/>
                <a:gd name="connsiteX3" fmla="*/ 1625600 w 2438400"/>
                <a:gd name="connsiteY3" fmla="*/ 2641600 h 3860800"/>
                <a:gd name="connsiteX4" fmla="*/ 1625600 w 2438400"/>
                <a:gd name="connsiteY4" fmla="*/ 2844800 h 3860800"/>
                <a:gd name="connsiteX5" fmla="*/ 1422400 w 2438400"/>
                <a:gd name="connsiteY5" fmla="*/ 2844800 h 3860800"/>
                <a:gd name="connsiteX6" fmla="*/ 1422400 w 2438400"/>
                <a:gd name="connsiteY6" fmla="*/ 2438400 h 3860800"/>
                <a:gd name="connsiteX7" fmla="*/ 2235200 w 2438400"/>
                <a:gd name="connsiteY7" fmla="*/ 2438400 h 3860800"/>
                <a:gd name="connsiteX8" fmla="*/ 2235200 w 2438400"/>
                <a:gd name="connsiteY8" fmla="*/ 2235200 h 3860800"/>
                <a:gd name="connsiteX9" fmla="*/ 2235200 w 2438400"/>
                <a:gd name="connsiteY9" fmla="*/ 2235200 h 3860800"/>
                <a:gd name="connsiteX10" fmla="*/ 2235200 w 2438400"/>
                <a:gd name="connsiteY10" fmla="*/ 2032000 h 3860800"/>
                <a:gd name="connsiteX11" fmla="*/ 2032000 w 2438400"/>
                <a:gd name="connsiteY11" fmla="*/ 2032000 h 3860800"/>
                <a:gd name="connsiteX12" fmla="*/ 2032000 w 2438400"/>
                <a:gd name="connsiteY12" fmla="*/ 2235200 h 3860800"/>
                <a:gd name="connsiteX13" fmla="*/ 2235200 w 2438400"/>
                <a:gd name="connsiteY13" fmla="*/ 2235200 h 3860800"/>
                <a:gd name="connsiteX14" fmla="*/ 2032000 w 2438400"/>
                <a:gd name="connsiteY14" fmla="*/ 2032000 h 3860800"/>
                <a:gd name="connsiteX15" fmla="*/ 2032000 w 2438400"/>
                <a:gd name="connsiteY15" fmla="*/ 1828800 h 3860800"/>
                <a:gd name="connsiteX16" fmla="*/ 1828800 w 2438400"/>
                <a:gd name="connsiteY16" fmla="*/ 1828800 h 3860800"/>
                <a:gd name="connsiteX17" fmla="*/ 1828800 w 2438400"/>
                <a:gd name="connsiteY17" fmla="*/ 2032000 h 3860800"/>
                <a:gd name="connsiteX18" fmla="*/ 2032000 w 2438400"/>
                <a:gd name="connsiteY18" fmla="*/ 2032000 h 3860800"/>
                <a:gd name="connsiteX19" fmla="*/ 1828800 w 2438400"/>
                <a:gd name="connsiteY19" fmla="*/ 1828800 h 3860800"/>
                <a:gd name="connsiteX20" fmla="*/ 1828800 w 2438400"/>
                <a:gd name="connsiteY20" fmla="*/ 1625600 h 3860800"/>
                <a:gd name="connsiteX21" fmla="*/ 1625600 w 2438400"/>
                <a:gd name="connsiteY21" fmla="*/ 1625600 h 3860800"/>
                <a:gd name="connsiteX22" fmla="*/ 1625600 w 2438400"/>
                <a:gd name="connsiteY22" fmla="*/ 1828800 h 3860800"/>
                <a:gd name="connsiteX23" fmla="*/ 1828800 w 2438400"/>
                <a:gd name="connsiteY23" fmla="*/ 1828800 h 3860800"/>
                <a:gd name="connsiteX24" fmla="*/ 1625600 w 2438400"/>
                <a:gd name="connsiteY24" fmla="*/ 1625600 h 3860800"/>
                <a:gd name="connsiteX25" fmla="*/ 1625600 w 2438400"/>
                <a:gd name="connsiteY25" fmla="*/ 1422400 h 3860800"/>
                <a:gd name="connsiteX26" fmla="*/ 1422400 w 2438400"/>
                <a:gd name="connsiteY26" fmla="*/ 1422400 h 3860800"/>
                <a:gd name="connsiteX27" fmla="*/ 1422400 w 2438400"/>
                <a:gd name="connsiteY27" fmla="*/ 1625600 h 3860800"/>
                <a:gd name="connsiteX28" fmla="*/ 1625600 w 2438400"/>
                <a:gd name="connsiteY28" fmla="*/ 1625600 h 3860800"/>
                <a:gd name="connsiteX29" fmla="*/ 1422400 w 2438400"/>
                <a:gd name="connsiteY29" fmla="*/ 1422400 h 3860800"/>
                <a:gd name="connsiteX30" fmla="*/ 1422400 w 2438400"/>
                <a:gd name="connsiteY30" fmla="*/ 1219200 h 3860800"/>
                <a:gd name="connsiteX31" fmla="*/ 1219200 w 2438400"/>
                <a:gd name="connsiteY31" fmla="*/ 1219200 h 3860800"/>
                <a:gd name="connsiteX32" fmla="*/ 1219200 w 2438400"/>
                <a:gd name="connsiteY32" fmla="*/ 1422400 h 3860800"/>
                <a:gd name="connsiteX33" fmla="*/ 1422400 w 2438400"/>
                <a:gd name="connsiteY33" fmla="*/ 1422400 h 3860800"/>
                <a:gd name="connsiteX34" fmla="*/ 1219200 w 2438400"/>
                <a:gd name="connsiteY34" fmla="*/ 1219200 h 3860800"/>
                <a:gd name="connsiteX35" fmla="*/ 1219200 w 2438400"/>
                <a:gd name="connsiteY35" fmla="*/ 1016000 h 3860800"/>
                <a:gd name="connsiteX36" fmla="*/ 1016000 w 2438400"/>
                <a:gd name="connsiteY36" fmla="*/ 1016000 h 3860800"/>
                <a:gd name="connsiteX37" fmla="*/ 1016000 w 2438400"/>
                <a:gd name="connsiteY37" fmla="*/ 1219200 h 3860800"/>
                <a:gd name="connsiteX38" fmla="*/ 1219200 w 2438400"/>
                <a:gd name="connsiteY38" fmla="*/ 1219200 h 3860800"/>
                <a:gd name="connsiteX39" fmla="*/ 1016000 w 2438400"/>
                <a:gd name="connsiteY39" fmla="*/ 1016000 h 3860800"/>
                <a:gd name="connsiteX40" fmla="*/ 1016000 w 2438400"/>
                <a:gd name="connsiteY40" fmla="*/ 812800 h 3860800"/>
                <a:gd name="connsiteX41" fmla="*/ 812800 w 2438400"/>
                <a:gd name="connsiteY41" fmla="*/ 812800 h 3860800"/>
                <a:gd name="connsiteX42" fmla="*/ 812800 w 2438400"/>
                <a:gd name="connsiteY42" fmla="*/ 1016000 h 3860800"/>
                <a:gd name="connsiteX43" fmla="*/ 1016000 w 2438400"/>
                <a:gd name="connsiteY43" fmla="*/ 1016000 h 3860800"/>
                <a:gd name="connsiteX44" fmla="*/ 812800 w 2438400"/>
                <a:gd name="connsiteY44" fmla="*/ 812800 h 3860800"/>
                <a:gd name="connsiteX45" fmla="*/ 812800 w 2438400"/>
                <a:gd name="connsiteY45" fmla="*/ 609600 h 3860800"/>
                <a:gd name="connsiteX46" fmla="*/ 609600 w 2438400"/>
                <a:gd name="connsiteY46" fmla="*/ 609600 h 3860800"/>
                <a:gd name="connsiteX47" fmla="*/ 609600 w 2438400"/>
                <a:gd name="connsiteY47" fmla="*/ 812800 h 3860800"/>
                <a:gd name="connsiteX48" fmla="*/ 812800 w 2438400"/>
                <a:gd name="connsiteY48" fmla="*/ 812800 h 3860800"/>
                <a:gd name="connsiteX49" fmla="*/ 609600 w 2438400"/>
                <a:gd name="connsiteY49" fmla="*/ 609600 h 3860800"/>
                <a:gd name="connsiteX50" fmla="*/ 609600 w 2438400"/>
                <a:gd name="connsiteY50" fmla="*/ 406400 h 3860800"/>
                <a:gd name="connsiteX51" fmla="*/ 406400 w 2438400"/>
                <a:gd name="connsiteY51" fmla="*/ 406400 h 3860800"/>
                <a:gd name="connsiteX52" fmla="*/ 406400 w 2438400"/>
                <a:gd name="connsiteY52" fmla="*/ 609600 h 3860800"/>
                <a:gd name="connsiteX53" fmla="*/ 609600 w 2438400"/>
                <a:gd name="connsiteY53" fmla="*/ 609600 h 3860800"/>
                <a:gd name="connsiteX54" fmla="*/ 203200 w 2438400"/>
                <a:gd name="connsiteY54" fmla="*/ 406400 h 3860800"/>
                <a:gd name="connsiteX55" fmla="*/ 406400 w 2438400"/>
                <a:gd name="connsiteY55" fmla="*/ 406400 h 3860800"/>
                <a:gd name="connsiteX56" fmla="*/ 406400 w 2438400"/>
                <a:gd name="connsiteY56" fmla="*/ 203200 h 3860800"/>
                <a:gd name="connsiteX57" fmla="*/ 203200 w 2438400"/>
                <a:gd name="connsiteY57" fmla="*/ 203200 h 3860800"/>
                <a:gd name="connsiteX58" fmla="*/ 203200 w 2438400"/>
                <a:gd name="connsiteY58" fmla="*/ 0 h 3860800"/>
                <a:gd name="connsiteX59" fmla="*/ 0 w 2438400"/>
                <a:gd name="connsiteY59" fmla="*/ 0 h 3860800"/>
                <a:gd name="connsiteX60" fmla="*/ 0 w 2438400"/>
                <a:gd name="connsiteY60" fmla="*/ 3454400 h 3860800"/>
                <a:gd name="connsiteX61" fmla="*/ 406400 w 2438400"/>
                <a:gd name="connsiteY61" fmla="*/ 3454400 h 3860800"/>
                <a:gd name="connsiteX62" fmla="*/ 406400 w 2438400"/>
                <a:gd name="connsiteY62" fmla="*/ 3251200 h 3860800"/>
                <a:gd name="connsiteX63" fmla="*/ 203200 w 2438400"/>
                <a:gd name="connsiteY63" fmla="*/ 3251200 h 3860800"/>
                <a:gd name="connsiteX64" fmla="*/ 203200 w 2438400"/>
                <a:gd name="connsiteY64" fmla="*/ 406400 h 3860800"/>
                <a:gd name="connsiteX65" fmla="*/ 812800 w 2438400"/>
                <a:gd name="connsiteY65" fmla="*/ 2641600 h 3860800"/>
                <a:gd name="connsiteX66" fmla="*/ 812800 w 2438400"/>
                <a:gd name="connsiteY66" fmla="*/ 2844800 h 3860800"/>
                <a:gd name="connsiteX67" fmla="*/ 1016000 w 2438400"/>
                <a:gd name="connsiteY67" fmla="*/ 2844800 h 3860800"/>
                <a:gd name="connsiteX68" fmla="*/ 1016000 w 2438400"/>
                <a:gd name="connsiteY68" fmla="*/ 2641600 h 3860800"/>
                <a:gd name="connsiteX69" fmla="*/ 812800 w 2438400"/>
                <a:gd name="connsiteY69" fmla="*/ 2641600 h 3860800"/>
                <a:gd name="connsiteX70" fmla="*/ 609600 w 2438400"/>
                <a:gd name="connsiteY70" fmla="*/ 3048000 h 3860800"/>
                <a:gd name="connsiteX71" fmla="*/ 812800 w 2438400"/>
                <a:gd name="connsiteY71" fmla="*/ 3048000 h 3860800"/>
                <a:gd name="connsiteX72" fmla="*/ 812800 w 2438400"/>
                <a:gd name="connsiteY72" fmla="*/ 2844800 h 3860800"/>
                <a:gd name="connsiteX73" fmla="*/ 609600 w 2438400"/>
                <a:gd name="connsiteY73" fmla="*/ 2844800 h 3860800"/>
                <a:gd name="connsiteX74" fmla="*/ 609600 w 2438400"/>
                <a:gd name="connsiteY74" fmla="*/ 3048000 h 3860800"/>
                <a:gd name="connsiteX75" fmla="*/ 406400 w 2438400"/>
                <a:gd name="connsiteY75" fmla="*/ 3251200 h 3860800"/>
                <a:gd name="connsiteX76" fmla="*/ 609600 w 2438400"/>
                <a:gd name="connsiteY76" fmla="*/ 3251200 h 3860800"/>
                <a:gd name="connsiteX77" fmla="*/ 609600 w 2438400"/>
                <a:gd name="connsiteY77" fmla="*/ 3048000 h 3860800"/>
                <a:gd name="connsiteX78" fmla="*/ 406400 w 2438400"/>
                <a:gd name="connsiteY78" fmla="*/ 3048000 h 3860800"/>
                <a:gd name="connsiteX79" fmla="*/ 406400 w 2438400"/>
                <a:gd name="connsiteY79" fmla="*/ 3251200 h 3860800"/>
                <a:gd name="connsiteX80" fmla="*/ 1016000 w 2438400"/>
                <a:gd name="connsiteY80" fmla="*/ 2844800 h 3860800"/>
                <a:gd name="connsiteX81" fmla="*/ 1016000 w 2438400"/>
                <a:gd name="connsiteY81" fmla="*/ 3251200 h 3860800"/>
                <a:gd name="connsiteX82" fmla="*/ 1219200 w 2438400"/>
                <a:gd name="connsiteY82" fmla="*/ 3251200 h 3860800"/>
                <a:gd name="connsiteX83" fmla="*/ 1219200 w 2438400"/>
                <a:gd name="connsiteY83" fmla="*/ 2844800 h 3860800"/>
                <a:gd name="connsiteX84" fmla="*/ 1016000 w 2438400"/>
                <a:gd name="connsiteY84" fmla="*/ 2844800 h 3860800"/>
                <a:gd name="connsiteX85" fmla="*/ 1219200 w 2438400"/>
                <a:gd name="connsiteY85" fmla="*/ 3251200 h 3860800"/>
                <a:gd name="connsiteX86" fmla="*/ 1219200 w 2438400"/>
                <a:gd name="connsiteY86" fmla="*/ 3657600 h 3860800"/>
                <a:gd name="connsiteX87" fmla="*/ 1422400 w 2438400"/>
                <a:gd name="connsiteY87" fmla="*/ 3657600 h 3860800"/>
                <a:gd name="connsiteX88" fmla="*/ 1422400 w 2438400"/>
                <a:gd name="connsiteY88" fmla="*/ 3251200 h 3860800"/>
                <a:gd name="connsiteX89" fmla="*/ 1219200 w 2438400"/>
                <a:gd name="connsiteY89" fmla="*/ 3251200 h 3860800"/>
                <a:gd name="connsiteX90" fmla="*/ 2032000 w 2438400"/>
                <a:gd name="connsiteY90" fmla="*/ 3657600 h 3860800"/>
                <a:gd name="connsiteX91" fmla="*/ 2032000 w 2438400"/>
                <a:gd name="connsiteY91" fmla="*/ 3251200 h 3860800"/>
                <a:gd name="connsiteX92" fmla="*/ 1828800 w 2438400"/>
                <a:gd name="connsiteY92" fmla="*/ 3251200 h 3860800"/>
                <a:gd name="connsiteX93" fmla="*/ 1828800 w 2438400"/>
                <a:gd name="connsiteY93" fmla="*/ 3657600 h 3860800"/>
                <a:gd name="connsiteX94" fmla="*/ 2032000 w 2438400"/>
                <a:gd name="connsiteY94" fmla="*/ 3657600 h 3860800"/>
                <a:gd name="connsiteX95" fmla="*/ 1828800 w 2438400"/>
                <a:gd name="connsiteY95" fmla="*/ 3251200 h 3860800"/>
                <a:gd name="connsiteX96" fmla="*/ 1828800 w 2438400"/>
                <a:gd name="connsiteY96" fmla="*/ 2844800 h 3860800"/>
                <a:gd name="connsiteX97" fmla="*/ 1625600 w 2438400"/>
                <a:gd name="connsiteY97" fmla="*/ 2844800 h 3860800"/>
                <a:gd name="connsiteX98" fmla="*/ 1625600 w 2438400"/>
                <a:gd name="connsiteY98" fmla="*/ 3251200 h 3860800"/>
                <a:gd name="connsiteX99" fmla="*/ 1828800 w 2438400"/>
                <a:gd name="connsiteY99" fmla="*/ 3251200 h 3860800"/>
                <a:gd name="connsiteX100" fmla="*/ 1422400 w 2438400"/>
                <a:gd name="connsiteY100" fmla="*/ 3860800 h 3860800"/>
                <a:gd name="connsiteX101" fmla="*/ 1828800 w 2438400"/>
                <a:gd name="connsiteY101" fmla="*/ 3860800 h 3860800"/>
                <a:gd name="connsiteX102" fmla="*/ 1828800 w 2438400"/>
                <a:gd name="connsiteY102" fmla="*/ 3657600 h 3860800"/>
                <a:gd name="connsiteX103" fmla="*/ 1422400 w 2438400"/>
                <a:gd name="connsiteY103" fmla="*/ 3657600 h 3860800"/>
                <a:gd name="connsiteX104" fmla="*/ 1422400 w 2438400"/>
                <a:gd name="connsiteY104" fmla="*/ 3860800 h 3860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2438400" h="3860800">
                  <a:moveTo>
                    <a:pt x="2235200" y="2235200"/>
                  </a:moveTo>
                  <a:lnTo>
                    <a:pt x="2438400" y="2235200"/>
                  </a:lnTo>
                  <a:lnTo>
                    <a:pt x="2438400" y="2641600"/>
                  </a:lnTo>
                  <a:lnTo>
                    <a:pt x="1625600" y="2641600"/>
                  </a:lnTo>
                  <a:lnTo>
                    <a:pt x="1625600" y="2844800"/>
                  </a:lnTo>
                  <a:lnTo>
                    <a:pt x="1422400" y="2844800"/>
                  </a:lnTo>
                  <a:lnTo>
                    <a:pt x="1422400" y="2438400"/>
                  </a:lnTo>
                  <a:lnTo>
                    <a:pt x="2235200" y="2438400"/>
                  </a:lnTo>
                  <a:lnTo>
                    <a:pt x="2235200" y="2235200"/>
                  </a:lnTo>
                  <a:close/>
                  <a:moveTo>
                    <a:pt x="2235200" y="2235200"/>
                  </a:moveTo>
                  <a:lnTo>
                    <a:pt x="2235200" y="2032000"/>
                  </a:lnTo>
                  <a:lnTo>
                    <a:pt x="2032000" y="2032000"/>
                  </a:lnTo>
                  <a:lnTo>
                    <a:pt x="2032000" y="2235200"/>
                  </a:lnTo>
                  <a:lnTo>
                    <a:pt x="2235200" y="2235200"/>
                  </a:lnTo>
                  <a:close/>
                  <a:moveTo>
                    <a:pt x="2032000" y="2032000"/>
                  </a:moveTo>
                  <a:lnTo>
                    <a:pt x="2032000" y="1828800"/>
                  </a:lnTo>
                  <a:lnTo>
                    <a:pt x="1828800" y="1828800"/>
                  </a:lnTo>
                  <a:lnTo>
                    <a:pt x="1828800" y="2032000"/>
                  </a:lnTo>
                  <a:lnTo>
                    <a:pt x="2032000" y="2032000"/>
                  </a:lnTo>
                  <a:close/>
                  <a:moveTo>
                    <a:pt x="1828800" y="1828800"/>
                  </a:moveTo>
                  <a:lnTo>
                    <a:pt x="1828800" y="1625600"/>
                  </a:lnTo>
                  <a:lnTo>
                    <a:pt x="1625600" y="1625600"/>
                  </a:lnTo>
                  <a:lnTo>
                    <a:pt x="1625600" y="1828800"/>
                  </a:lnTo>
                  <a:lnTo>
                    <a:pt x="1828800" y="1828800"/>
                  </a:lnTo>
                  <a:close/>
                  <a:moveTo>
                    <a:pt x="1625600" y="1625600"/>
                  </a:moveTo>
                  <a:lnTo>
                    <a:pt x="1625600" y="1422400"/>
                  </a:lnTo>
                  <a:lnTo>
                    <a:pt x="1422400" y="1422400"/>
                  </a:lnTo>
                  <a:lnTo>
                    <a:pt x="1422400" y="1625600"/>
                  </a:lnTo>
                  <a:lnTo>
                    <a:pt x="1625600" y="1625600"/>
                  </a:lnTo>
                  <a:close/>
                  <a:moveTo>
                    <a:pt x="1422400" y="1422400"/>
                  </a:moveTo>
                  <a:lnTo>
                    <a:pt x="1422400" y="1219200"/>
                  </a:lnTo>
                  <a:lnTo>
                    <a:pt x="1219200" y="1219200"/>
                  </a:lnTo>
                  <a:lnTo>
                    <a:pt x="1219200" y="1422400"/>
                  </a:lnTo>
                  <a:lnTo>
                    <a:pt x="1422400" y="1422400"/>
                  </a:lnTo>
                  <a:close/>
                  <a:moveTo>
                    <a:pt x="1219200" y="1219200"/>
                  </a:moveTo>
                  <a:lnTo>
                    <a:pt x="1219200" y="1016000"/>
                  </a:lnTo>
                  <a:lnTo>
                    <a:pt x="1016000" y="1016000"/>
                  </a:lnTo>
                  <a:lnTo>
                    <a:pt x="1016000" y="1219200"/>
                  </a:lnTo>
                  <a:lnTo>
                    <a:pt x="1219200" y="1219200"/>
                  </a:lnTo>
                  <a:close/>
                  <a:moveTo>
                    <a:pt x="1016000" y="1016000"/>
                  </a:moveTo>
                  <a:lnTo>
                    <a:pt x="1016000" y="812800"/>
                  </a:lnTo>
                  <a:lnTo>
                    <a:pt x="812800" y="812800"/>
                  </a:lnTo>
                  <a:lnTo>
                    <a:pt x="812800" y="1016000"/>
                  </a:lnTo>
                  <a:lnTo>
                    <a:pt x="1016000" y="1016000"/>
                  </a:lnTo>
                  <a:close/>
                  <a:moveTo>
                    <a:pt x="812800" y="812800"/>
                  </a:moveTo>
                  <a:lnTo>
                    <a:pt x="812800" y="609600"/>
                  </a:lnTo>
                  <a:lnTo>
                    <a:pt x="609600" y="609600"/>
                  </a:lnTo>
                  <a:lnTo>
                    <a:pt x="609600" y="812800"/>
                  </a:lnTo>
                  <a:lnTo>
                    <a:pt x="812800" y="812800"/>
                  </a:lnTo>
                  <a:close/>
                  <a:moveTo>
                    <a:pt x="609600" y="609600"/>
                  </a:moveTo>
                  <a:lnTo>
                    <a:pt x="609600" y="406400"/>
                  </a:lnTo>
                  <a:lnTo>
                    <a:pt x="406400" y="406400"/>
                  </a:lnTo>
                  <a:lnTo>
                    <a:pt x="406400" y="609600"/>
                  </a:lnTo>
                  <a:lnTo>
                    <a:pt x="609600" y="609600"/>
                  </a:lnTo>
                  <a:close/>
                  <a:moveTo>
                    <a:pt x="203200" y="406400"/>
                  </a:moveTo>
                  <a:lnTo>
                    <a:pt x="406400" y="406400"/>
                  </a:lnTo>
                  <a:lnTo>
                    <a:pt x="406400" y="203200"/>
                  </a:lnTo>
                  <a:lnTo>
                    <a:pt x="203200" y="203200"/>
                  </a:lnTo>
                  <a:lnTo>
                    <a:pt x="203200" y="0"/>
                  </a:lnTo>
                  <a:lnTo>
                    <a:pt x="0" y="0"/>
                  </a:lnTo>
                  <a:lnTo>
                    <a:pt x="0" y="3454400"/>
                  </a:lnTo>
                  <a:lnTo>
                    <a:pt x="406400" y="3454400"/>
                  </a:lnTo>
                  <a:lnTo>
                    <a:pt x="406400" y="3251200"/>
                  </a:lnTo>
                  <a:lnTo>
                    <a:pt x="203200" y="3251200"/>
                  </a:lnTo>
                  <a:lnTo>
                    <a:pt x="203200" y="406400"/>
                  </a:lnTo>
                  <a:close/>
                  <a:moveTo>
                    <a:pt x="812800" y="2641600"/>
                  </a:moveTo>
                  <a:lnTo>
                    <a:pt x="812800" y="2844800"/>
                  </a:lnTo>
                  <a:lnTo>
                    <a:pt x="1016000" y="2844800"/>
                  </a:lnTo>
                  <a:lnTo>
                    <a:pt x="1016000" y="2641600"/>
                  </a:lnTo>
                  <a:lnTo>
                    <a:pt x="812800" y="2641600"/>
                  </a:lnTo>
                  <a:close/>
                  <a:moveTo>
                    <a:pt x="609600" y="3048000"/>
                  </a:moveTo>
                  <a:lnTo>
                    <a:pt x="812800" y="3048000"/>
                  </a:lnTo>
                  <a:lnTo>
                    <a:pt x="812800" y="2844800"/>
                  </a:lnTo>
                  <a:lnTo>
                    <a:pt x="609600" y="2844800"/>
                  </a:lnTo>
                  <a:lnTo>
                    <a:pt x="609600" y="3048000"/>
                  </a:lnTo>
                  <a:close/>
                  <a:moveTo>
                    <a:pt x="406400" y="3251200"/>
                  </a:moveTo>
                  <a:lnTo>
                    <a:pt x="609600" y="3251200"/>
                  </a:lnTo>
                  <a:lnTo>
                    <a:pt x="609600" y="3048000"/>
                  </a:lnTo>
                  <a:lnTo>
                    <a:pt x="406400" y="3048000"/>
                  </a:lnTo>
                  <a:lnTo>
                    <a:pt x="406400" y="3251200"/>
                  </a:lnTo>
                  <a:close/>
                  <a:moveTo>
                    <a:pt x="1016000" y="2844800"/>
                  </a:moveTo>
                  <a:lnTo>
                    <a:pt x="1016000" y="3251200"/>
                  </a:lnTo>
                  <a:lnTo>
                    <a:pt x="1219200" y="3251200"/>
                  </a:lnTo>
                  <a:lnTo>
                    <a:pt x="1219200" y="2844800"/>
                  </a:lnTo>
                  <a:lnTo>
                    <a:pt x="1016000" y="2844800"/>
                  </a:lnTo>
                  <a:close/>
                  <a:moveTo>
                    <a:pt x="1219200" y="3251200"/>
                  </a:moveTo>
                  <a:lnTo>
                    <a:pt x="1219200" y="3657600"/>
                  </a:lnTo>
                  <a:lnTo>
                    <a:pt x="1422400" y="3657600"/>
                  </a:lnTo>
                  <a:lnTo>
                    <a:pt x="1422400" y="3251200"/>
                  </a:lnTo>
                  <a:lnTo>
                    <a:pt x="1219200" y="3251200"/>
                  </a:lnTo>
                  <a:close/>
                  <a:moveTo>
                    <a:pt x="2032000" y="3657600"/>
                  </a:moveTo>
                  <a:lnTo>
                    <a:pt x="2032000" y="3251200"/>
                  </a:lnTo>
                  <a:lnTo>
                    <a:pt x="1828800" y="3251200"/>
                  </a:lnTo>
                  <a:lnTo>
                    <a:pt x="1828800" y="3657600"/>
                  </a:lnTo>
                  <a:lnTo>
                    <a:pt x="2032000" y="3657600"/>
                  </a:lnTo>
                  <a:close/>
                  <a:moveTo>
                    <a:pt x="1828800" y="3251200"/>
                  </a:moveTo>
                  <a:lnTo>
                    <a:pt x="1828800" y="2844800"/>
                  </a:lnTo>
                  <a:lnTo>
                    <a:pt x="1625600" y="2844800"/>
                  </a:lnTo>
                  <a:lnTo>
                    <a:pt x="1625600" y="3251200"/>
                  </a:lnTo>
                  <a:lnTo>
                    <a:pt x="1828800" y="3251200"/>
                  </a:lnTo>
                  <a:close/>
                  <a:moveTo>
                    <a:pt x="1422400" y="3860800"/>
                  </a:moveTo>
                  <a:lnTo>
                    <a:pt x="1828800" y="3860800"/>
                  </a:lnTo>
                  <a:lnTo>
                    <a:pt x="1828800" y="3657600"/>
                  </a:lnTo>
                  <a:lnTo>
                    <a:pt x="1422400" y="3657600"/>
                  </a:lnTo>
                  <a:lnTo>
                    <a:pt x="1422400" y="386080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59929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1F022-2244-5F04-3FE2-84E4D93FD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5375" y="1809946"/>
            <a:ext cx="7815264" cy="1942471"/>
          </a:xfrm>
        </p:spPr>
        <p:txBody>
          <a:bodyPr/>
          <a:lstStyle/>
          <a:p>
            <a:r>
              <a:rPr lang="en-US"/>
              <a:t>Example Slide Layouts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C38DC2-250C-4352-13CA-039530ED05FA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2365375" y="3752417"/>
            <a:ext cx="7815263" cy="1301750"/>
          </a:xfrm>
        </p:spPr>
        <p:txBody>
          <a:bodyPr/>
          <a:lstStyle/>
          <a:p>
            <a:r>
              <a:rPr lang="en-US"/>
              <a:t>With sample content </a:t>
            </a:r>
          </a:p>
        </p:txBody>
      </p:sp>
    </p:spTree>
    <p:extLst>
      <p:ext uri="{BB962C8B-B14F-4D97-AF65-F5344CB8AC3E}">
        <p14:creationId xmlns:p14="http://schemas.microsoft.com/office/powerpoint/2010/main" val="11185059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0258DE39-DAAC-D805-2136-AD4ABEBE79A7}"/>
              </a:ext>
            </a:extLst>
          </p:cNvPr>
          <p:cNvPicPr>
            <a:picLocks noGrp="1" noChangeAspect="1"/>
          </p:cNvPicPr>
          <p:nvPr>
            <p:ph type="pic" sz="quarter" idx="24"/>
          </p:nvPr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50" b="50"/>
          <a:stretch/>
        </p:blipFill>
        <p:spPr>
          <a:xfrm>
            <a:off x="-8716" y="1309777"/>
            <a:ext cx="5359045" cy="4424848"/>
          </a:xfrm>
        </p:spPr>
      </p:pic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A2C9A8DF-CBA8-B63F-642D-5093E3D593D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96000" y="4180984"/>
            <a:ext cx="5776373" cy="986072"/>
          </a:xfrm>
        </p:spPr>
        <p:txBody>
          <a:bodyPr/>
          <a:lstStyle/>
          <a:p>
            <a:r>
              <a:rPr lang="en-US"/>
              <a:t>Your name</a:t>
            </a:r>
          </a:p>
          <a:p>
            <a:r>
              <a:rPr lang="en-US"/>
              <a:t>And replace image: Select image &gt; Picture format &gt; Change picture (see how-to)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7A96610-8104-3AC7-BE88-DA847853B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6595" y="961332"/>
            <a:ext cx="5875628" cy="2723873"/>
          </a:xfrm>
        </p:spPr>
        <p:txBody>
          <a:bodyPr/>
          <a:lstStyle/>
          <a:p>
            <a:r>
              <a:rPr lang="en-US"/>
              <a:t>This is our default </a:t>
            </a:r>
            <a:br>
              <a:rPr lang="en-US"/>
            </a:br>
            <a:r>
              <a:rPr lang="en-US"/>
              <a:t>title slide</a:t>
            </a:r>
          </a:p>
        </p:txBody>
      </p:sp>
    </p:spTree>
    <p:extLst>
      <p:ext uri="{BB962C8B-B14F-4D97-AF65-F5344CB8AC3E}">
        <p14:creationId xmlns:p14="http://schemas.microsoft.com/office/powerpoint/2010/main" val="3930285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Placeholder 22" descr="Black chess pieces with red queen">
            <a:extLst>
              <a:ext uri="{FF2B5EF4-FFF2-40B4-BE49-F238E27FC236}">
                <a16:creationId xmlns:a16="http://schemas.microsoft.com/office/drawing/2014/main" id="{72316564-C4D6-1C8C-59D7-43256F0109E8}"/>
              </a:ext>
            </a:extLst>
          </p:cNvPr>
          <p:cNvPicPr>
            <a:picLocks noGrp="1" noChangeAspect="1"/>
          </p:cNvPicPr>
          <p:nvPr>
            <p:ph type="pic" sz="quarter" idx="2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297" b="9297"/>
          <a:stretch/>
        </p:blipFill>
        <p:spPr>
          <a:xfrm>
            <a:off x="-8715" y="1332211"/>
            <a:ext cx="6956972" cy="3779387"/>
          </a:xfr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B832C54-7B6B-DEA1-2D32-7A1F7AB1B8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533210" y="2977382"/>
            <a:ext cx="462108" cy="407583"/>
          </a:xfrm>
        </p:spPr>
        <p:txBody>
          <a:bodyPr>
            <a:normAutofit/>
          </a:bodyPr>
          <a:lstStyle/>
          <a:p>
            <a:r>
              <a:rPr lang="en-US"/>
              <a:t>01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7DEE23-B21F-6E91-F209-46126907AE6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533210" y="3502850"/>
            <a:ext cx="462108" cy="407583"/>
          </a:xfrm>
        </p:spPr>
        <p:txBody>
          <a:bodyPr>
            <a:normAutofit/>
          </a:bodyPr>
          <a:lstStyle/>
          <a:p>
            <a:r>
              <a:rPr lang="en-US"/>
              <a:t>02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D6633D-D29C-6B00-07AB-5F668FBD02C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533210" y="4038018"/>
            <a:ext cx="462108" cy="407583"/>
          </a:xfrm>
        </p:spPr>
        <p:txBody>
          <a:bodyPr>
            <a:normAutofit/>
          </a:bodyPr>
          <a:lstStyle/>
          <a:p>
            <a:r>
              <a:rPr lang="en-US"/>
              <a:t>03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EA7D6F-B8DE-EF20-28D2-0A046A9F8AE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533210" y="4578969"/>
            <a:ext cx="462108" cy="407583"/>
          </a:xfrm>
        </p:spPr>
        <p:txBody>
          <a:bodyPr>
            <a:normAutofit/>
          </a:bodyPr>
          <a:lstStyle/>
          <a:p>
            <a:r>
              <a:rPr lang="en-US"/>
              <a:t>04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0A47CB8-5250-77FC-8C29-02B782577C6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069735" y="2977382"/>
            <a:ext cx="3848028" cy="407583"/>
          </a:xfrm>
        </p:spPr>
        <p:txBody>
          <a:bodyPr>
            <a:normAutofit/>
          </a:bodyPr>
          <a:lstStyle/>
          <a:p>
            <a:r>
              <a:rPr lang="en-US"/>
              <a:t>Introduction to the session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C0B3946-F3CA-96D5-240B-A02EF946FA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069735" y="3502850"/>
            <a:ext cx="3848028" cy="407583"/>
          </a:xfrm>
        </p:spPr>
        <p:txBody>
          <a:bodyPr>
            <a:normAutofit/>
          </a:bodyPr>
          <a:lstStyle/>
          <a:p>
            <a:r>
              <a:rPr lang="en-US"/>
              <a:t>First Story: 10-15 mins; Q&amp;A 3-5 mins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2B12B32-AB8C-EC48-E057-3010895BEBD0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069735" y="4038018"/>
            <a:ext cx="3848028" cy="407583"/>
          </a:xfrm>
        </p:spPr>
        <p:txBody>
          <a:bodyPr>
            <a:normAutofit/>
          </a:bodyPr>
          <a:lstStyle/>
          <a:p>
            <a:r>
              <a:rPr lang="en-US"/>
              <a:t>Second Story: 10-15 mins; Q&amp;A 3-5 mins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6869635-CA00-177E-F597-1D32398708B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069735" y="4582301"/>
            <a:ext cx="3848028" cy="407583"/>
          </a:xfrm>
        </p:spPr>
        <p:txBody>
          <a:bodyPr>
            <a:normAutofit/>
          </a:bodyPr>
          <a:lstStyle/>
          <a:p>
            <a:r>
              <a:rPr lang="en-US"/>
              <a:t>Key Takeaways and CTA</a:t>
            </a:r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E4845BB5-EB61-79A0-BA53-69E381AC2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29358" y="1630837"/>
            <a:ext cx="4203917" cy="1218959"/>
          </a:xfrm>
        </p:spPr>
        <p:txBody>
          <a:bodyPr>
            <a:noAutofit/>
          </a:bodyPr>
          <a:lstStyle/>
          <a:p>
            <a:r>
              <a:rPr lang="en-US"/>
              <a:t>Agenda with </a:t>
            </a:r>
            <a:br>
              <a:rPr lang="en-US"/>
            </a:br>
            <a:r>
              <a:rPr lang="en-US"/>
              <a:t>an image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6E287B1-B6EE-A0C3-8285-49678E415D31}"/>
              </a:ext>
            </a:extLst>
          </p:cNvPr>
          <p:cNvCxnSpPr>
            <a:cxnSpLocks/>
          </p:cNvCxnSpPr>
          <p:nvPr/>
        </p:nvCxnSpPr>
        <p:spPr>
          <a:xfrm>
            <a:off x="7990651" y="3079329"/>
            <a:ext cx="0" cy="203689"/>
          </a:xfrm>
          <a:prstGeom prst="line">
            <a:avLst/>
          </a:prstGeom>
          <a:ln w="158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0BE0E9E-FFEF-F081-56FA-5090FF725662}"/>
              </a:ext>
            </a:extLst>
          </p:cNvPr>
          <p:cNvCxnSpPr>
            <a:cxnSpLocks/>
          </p:cNvCxnSpPr>
          <p:nvPr/>
        </p:nvCxnSpPr>
        <p:spPr>
          <a:xfrm>
            <a:off x="7990651" y="3604798"/>
            <a:ext cx="0" cy="203689"/>
          </a:xfrm>
          <a:prstGeom prst="line">
            <a:avLst/>
          </a:prstGeom>
          <a:ln w="158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BA30235-8073-6880-D40D-77EAEA4BDBF0}"/>
              </a:ext>
            </a:extLst>
          </p:cNvPr>
          <p:cNvCxnSpPr>
            <a:cxnSpLocks/>
          </p:cNvCxnSpPr>
          <p:nvPr/>
        </p:nvCxnSpPr>
        <p:spPr>
          <a:xfrm>
            <a:off x="7990651" y="4139966"/>
            <a:ext cx="0" cy="203689"/>
          </a:xfrm>
          <a:prstGeom prst="line">
            <a:avLst/>
          </a:prstGeom>
          <a:ln w="158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D5D3F10-5300-3ABA-50B6-66D166B1E224}"/>
              </a:ext>
            </a:extLst>
          </p:cNvPr>
          <p:cNvCxnSpPr>
            <a:cxnSpLocks/>
          </p:cNvCxnSpPr>
          <p:nvPr/>
        </p:nvCxnSpPr>
        <p:spPr>
          <a:xfrm>
            <a:off x="7990651" y="4680917"/>
            <a:ext cx="0" cy="203689"/>
          </a:xfrm>
          <a:prstGeom prst="line">
            <a:avLst/>
          </a:prstGeom>
          <a:ln w="158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85256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 Placeholder 60">
            <a:extLst>
              <a:ext uri="{FF2B5EF4-FFF2-40B4-BE49-F238E27FC236}">
                <a16:creationId xmlns:a16="http://schemas.microsoft.com/office/drawing/2014/main" id="{313E1F07-83A8-CE95-73A9-F8D524DE190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85166" y="2341629"/>
            <a:ext cx="490343" cy="407583"/>
          </a:xfrm>
        </p:spPr>
        <p:txBody>
          <a:bodyPr/>
          <a:lstStyle/>
          <a:p>
            <a:r>
              <a:rPr lang="en-US"/>
              <a:t>01</a:t>
            </a:r>
          </a:p>
        </p:txBody>
      </p:sp>
      <p:sp>
        <p:nvSpPr>
          <p:cNvPr id="47" name="Text Placeholder 46">
            <a:extLst>
              <a:ext uri="{FF2B5EF4-FFF2-40B4-BE49-F238E27FC236}">
                <a16:creationId xmlns:a16="http://schemas.microsoft.com/office/drawing/2014/main" id="{68DDF106-D3C7-1A91-FEE9-AD7A56E11BF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86054" y="2872487"/>
            <a:ext cx="489455" cy="407583"/>
          </a:xfrm>
        </p:spPr>
        <p:txBody>
          <a:bodyPr/>
          <a:lstStyle/>
          <a:p>
            <a:r>
              <a:rPr lang="en-US"/>
              <a:t>02</a:t>
            </a:r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AD174FE4-7C63-724A-0A75-D49CF1A1FBC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86054" y="3372562"/>
            <a:ext cx="489455" cy="407583"/>
          </a:xfrm>
        </p:spPr>
        <p:txBody>
          <a:bodyPr/>
          <a:lstStyle/>
          <a:p>
            <a:r>
              <a:rPr lang="en-US"/>
              <a:t>03</a:t>
            </a:r>
          </a:p>
        </p:txBody>
      </p:sp>
      <p:sp>
        <p:nvSpPr>
          <p:cNvPr id="49" name="Text Placeholder 48">
            <a:extLst>
              <a:ext uri="{FF2B5EF4-FFF2-40B4-BE49-F238E27FC236}">
                <a16:creationId xmlns:a16="http://schemas.microsoft.com/office/drawing/2014/main" id="{0AB6FADC-7B19-9B73-DDAF-5B05551778E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67003" y="2341629"/>
            <a:ext cx="505383" cy="407583"/>
          </a:xfrm>
        </p:spPr>
        <p:txBody>
          <a:bodyPr/>
          <a:lstStyle/>
          <a:p>
            <a:r>
              <a:rPr lang="en-US"/>
              <a:t>04</a:t>
            </a:r>
          </a:p>
        </p:txBody>
      </p:sp>
      <p:sp>
        <p:nvSpPr>
          <p:cNvPr id="50" name="Text Placeholder 49">
            <a:extLst>
              <a:ext uri="{FF2B5EF4-FFF2-40B4-BE49-F238E27FC236}">
                <a16:creationId xmlns:a16="http://schemas.microsoft.com/office/drawing/2014/main" id="{7C1397BA-A853-FCFB-98D6-A91537BDCBE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282933" y="2872487"/>
            <a:ext cx="489453" cy="407583"/>
          </a:xfrm>
        </p:spPr>
        <p:txBody>
          <a:bodyPr/>
          <a:lstStyle/>
          <a:p>
            <a:r>
              <a:rPr lang="en-US"/>
              <a:t>05</a:t>
            </a:r>
          </a:p>
        </p:txBody>
      </p:sp>
      <p:sp>
        <p:nvSpPr>
          <p:cNvPr id="51" name="Text Placeholder 50">
            <a:extLst>
              <a:ext uri="{FF2B5EF4-FFF2-40B4-BE49-F238E27FC236}">
                <a16:creationId xmlns:a16="http://schemas.microsoft.com/office/drawing/2014/main" id="{DCEB79FD-A31B-3FEE-96AC-74A959D594F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282933" y="3372562"/>
            <a:ext cx="489455" cy="407583"/>
          </a:xfrm>
        </p:spPr>
        <p:txBody>
          <a:bodyPr/>
          <a:lstStyle/>
          <a:p>
            <a:r>
              <a:rPr lang="en-US"/>
              <a:t>06</a:t>
            </a:r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D32ECE2E-B0D7-B82C-AA50-7B3BBE415CB5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090483" y="2341629"/>
            <a:ext cx="2919957" cy="407583"/>
          </a:xfrm>
        </p:spPr>
        <p:txBody>
          <a:bodyPr/>
          <a:lstStyle/>
          <a:p>
            <a:r>
              <a:rPr lang="en-US"/>
              <a:t>The lines aren’t in the master</a:t>
            </a:r>
          </a:p>
        </p:txBody>
      </p:sp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EE5C1336-187D-AB6E-FE12-151B72F95F1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090483" y="2872487"/>
            <a:ext cx="2919957" cy="407583"/>
          </a:xfrm>
        </p:spPr>
        <p:txBody>
          <a:bodyPr/>
          <a:lstStyle/>
          <a:p>
            <a:r>
              <a:rPr lang="en-US"/>
              <a:t>So you can feel free to remove</a:t>
            </a:r>
          </a:p>
        </p:txBody>
      </p:sp>
      <p:sp>
        <p:nvSpPr>
          <p:cNvPr id="54" name="Text Placeholder 53">
            <a:extLst>
              <a:ext uri="{FF2B5EF4-FFF2-40B4-BE49-F238E27FC236}">
                <a16:creationId xmlns:a16="http://schemas.microsoft.com/office/drawing/2014/main" id="{27CFA5A5-2A74-0FEC-5967-B2BDC46ECB5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090483" y="3372562"/>
            <a:ext cx="2919957" cy="407583"/>
          </a:xfrm>
        </p:spPr>
        <p:txBody>
          <a:bodyPr/>
          <a:lstStyle/>
          <a:p>
            <a:r>
              <a:rPr lang="en-US"/>
              <a:t>When not needed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C0B140E1-0658-F023-F246-D65F56FCA7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786756" y="2341629"/>
            <a:ext cx="2919957" cy="407583"/>
          </a:xfrm>
        </p:spPr>
        <p:txBody>
          <a:bodyPr/>
          <a:lstStyle/>
          <a:p>
            <a:r>
              <a:rPr lang="en-US"/>
              <a:t>Select the same agenda type</a:t>
            </a:r>
          </a:p>
        </p:txBody>
      </p:sp>
      <p:sp>
        <p:nvSpPr>
          <p:cNvPr id="56" name="Text Placeholder 55">
            <a:extLst>
              <a:ext uri="{FF2B5EF4-FFF2-40B4-BE49-F238E27FC236}">
                <a16:creationId xmlns:a16="http://schemas.microsoft.com/office/drawing/2014/main" id="{450EC7E7-1280-9047-14F1-027E2CEB1D97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8786756" y="2872487"/>
            <a:ext cx="2919957" cy="407583"/>
          </a:xfrm>
        </p:spPr>
        <p:txBody>
          <a:bodyPr/>
          <a:lstStyle/>
          <a:p>
            <a:r>
              <a:rPr lang="en-US"/>
              <a:t>To keep them on your slide</a:t>
            </a:r>
          </a:p>
        </p:txBody>
      </p:sp>
      <p:sp>
        <p:nvSpPr>
          <p:cNvPr id="57" name="Text Placeholder 56">
            <a:extLst>
              <a:ext uri="{FF2B5EF4-FFF2-40B4-BE49-F238E27FC236}">
                <a16:creationId xmlns:a16="http://schemas.microsoft.com/office/drawing/2014/main" id="{12E31803-61DC-3A89-57AB-562EE1BC4F63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8786756" y="3372562"/>
            <a:ext cx="2919957" cy="407583"/>
          </a:xfrm>
        </p:spPr>
        <p:txBody>
          <a:bodyPr/>
          <a:lstStyle/>
          <a:p>
            <a:r>
              <a:rPr lang="en-US"/>
              <a:t>From this example</a:t>
            </a:r>
          </a:p>
        </p:txBody>
      </p:sp>
      <p:sp>
        <p:nvSpPr>
          <p:cNvPr id="77" name="Footer Placeholder 76">
            <a:extLst>
              <a:ext uri="{FF2B5EF4-FFF2-40B4-BE49-F238E27FC236}">
                <a16:creationId xmlns:a16="http://schemas.microsoft.com/office/drawing/2014/main" id="{A129B8DF-BB9D-75A5-2541-6A7D28CB9096}"/>
              </a:ext>
            </a:extLst>
          </p:cNvPr>
          <p:cNvSpPr>
            <a:spLocks noGrp="1"/>
          </p:cNvSpPr>
          <p:nvPr>
            <p:ph type="ftr" sz="quarter" idx="32"/>
          </p:nvPr>
        </p:nvSpPr>
        <p:spPr>
          <a:xfrm>
            <a:off x="1599786" y="6270504"/>
            <a:ext cx="3493221" cy="365125"/>
          </a:xfrm>
        </p:spPr>
        <p:txBody>
          <a:bodyPr/>
          <a:lstStyle/>
          <a:p>
            <a:r>
              <a:rPr lang="en-US"/>
              <a:t>Copyright © 2026 Kinaxis. All Rights Reserved. Access limited to internal use only.</a:t>
            </a:r>
          </a:p>
        </p:txBody>
      </p:sp>
      <p:sp>
        <p:nvSpPr>
          <p:cNvPr id="46" name="Title 45">
            <a:extLst>
              <a:ext uri="{FF2B5EF4-FFF2-40B4-BE49-F238E27FC236}">
                <a16:creationId xmlns:a16="http://schemas.microsoft.com/office/drawing/2014/main" id="{45A5933B-A46B-699D-BEEC-0FBCA9CA4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9786" y="2255177"/>
            <a:ext cx="2309282" cy="1438516"/>
          </a:xfrm>
        </p:spPr>
        <p:txBody>
          <a:bodyPr>
            <a:normAutofit/>
          </a:bodyPr>
          <a:lstStyle/>
          <a:p>
            <a:r>
              <a:rPr lang="en-US"/>
              <a:t>Agenda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56F9DA5F-5B54-E51A-34CC-5686EB19865A}"/>
              </a:ext>
            </a:extLst>
          </p:cNvPr>
          <p:cNvCxnSpPr>
            <a:cxnSpLocks/>
          </p:cNvCxnSpPr>
          <p:nvPr/>
        </p:nvCxnSpPr>
        <p:spPr>
          <a:xfrm>
            <a:off x="5060095" y="2443577"/>
            <a:ext cx="0" cy="203689"/>
          </a:xfrm>
          <a:prstGeom prst="line">
            <a:avLst/>
          </a:prstGeom>
          <a:ln w="158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EE17967-A282-91D7-5685-1572EF56FFF5}"/>
              </a:ext>
            </a:extLst>
          </p:cNvPr>
          <p:cNvCxnSpPr>
            <a:cxnSpLocks/>
          </p:cNvCxnSpPr>
          <p:nvPr/>
        </p:nvCxnSpPr>
        <p:spPr>
          <a:xfrm>
            <a:off x="5060095" y="2974436"/>
            <a:ext cx="0" cy="203689"/>
          </a:xfrm>
          <a:prstGeom prst="line">
            <a:avLst/>
          </a:prstGeom>
          <a:ln w="158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38DE3E70-8805-7721-EFD2-60993EEC4F52}"/>
              </a:ext>
            </a:extLst>
          </p:cNvPr>
          <p:cNvCxnSpPr>
            <a:cxnSpLocks/>
          </p:cNvCxnSpPr>
          <p:nvPr/>
        </p:nvCxnSpPr>
        <p:spPr>
          <a:xfrm>
            <a:off x="5070767" y="3474509"/>
            <a:ext cx="0" cy="203689"/>
          </a:xfrm>
          <a:prstGeom prst="line">
            <a:avLst/>
          </a:prstGeom>
          <a:ln w="158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39C6F092-A986-7118-125B-A745D42A8D02}"/>
              </a:ext>
            </a:extLst>
          </p:cNvPr>
          <p:cNvCxnSpPr>
            <a:cxnSpLocks/>
          </p:cNvCxnSpPr>
          <p:nvPr/>
        </p:nvCxnSpPr>
        <p:spPr>
          <a:xfrm>
            <a:off x="8772051" y="2443577"/>
            <a:ext cx="0" cy="203689"/>
          </a:xfrm>
          <a:prstGeom prst="line">
            <a:avLst/>
          </a:prstGeom>
          <a:ln w="158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2178EBF6-461F-310D-5C4F-A9AC8ECF1875}"/>
              </a:ext>
            </a:extLst>
          </p:cNvPr>
          <p:cNvCxnSpPr>
            <a:cxnSpLocks/>
          </p:cNvCxnSpPr>
          <p:nvPr/>
        </p:nvCxnSpPr>
        <p:spPr>
          <a:xfrm>
            <a:off x="8772051" y="2974436"/>
            <a:ext cx="0" cy="203689"/>
          </a:xfrm>
          <a:prstGeom prst="line">
            <a:avLst/>
          </a:prstGeom>
          <a:ln w="158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9E890027-57E0-8339-7DA1-39D09BA9D3D9}"/>
              </a:ext>
            </a:extLst>
          </p:cNvPr>
          <p:cNvCxnSpPr>
            <a:cxnSpLocks/>
          </p:cNvCxnSpPr>
          <p:nvPr/>
        </p:nvCxnSpPr>
        <p:spPr>
          <a:xfrm>
            <a:off x="8772051" y="3474509"/>
            <a:ext cx="0" cy="203689"/>
          </a:xfrm>
          <a:prstGeom prst="line">
            <a:avLst/>
          </a:prstGeom>
          <a:ln w="158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5284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13327-A8DC-D006-C517-678354CAAB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5375" y="1809946"/>
            <a:ext cx="7815264" cy="1942471"/>
          </a:xfrm>
        </p:spPr>
        <p:txBody>
          <a:bodyPr/>
          <a:lstStyle/>
          <a:p>
            <a:r>
              <a:rPr lang="en-US"/>
              <a:t>You’ve got section slides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BC33BA-99BB-01C7-5625-4FBC062BAA1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365375" y="3752850"/>
            <a:ext cx="7815263" cy="1301750"/>
          </a:xfrm>
        </p:spPr>
        <p:txBody>
          <a:bodyPr/>
          <a:lstStyle/>
          <a:p>
            <a:r>
              <a:rPr lang="en-US"/>
              <a:t>That come in all 4 colors, see LAYOUT</a:t>
            </a:r>
          </a:p>
        </p:txBody>
      </p:sp>
    </p:spTree>
    <p:extLst>
      <p:ext uri="{BB962C8B-B14F-4D97-AF65-F5344CB8AC3E}">
        <p14:creationId xmlns:p14="http://schemas.microsoft.com/office/powerpoint/2010/main" val="39102495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8972BA3-93AB-584C-DAED-F2D793C02FB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>
                <a:latin typeface="+mn-lt"/>
              </a:rPr>
              <a:t>Just to keep our options open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46F3D00-3244-DB49-E07A-56A2328DE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>
                <a:latin typeface="+mj-lt"/>
              </a:rPr>
              <a:t>And divider slides</a:t>
            </a:r>
          </a:p>
        </p:txBody>
      </p:sp>
    </p:spTree>
    <p:extLst>
      <p:ext uri="{BB962C8B-B14F-4D97-AF65-F5344CB8AC3E}">
        <p14:creationId xmlns:p14="http://schemas.microsoft.com/office/powerpoint/2010/main" val="42484290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ED46956-FB84-2E6C-4EBB-8D9078F10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Default slide layout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0222EC1-0365-61B0-072F-CC129C2A735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/>
              <a:t>Main slide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CD61C43-8BBC-663C-DB5A-AE689A97D01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This is our new main slide that should encompass 90% of most needs. </a:t>
            </a:r>
          </a:p>
          <a:p>
            <a:r>
              <a:rPr lang="en-US"/>
              <a:t>We’ve kept all the full width headings at this height to allow consistency when going through the content.</a:t>
            </a:r>
          </a:p>
          <a:p>
            <a:r>
              <a:rPr lang="en-US"/>
              <a:t>This helps have flexibility for different presentations in which our corporate deck may be used</a:t>
            </a:r>
          </a:p>
          <a:p>
            <a:endParaRPr lang="en-US"/>
          </a:p>
        </p:txBody>
      </p:sp>
      <p:sp>
        <p:nvSpPr>
          <p:cNvPr id="41" name="Footer Placeholder 40">
            <a:extLst>
              <a:ext uri="{FF2B5EF4-FFF2-40B4-BE49-F238E27FC236}">
                <a16:creationId xmlns:a16="http://schemas.microsoft.com/office/drawing/2014/main" id="{C73BA7A3-C41C-D63E-7A68-79291CCC8E9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Copyright © 2026 Kinaxis. All Rights Reserved. Access limited to internal use only.</a:t>
            </a:r>
          </a:p>
        </p:txBody>
      </p:sp>
    </p:spTree>
    <p:extLst>
      <p:ext uri="{BB962C8B-B14F-4D97-AF65-F5344CB8AC3E}">
        <p14:creationId xmlns:p14="http://schemas.microsoft.com/office/powerpoint/2010/main" val="3949413652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30B1DF-514C-DB80-9157-9AB6A78D212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6202" y="2307555"/>
            <a:ext cx="5287692" cy="206963"/>
          </a:xfrm>
        </p:spPr>
        <p:txBody>
          <a:bodyPr>
            <a:normAutofit fontScale="92500" lnSpcReduction="10000"/>
          </a:bodyPr>
          <a:lstStyle/>
          <a:p>
            <a:r>
              <a:rPr lang="en-US"/>
              <a:t>Main slide for two columns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F8FF983-2602-218F-5B48-0859A6D45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043" y="2642212"/>
            <a:ext cx="5287692" cy="1344401"/>
          </a:xfrm>
        </p:spPr>
        <p:txBody>
          <a:bodyPr/>
          <a:lstStyle/>
          <a:p>
            <a:r>
              <a:rPr lang="en-US"/>
              <a:t>Alternative slide layout for less copy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8E6525E-38FE-B2BC-96F1-DBEDDA5E1B6E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50182" y="3253839"/>
            <a:ext cx="5010006" cy="1691224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Breaks up the flow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In a good way!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Draws attention to the headline and then content</a:t>
            </a: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C1887964-29A3-C8FB-275B-8E57C60D9E5C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>
          <a:xfrm>
            <a:off x="1599786" y="6270504"/>
            <a:ext cx="3493221" cy="365125"/>
          </a:xfrm>
        </p:spPr>
        <p:txBody>
          <a:bodyPr/>
          <a:lstStyle/>
          <a:p>
            <a:r>
              <a:rPr lang="en-US"/>
              <a:t>Copyright © 2026 Kinaxis. All Rights Reserved. Access limited to internal use only.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348DE5-8A7F-683D-24EB-02A684346273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6557963" y="1599911"/>
            <a:ext cx="5175250" cy="895350"/>
          </a:xfrm>
        </p:spPr>
        <p:txBody>
          <a:bodyPr>
            <a:noAutofit/>
          </a:bodyPr>
          <a:lstStyle/>
          <a:p>
            <a:r>
              <a:rPr lang="en-US" sz="3200">
                <a:latin typeface="Lato Light" panose="020F0302020204030203" pitchFamily="34" charset="77"/>
              </a:rPr>
              <a:t>Consider this layout instead of the the previous when  you don’t have much content</a:t>
            </a:r>
          </a:p>
        </p:txBody>
      </p:sp>
    </p:spTree>
    <p:extLst>
      <p:ext uri="{BB962C8B-B14F-4D97-AF65-F5344CB8AC3E}">
        <p14:creationId xmlns:p14="http://schemas.microsoft.com/office/powerpoint/2010/main" val="5584355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Placeholder 14" descr="A person in a warehouse holding a tablet&#10;&#10;Description automatically generated">
            <a:extLst>
              <a:ext uri="{FF2B5EF4-FFF2-40B4-BE49-F238E27FC236}">
                <a16:creationId xmlns:a16="http://schemas.microsoft.com/office/drawing/2014/main" id="{F3761EE4-3CBB-89E5-2210-5F9D0F136EBC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497" b="497"/>
          <a:stretch/>
        </p:blipFill>
        <p:spPr>
          <a:xfrm>
            <a:off x="6046946" y="0"/>
            <a:ext cx="6151469" cy="6858000"/>
          </a:xfrm>
        </p:spPr>
      </p:pic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CF6C6473-F3EA-0B7B-CE96-27F8E47FF92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5354" y="1298889"/>
            <a:ext cx="5328540" cy="206963"/>
          </a:xfrm>
        </p:spPr>
        <p:txBody>
          <a:bodyPr>
            <a:normAutofit fontScale="92500" lnSpcReduction="10000"/>
          </a:bodyPr>
          <a:lstStyle/>
          <a:p>
            <a:r>
              <a:rPr lang="en-US"/>
              <a:t>Two column with image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9141518-8B5B-1EE6-6BE5-D80232049E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0195" y="1614691"/>
            <a:ext cx="5243699" cy="1128509"/>
          </a:xfrm>
        </p:spPr>
        <p:txBody>
          <a:bodyPr>
            <a:noAutofit/>
          </a:bodyPr>
          <a:lstStyle/>
          <a:p>
            <a:r>
              <a:rPr lang="en-US"/>
              <a:t>Images can say </a:t>
            </a:r>
            <a:br>
              <a:rPr lang="en-US"/>
            </a:br>
            <a:r>
              <a:rPr lang="en-US"/>
              <a:t>even more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202582E8-8D89-B246-2AAE-C9635BC0684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90538" y="3004457"/>
            <a:ext cx="5243512" cy="2361293"/>
          </a:xfrm>
        </p:spPr>
        <p:txBody>
          <a:bodyPr>
            <a:normAutofit/>
          </a:bodyPr>
          <a:lstStyle/>
          <a:p>
            <a:r>
              <a:rPr lang="en-US"/>
              <a:t>Here’s the space to add images or graphics the right side. </a:t>
            </a:r>
          </a:p>
          <a:p>
            <a:r>
              <a:rPr lang="en-US"/>
              <a:t>Select the image &gt; Picture Format &gt; Change Picture</a:t>
            </a:r>
          </a:p>
        </p:txBody>
      </p:sp>
      <p:sp>
        <p:nvSpPr>
          <p:cNvPr id="41" name="Footer Placeholder 40">
            <a:extLst>
              <a:ext uri="{FF2B5EF4-FFF2-40B4-BE49-F238E27FC236}">
                <a16:creationId xmlns:a16="http://schemas.microsoft.com/office/drawing/2014/main" id="{B47BAE0B-2D3C-0B2B-A5B1-D0CD413DF2A6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>
          <a:xfrm>
            <a:off x="1599786" y="6270504"/>
            <a:ext cx="3493221" cy="365125"/>
          </a:xfrm>
        </p:spPr>
        <p:txBody>
          <a:bodyPr/>
          <a:lstStyle/>
          <a:p>
            <a:r>
              <a:rPr lang="en-US"/>
              <a:t>Copyright © 2026 Kinaxis. All Rights Reserved. Access limited to internal use only.</a:t>
            </a:r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7BB188A-5F9F-48E5-B998-5929DB04702C}"/>
              </a:ext>
            </a:extLst>
          </p:cNvPr>
          <p:cNvPicPr>
            <a:picLocks noChangeAspect="1"/>
          </p:cNvPicPr>
          <p:nvPr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16073" y="6072800"/>
            <a:ext cx="1864435" cy="78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715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6" descr="A group of people sitting around a table&#10;&#10;Description automatically generated">
            <a:extLst>
              <a:ext uri="{FF2B5EF4-FFF2-40B4-BE49-F238E27FC236}">
                <a16:creationId xmlns:a16="http://schemas.microsoft.com/office/drawing/2014/main" id="{3DF6FEB3-9957-437C-A660-283B6188213F}"/>
              </a:ext>
            </a:extLst>
          </p:cNvPr>
          <p:cNvPicPr>
            <a:picLocks noGrp="1" noChangeAspect="1"/>
          </p:cNvPicPr>
          <p:nvPr>
            <p:ph type="pic" sz="quarter" idx="2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1" b="81"/>
          <a:stretch/>
        </p:blipFill>
        <p:spPr>
          <a:xfrm>
            <a:off x="4033528" y="-19803"/>
            <a:ext cx="8158472" cy="6885473"/>
          </a:xfr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E141BCBD-72DE-53CB-BEDD-99E6132ED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758" y="1776830"/>
            <a:ext cx="4066567" cy="954855"/>
          </a:xfrm>
        </p:spPr>
        <p:txBody>
          <a:bodyPr>
            <a:noAutofit/>
          </a:bodyPr>
          <a:lstStyle/>
          <a:p>
            <a:r>
              <a:rPr lang="en-US"/>
              <a:t>This slide is using a master layout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292C9E-87B6-B352-1F3F-83589E5D1F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9263" y="2968831"/>
            <a:ext cx="4073525" cy="2730294"/>
          </a:xfrm>
        </p:spPr>
        <p:txBody>
          <a:bodyPr>
            <a:normAutofit/>
          </a:bodyPr>
          <a:lstStyle/>
          <a:p>
            <a:pPr lvl="0"/>
            <a:r>
              <a:rPr lang="en-US"/>
              <a:t>And you can change the image by selecting the photo on the right, and deleting it. </a:t>
            </a:r>
            <a:br>
              <a:rPr lang="en-US"/>
            </a:br>
            <a:br>
              <a:rPr lang="en-US"/>
            </a:br>
            <a:r>
              <a:rPr lang="en-US"/>
              <a:t>That will prompt the placeholder text to appear and you can drag in or place the image of your choice.</a:t>
            </a:r>
          </a:p>
          <a:p>
            <a:pPr lvl="1"/>
            <a:r>
              <a:rPr lang="en-US"/>
              <a:t>Bullet styling too is included</a:t>
            </a:r>
          </a:p>
          <a:p>
            <a:pPr lvl="2"/>
            <a:r>
              <a:rPr lang="en-US"/>
              <a:t>With some level variations as well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7FF1E3-C6C3-60BC-B780-8659978EAC4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7334" y="1466385"/>
            <a:ext cx="4066567" cy="206963"/>
          </a:xfrm>
        </p:spPr>
        <p:txBody>
          <a:bodyPr>
            <a:normAutofit fontScale="92500" lnSpcReduction="10000"/>
          </a:bodyPr>
          <a:lstStyle/>
          <a:p>
            <a:r>
              <a:rPr lang="en-US"/>
              <a:t>Example Slide</a:t>
            </a:r>
          </a:p>
        </p:txBody>
      </p:sp>
      <p:sp>
        <p:nvSpPr>
          <p:cNvPr id="52" name="Footer Placeholder 51">
            <a:extLst>
              <a:ext uri="{FF2B5EF4-FFF2-40B4-BE49-F238E27FC236}">
                <a16:creationId xmlns:a16="http://schemas.microsoft.com/office/drawing/2014/main" id="{6A47F83E-A05E-115A-F3E6-AAB70AEE84FC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>
          <a:xfrm>
            <a:off x="1599786" y="6270504"/>
            <a:ext cx="3493221" cy="365125"/>
          </a:xfrm>
        </p:spPr>
        <p:txBody>
          <a:bodyPr/>
          <a:lstStyle/>
          <a:p>
            <a:r>
              <a:rPr lang="en-US"/>
              <a:t>Copyright © 2026 Kinaxis. All Rights Reserved. Access limited to internal use only.</a:t>
            </a:r>
          </a:p>
        </p:txBody>
      </p:sp>
      <p:sp>
        <p:nvSpPr>
          <p:cNvPr id="12" name="Rectangle 9">
            <a:extLst>
              <a:ext uri="{FF2B5EF4-FFF2-40B4-BE49-F238E27FC236}">
                <a16:creationId xmlns:a16="http://schemas.microsoft.com/office/drawing/2014/main" id="{3CEBEC8B-AB62-3738-3FB9-1DA5B47E47DD}"/>
              </a:ext>
            </a:extLst>
          </p:cNvPr>
          <p:cNvSpPr/>
          <p:nvPr/>
        </p:nvSpPr>
        <p:spPr>
          <a:xfrm>
            <a:off x="4031650" y="6155257"/>
            <a:ext cx="8163773" cy="726240"/>
          </a:xfrm>
          <a:custGeom>
            <a:avLst/>
            <a:gdLst>
              <a:gd name="connsiteX0" fmla="*/ 0 w 20104099"/>
              <a:gd name="connsiteY0" fmla="*/ 0 h 1165539"/>
              <a:gd name="connsiteX1" fmla="*/ 20104099 w 20104099"/>
              <a:gd name="connsiteY1" fmla="*/ 0 h 1165539"/>
              <a:gd name="connsiteX2" fmla="*/ 20104099 w 20104099"/>
              <a:gd name="connsiteY2" fmla="*/ 1165539 h 1165539"/>
              <a:gd name="connsiteX3" fmla="*/ 0 w 20104099"/>
              <a:gd name="connsiteY3" fmla="*/ 1165539 h 1165539"/>
              <a:gd name="connsiteX4" fmla="*/ 0 w 20104099"/>
              <a:gd name="connsiteY4" fmla="*/ 0 h 1165539"/>
              <a:gd name="connsiteX0" fmla="*/ 7668126 w 20104099"/>
              <a:gd name="connsiteY0" fmla="*/ 0 h 1181581"/>
              <a:gd name="connsiteX1" fmla="*/ 20104099 w 20104099"/>
              <a:gd name="connsiteY1" fmla="*/ 16042 h 1181581"/>
              <a:gd name="connsiteX2" fmla="*/ 20104099 w 20104099"/>
              <a:gd name="connsiteY2" fmla="*/ 1181581 h 1181581"/>
              <a:gd name="connsiteX3" fmla="*/ 0 w 20104099"/>
              <a:gd name="connsiteY3" fmla="*/ 1181581 h 1181581"/>
              <a:gd name="connsiteX4" fmla="*/ 7668126 w 20104099"/>
              <a:gd name="connsiteY4" fmla="*/ 0 h 1181581"/>
              <a:gd name="connsiteX0" fmla="*/ 1010652 w 13446625"/>
              <a:gd name="connsiteY0" fmla="*/ 0 h 1181581"/>
              <a:gd name="connsiteX1" fmla="*/ 13446625 w 13446625"/>
              <a:gd name="connsiteY1" fmla="*/ 16042 h 1181581"/>
              <a:gd name="connsiteX2" fmla="*/ 13446625 w 13446625"/>
              <a:gd name="connsiteY2" fmla="*/ 1181581 h 1181581"/>
              <a:gd name="connsiteX3" fmla="*/ 0 w 13446625"/>
              <a:gd name="connsiteY3" fmla="*/ 1181581 h 1181581"/>
              <a:gd name="connsiteX4" fmla="*/ 1010652 w 13446625"/>
              <a:gd name="connsiteY4" fmla="*/ 0 h 1181581"/>
              <a:gd name="connsiteX0" fmla="*/ 962526 w 13446625"/>
              <a:gd name="connsiteY0" fmla="*/ 0 h 1181581"/>
              <a:gd name="connsiteX1" fmla="*/ 13446625 w 13446625"/>
              <a:gd name="connsiteY1" fmla="*/ 16042 h 1181581"/>
              <a:gd name="connsiteX2" fmla="*/ 13446625 w 13446625"/>
              <a:gd name="connsiteY2" fmla="*/ 1181581 h 1181581"/>
              <a:gd name="connsiteX3" fmla="*/ 0 w 13446625"/>
              <a:gd name="connsiteY3" fmla="*/ 1181581 h 1181581"/>
              <a:gd name="connsiteX4" fmla="*/ 962526 w 13446625"/>
              <a:gd name="connsiteY4" fmla="*/ 0 h 1181581"/>
              <a:gd name="connsiteX0" fmla="*/ 978568 w 13462667"/>
              <a:gd name="connsiteY0" fmla="*/ 0 h 1197623"/>
              <a:gd name="connsiteX1" fmla="*/ 13462667 w 13462667"/>
              <a:gd name="connsiteY1" fmla="*/ 16042 h 1197623"/>
              <a:gd name="connsiteX2" fmla="*/ 13462667 w 13462667"/>
              <a:gd name="connsiteY2" fmla="*/ 1181581 h 1197623"/>
              <a:gd name="connsiteX3" fmla="*/ 0 w 13462667"/>
              <a:gd name="connsiteY3" fmla="*/ 1197623 h 1197623"/>
              <a:gd name="connsiteX4" fmla="*/ 978568 w 13462667"/>
              <a:gd name="connsiteY4" fmla="*/ 0 h 11976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462667" h="1197623">
                <a:moveTo>
                  <a:pt x="978568" y="0"/>
                </a:moveTo>
                <a:lnTo>
                  <a:pt x="13462667" y="16042"/>
                </a:lnTo>
                <a:lnTo>
                  <a:pt x="13462667" y="1181581"/>
                </a:lnTo>
                <a:lnTo>
                  <a:pt x="0" y="1197623"/>
                </a:lnTo>
                <a:lnTo>
                  <a:pt x="978568" y="0"/>
                </a:lnTo>
                <a:close/>
              </a:path>
            </a:pathLst>
          </a:custGeom>
          <a:gradFill>
            <a:gsLst>
              <a:gs pos="0">
                <a:schemeClr val="accent3">
                  <a:alpha val="0"/>
                </a:schemeClr>
              </a:gs>
              <a:gs pos="100000">
                <a:schemeClr val="accent3">
                  <a:alpha val="85932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Lato" panose="020F0502020204030203" pitchFamily="34" charset="77"/>
            </a:endParaRP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00BD12F0-C3B2-D04D-F9EB-5DAEBBCA0F5A}"/>
              </a:ext>
            </a:extLst>
          </p:cNvPr>
          <p:cNvPicPr>
            <a:picLocks noChangeAspect="1"/>
          </p:cNvPicPr>
          <p:nvPr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16073" y="6072800"/>
            <a:ext cx="1864435" cy="78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1369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BB5BF3F2-CD6C-31FF-EB97-30D69EC7E01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2A13C15B-11B0-9789-19B8-459C498F165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2897" b="2897"/>
          <a:stretch/>
        </p:blipFill>
        <p:spPr>
          <a:xfrm>
            <a:off x="7285609" y="1188231"/>
            <a:ext cx="629793" cy="593068"/>
          </a:xfr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28106B02-2734-B141-F5E3-E8F4FC40C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85610" y="2355318"/>
            <a:ext cx="4578383" cy="954855"/>
          </a:xfrm>
        </p:spPr>
        <p:txBody>
          <a:bodyPr>
            <a:noAutofit/>
          </a:bodyPr>
          <a:lstStyle/>
          <a:p>
            <a:r>
              <a:rPr lang="en-US"/>
              <a:t>All of this can change to suit your content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834C14AE-499D-CDE8-B3D0-D4779347AAF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7285609" y="3547828"/>
            <a:ext cx="4363472" cy="2281640"/>
          </a:xfrm>
        </p:spPr>
        <p:txBody>
          <a:bodyPr/>
          <a:lstStyle/>
          <a:p>
            <a:r>
              <a:rPr lang="en-US"/>
              <a:t>Click the icon to add photo on the left.</a:t>
            </a:r>
          </a:p>
          <a:p>
            <a:r>
              <a:rPr lang="en-US"/>
              <a:t>Select and delete the icon on the top to replace.</a:t>
            </a:r>
          </a:p>
          <a:p>
            <a:r>
              <a:rPr lang="en-US"/>
              <a:t>The world is your oyster.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313AC695-CEE8-F6FE-B5AE-39D3440B264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206434" y="2040710"/>
            <a:ext cx="4578383" cy="206963"/>
          </a:xfrm>
        </p:spPr>
        <p:txBody>
          <a:bodyPr>
            <a:normAutofit fontScale="92500" lnSpcReduction="10000"/>
          </a:bodyPr>
          <a:lstStyle/>
          <a:p>
            <a:r>
              <a:rPr lang="en-US"/>
              <a:t>Example slide</a:t>
            </a:r>
          </a:p>
        </p:txBody>
      </p:sp>
      <p:sp>
        <p:nvSpPr>
          <p:cNvPr id="22" name="Footer Placeholder 21">
            <a:extLst>
              <a:ext uri="{FF2B5EF4-FFF2-40B4-BE49-F238E27FC236}">
                <a16:creationId xmlns:a16="http://schemas.microsoft.com/office/drawing/2014/main" id="{F6B6279D-E052-378F-F19A-B98BFDCDBAFB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>
          <a:xfrm>
            <a:off x="1599786" y="6270504"/>
            <a:ext cx="3493221" cy="365125"/>
          </a:xfrm>
        </p:spPr>
        <p:txBody>
          <a:bodyPr/>
          <a:lstStyle/>
          <a:p>
            <a:r>
              <a:rPr lang="en-US"/>
              <a:t>Copyright © 2026 Kinaxis. All Rights Reserved. Access limited to internal use only.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2ED60330-EE3C-C463-9D93-8DF8BF7F921F}"/>
              </a:ext>
            </a:extLst>
          </p:cNvPr>
          <p:cNvSpPr txBox="1"/>
          <p:nvPr/>
        </p:nvSpPr>
        <p:spPr>
          <a:xfrm>
            <a:off x="458724" y="6323087"/>
            <a:ext cx="1074330" cy="295686"/>
          </a:xfrm>
          <a:prstGeom prst="roundRect">
            <a:avLst>
              <a:gd name="adj" fmla="val 8077"/>
            </a:avLst>
          </a:prstGeom>
          <a:solidFill>
            <a:schemeClr val="accent4"/>
          </a:solidFill>
        </p:spPr>
        <p:txBody>
          <a:bodyPr wrap="square" tIns="49118" bIns="49118" rtlCol="0">
            <a:spAutoFit/>
          </a:bodyPr>
          <a:lstStyle/>
          <a:p>
            <a:pPr algn="ctr"/>
            <a:r>
              <a:rPr lang="en-GB" sz="1092">
                <a:solidFill>
                  <a:schemeClr val="tx1"/>
                </a:solidFill>
                <a:latin typeface="WordVisi_MSFontService"/>
              </a:rPr>
              <a:t>INTERNAL</a:t>
            </a:r>
            <a:endParaRPr lang="en-GB" sz="1046">
              <a:solidFill>
                <a:schemeClr val="tx1"/>
              </a:solidFill>
              <a:latin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2726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8FCBFE44-16FC-C7F3-CFCA-7A142F94187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/>
              <a:t>Quote example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2F3603-5F41-FFA8-F7EE-1F25A4204F6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>
                <a:latin typeface="+mn-lt"/>
              </a:rPr>
              <a:t>Here’s an example quote. The left quotation marks are open in the slide to adjust depending on length of your quote.</a:t>
            </a:r>
          </a:p>
        </p:txBody>
      </p:sp>
      <p:pic>
        <p:nvPicPr>
          <p:cNvPr id="16" name="Picture Placeholder 15" descr="A person wearing hardhat and safety vest&#10;&#10;Description automatically generated">
            <a:extLst>
              <a:ext uri="{FF2B5EF4-FFF2-40B4-BE49-F238E27FC236}">
                <a16:creationId xmlns:a16="http://schemas.microsoft.com/office/drawing/2014/main" id="{FDAB5AAC-3969-9138-8B02-AC178E450CFF}"/>
              </a:ext>
            </a:extLst>
          </p:cNvPr>
          <p:cNvPicPr>
            <a:picLocks noGrp="1" noChangeAspect="1"/>
          </p:cNvPicPr>
          <p:nvPr>
            <p:ph type="pic" sz="quarter" idx="23"/>
          </p:nvPr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27" b="227"/>
          <a:stretch/>
        </p:blipFill>
        <p:spPr/>
      </p:pic>
      <p:sp>
        <p:nvSpPr>
          <p:cNvPr id="48" name="Text Placeholder 7">
            <a:extLst>
              <a:ext uri="{FF2B5EF4-FFF2-40B4-BE49-F238E27FC236}">
                <a16:creationId xmlns:a16="http://schemas.microsoft.com/office/drawing/2014/main" id="{F78FE41F-2B7F-3216-445A-4A300A4FFA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971" b="0" i="0" cap="all" spc="181" baseline="0">
                <a:solidFill>
                  <a:schemeClr val="bg1"/>
                </a:solidFill>
                <a:latin typeface="Lato" panose="020F0502020204030203" pitchFamily="34" charset="77"/>
                <a:ea typeface="Lato" panose="020F0502020204030203" pitchFamily="34" charset="77"/>
                <a:cs typeface="Lato" panose="020F0502020204030203" pitchFamily="34" charset="77"/>
              </a:defRPr>
            </a:lvl1pPr>
            <a:lvl2pPr>
              <a:defRPr sz="971" b="0" i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 sz="971" b="0" i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 sz="971" b="0" i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 sz="971" b="0" i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Name</a:t>
            </a:r>
          </a:p>
          <a:p>
            <a:pPr lvl="0"/>
            <a:r>
              <a:rPr lang="en-US"/>
              <a:t>Company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ED72F0-ED91-79C1-E693-39A8A8046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latin typeface="+mj-lt"/>
              </a:rPr>
              <a:t>Be direct with your headlines</a:t>
            </a:r>
          </a:p>
        </p:txBody>
      </p:sp>
      <p:sp>
        <p:nvSpPr>
          <p:cNvPr id="25" name="Footer Placeholder 24">
            <a:extLst>
              <a:ext uri="{FF2B5EF4-FFF2-40B4-BE49-F238E27FC236}">
                <a16:creationId xmlns:a16="http://schemas.microsoft.com/office/drawing/2014/main" id="{8E6BA2DF-FAA5-AA31-2489-72C109BF0E26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US"/>
              <a:t>Copyright © 2026 Kinaxis. All Rights Reserved. Access limited to internal use only.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579226-DE96-6528-4303-1CEB604AFD0C}"/>
              </a:ext>
            </a:extLst>
          </p:cNvPr>
          <p:cNvSpPr txBox="1"/>
          <p:nvPr/>
        </p:nvSpPr>
        <p:spPr>
          <a:xfrm>
            <a:off x="5998929" y="2531647"/>
            <a:ext cx="451119" cy="9989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6670"/>
              </a:lnSpc>
            </a:pPr>
            <a:r>
              <a:rPr lang="en-US" sz="9600" spc="-181">
                <a:solidFill>
                  <a:schemeClr val="bg2"/>
                </a:solidFill>
                <a:latin typeface="+mn-lt"/>
                <a:ea typeface="Lato" panose="020F0502020204030203" pitchFamily="34" charset="0"/>
                <a:cs typeface="Lato" panose="020F0502020204030203" pitchFamily="34" charset="0"/>
              </a:rPr>
              <a:t>“</a:t>
            </a:r>
          </a:p>
        </p:txBody>
      </p:sp>
    </p:spTree>
    <p:extLst>
      <p:ext uri="{BB962C8B-B14F-4D97-AF65-F5344CB8AC3E}">
        <p14:creationId xmlns:p14="http://schemas.microsoft.com/office/powerpoint/2010/main" val="369768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A10A57-DCF2-8A76-4D47-8FA82126B37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  <a:latin typeface="+mn-lt"/>
              </a:rPr>
              <a:t>And here’s a quote with a spot for the logo from the customer or speaker – just select and CHANGE GRAPHIC to change</a:t>
            </a: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79E1CD79-1CDA-BEDB-3EC1-4C2E90859A4D}"/>
              </a:ext>
            </a:extLst>
          </p:cNvPr>
          <p:cNvPicPr>
            <a:picLocks noGrp="1" noChangeAspect="1"/>
          </p:cNvPicPr>
          <p:nvPr>
            <p:ph type="pic" sz="quarter" idx="23"/>
          </p:nvPr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7" b="87"/>
          <a:stretch/>
        </p:blipFill>
        <p:spPr/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C66D98FE-D39A-06E1-7B78-B24B4C4CA26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/>
              <a:t>attribute your quote with Name</a:t>
            </a:r>
          </a:p>
          <a:p>
            <a:pPr>
              <a:lnSpc>
                <a:spcPct val="100000"/>
              </a:lnSpc>
            </a:pPr>
            <a:r>
              <a:rPr lang="en-US"/>
              <a:t>Title </a:t>
            </a:r>
          </a:p>
          <a:p>
            <a:pPr>
              <a:lnSpc>
                <a:spcPct val="100000"/>
              </a:lnSpc>
            </a:pPr>
            <a:r>
              <a:rPr lang="en-US"/>
              <a:t>company</a:t>
            </a:r>
          </a:p>
        </p:txBody>
      </p:sp>
      <p:pic>
        <p:nvPicPr>
          <p:cNvPr id="3" name="Picture Placeholder 2">
            <a:extLst>
              <a:ext uri="{FF2B5EF4-FFF2-40B4-BE49-F238E27FC236}">
                <a16:creationId xmlns:a16="http://schemas.microsoft.com/office/drawing/2014/main" id="{248B33AE-0DB3-B984-8CFE-0969BD4D8D7B}"/>
              </a:ext>
            </a:extLst>
          </p:cNvPr>
          <p:cNvPicPr>
            <a:picLocks noGrp="1" noChangeAspect="1"/>
          </p:cNvPicPr>
          <p:nvPr>
            <p:ph type="pic" sz="quarter" idx="24"/>
          </p:nvPr>
        </p:nvPicPr>
        <p:blipFill rotWithShape="1"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t="-8012" b="-8012"/>
          <a:stretch/>
        </p:blipFill>
        <p:spPr/>
      </p:pic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9699C5-556C-79FB-A841-489E312177DF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Copyright © 2026 Kinaxis. All Rights Reserved. Access limited to internal use only.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E1CAB9-A75C-12BF-7499-70171C94A019}"/>
              </a:ext>
            </a:extLst>
          </p:cNvPr>
          <p:cNvSpPr txBox="1"/>
          <p:nvPr/>
        </p:nvSpPr>
        <p:spPr>
          <a:xfrm>
            <a:off x="4798878" y="2059586"/>
            <a:ext cx="451119" cy="9989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6670"/>
              </a:lnSpc>
            </a:pPr>
            <a:r>
              <a:rPr lang="en-US" sz="9600" spc="-181">
                <a:solidFill>
                  <a:schemeClr val="bg2"/>
                </a:solidFill>
                <a:latin typeface="Lato" panose="020F0502020204030203" pitchFamily="34" charset="77"/>
                <a:ea typeface="Lato" panose="020F0502020204030203" pitchFamily="34" charset="0"/>
                <a:cs typeface="Lato" panose="020F0502020204030203" pitchFamily="34" charset="0"/>
              </a:rPr>
              <a:t>“</a:t>
            </a:r>
          </a:p>
        </p:txBody>
      </p:sp>
    </p:spTree>
    <p:extLst>
      <p:ext uri="{BB962C8B-B14F-4D97-AF65-F5344CB8AC3E}">
        <p14:creationId xmlns:p14="http://schemas.microsoft.com/office/powerpoint/2010/main" val="1515206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A group of people sitting around a table&#10;&#10;Description automatically generated">
            <a:extLst>
              <a:ext uri="{FF2B5EF4-FFF2-40B4-BE49-F238E27FC236}">
                <a16:creationId xmlns:a16="http://schemas.microsoft.com/office/drawing/2014/main" id="{3E3402F5-5853-DB52-ED05-6D1379A5C9DA}"/>
              </a:ext>
            </a:extLst>
          </p:cNvPr>
          <p:cNvPicPr>
            <a:picLocks noGrp="1" noChangeAspect="1"/>
          </p:cNvPicPr>
          <p:nvPr>
            <p:ph type="pic" sz="quarter" idx="23"/>
          </p:nvPr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2" r="52"/>
          <a:stretch/>
        </p:blipFill>
        <p:spPr/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6520C7DB-0731-0EC0-7662-5F9E84F1110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>
            <a:normAutofit/>
          </a:bodyPr>
          <a:lstStyle/>
          <a:p>
            <a:r>
              <a:rPr lang="en-US" err="1"/>
              <a:t>Subheadline</a:t>
            </a:r>
            <a:r>
              <a:rPr lang="en-US"/>
              <a:t> with word emphasis</a:t>
            </a: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9A5382B6-B088-D970-2765-5573E9389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latin typeface="+mj-lt"/>
              </a:rPr>
              <a:t>For creating visual interest with an image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A96A144-795B-3649-1B9F-C7001608507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/>
              <a:t>Body slide with title across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E3062C8-B67B-526B-898D-1463BC5E290E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>
            <a:noAutofit/>
          </a:bodyPr>
          <a:lstStyle/>
          <a:p>
            <a:r>
              <a:rPr lang="en-US" sz="1600">
                <a:latin typeface="+mn-lt"/>
              </a:rPr>
              <a:t>First Level. Lorem ipsum dolor sit </a:t>
            </a:r>
            <a:r>
              <a:rPr lang="en-US" sz="1600" err="1">
                <a:latin typeface="+mn-lt"/>
              </a:rPr>
              <a:t>amet</a:t>
            </a:r>
            <a:r>
              <a:rPr lang="en-US" sz="1600">
                <a:latin typeface="+mn-lt"/>
              </a:rPr>
              <a:t>, </a:t>
            </a:r>
            <a:r>
              <a:rPr lang="en-US" sz="1600" err="1">
                <a:latin typeface="+mn-lt"/>
              </a:rPr>
              <a:t>consectetur</a:t>
            </a:r>
            <a:r>
              <a:rPr lang="en-US" sz="1600">
                <a:latin typeface="+mn-lt"/>
              </a:rPr>
              <a:t> </a:t>
            </a:r>
            <a:r>
              <a:rPr lang="en-US" sz="1600" err="1">
                <a:latin typeface="+mn-lt"/>
              </a:rPr>
              <a:t>adipiscing</a:t>
            </a:r>
            <a:r>
              <a:rPr lang="en-US" sz="1600">
                <a:latin typeface="+mn-lt"/>
              </a:rPr>
              <a:t> </a:t>
            </a:r>
            <a:r>
              <a:rPr lang="en-US" sz="1600" err="1">
                <a:latin typeface="+mn-lt"/>
              </a:rPr>
              <a:t>elit</a:t>
            </a:r>
            <a:r>
              <a:rPr lang="en-US" sz="1600">
                <a:latin typeface="+mn-lt"/>
              </a:rPr>
              <a:t>, sed do </a:t>
            </a:r>
            <a:r>
              <a:rPr lang="en-US" sz="1600" err="1">
                <a:latin typeface="+mn-lt"/>
              </a:rPr>
              <a:t>eiusmod</a:t>
            </a:r>
            <a:r>
              <a:rPr lang="en-US" sz="1600">
                <a:latin typeface="+mn-lt"/>
              </a:rPr>
              <a:t> </a:t>
            </a:r>
            <a:r>
              <a:rPr lang="en-US" sz="1600" err="1">
                <a:latin typeface="+mn-lt"/>
              </a:rPr>
              <a:t>tempor</a:t>
            </a:r>
            <a:r>
              <a:rPr lang="en-US" sz="1600">
                <a:latin typeface="+mn-lt"/>
              </a:rPr>
              <a:t> </a:t>
            </a:r>
            <a:r>
              <a:rPr lang="en-US" sz="1600" err="1">
                <a:latin typeface="+mn-lt"/>
              </a:rPr>
              <a:t>incididunt</a:t>
            </a:r>
            <a:r>
              <a:rPr lang="en-US" sz="1600">
                <a:latin typeface="+mn-lt"/>
              </a:rPr>
              <a:t> </a:t>
            </a:r>
            <a:r>
              <a:rPr lang="en-US" sz="1600" err="1">
                <a:latin typeface="+mn-lt"/>
              </a:rPr>
              <a:t>ut</a:t>
            </a:r>
            <a:r>
              <a:rPr lang="en-US" sz="1600">
                <a:latin typeface="+mn-lt"/>
              </a:rPr>
              <a:t> labore et dolore magna </a:t>
            </a:r>
            <a:r>
              <a:rPr lang="en-US" sz="1600" err="1">
                <a:latin typeface="+mn-lt"/>
              </a:rPr>
              <a:t>aliqua</a:t>
            </a:r>
            <a:r>
              <a:rPr lang="en-US" sz="1600">
                <a:latin typeface="+mn-lt"/>
              </a:rPr>
              <a:t>. Ut </a:t>
            </a:r>
            <a:r>
              <a:rPr lang="en-US" sz="1600" err="1">
                <a:latin typeface="+mn-lt"/>
              </a:rPr>
              <a:t>enim</a:t>
            </a:r>
            <a:r>
              <a:rPr lang="en-US" sz="1600">
                <a:latin typeface="+mn-lt"/>
              </a:rPr>
              <a:t> ad minim </a:t>
            </a:r>
            <a:r>
              <a:rPr lang="en-US" sz="1600" err="1">
                <a:latin typeface="+mn-lt"/>
              </a:rPr>
              <a:t>veniam</a:t>
            </a:r>
            <a:r>
              <a:rPr lang="en-US" sz="1600">
                <a:latin typeface="+mn-lt"/>
              </a:rPr>
              <a:t>, </a:t>
            </a:r>
            <a:r>
              <a:rPr lang="en-US" sz="1600" err="1">
                <a:latin typeface="+mn-lt"/>
              </a:rPr>
              <a:t>quis</a:t>
            </a:r>
            <a:r>
              <a:rPr lang="en-US" sz="1600">
                <a:latin typeface="+mn-lt"/>
              </a:rPr>
              <a:t> </a:t>
            </a:r>
            <a:r>
              <a:rPr lang="en-US" sz="1600" err="1">
                <a:latin typeface="+mn-lt"/>
              </a:rPr>
              <a:t>nostrud</a:t>
            </a:r>
            <a:r>
              <a:rPr lang="en-US" sz="1600">
                <a:latin typeface="+mn-lt"/>
              </a:rPr>
              <a:t> exercitation </a:t>
            </a:r>
            <a:r>
              <a:rPr lang="en-US" sz="1600" err="1">
                <a:latin typeface="+mn-lt"/>
              </a:rPr>
              <a:t>ullamco</a:t>
            </a:r>
            <a:r>
              <a:rPr lang="en-US" sz="1600">
                <a:latin typeface="+mn-lt"/>
              </a:rPr>
              <a:t> </a:t>
            </a:r>
            <a:r>
              <a:rPr lang="en-US" sz="1600" err="1">
                <a:latin typeface="+mn-lt"/>
              </a:rPr>
              <a:t>laboris</a:t>
            </a:r>
            <a:r>
              <a:rPr lang="en-US" sz="1600">
                <a:latin typeface="+mn-lt"/>
              </a:rPr>
              <a:t> nisi </a:t>
            </a:r>
            <a:r>
              <a:rPr lang="en-US" sz="1600" err="1">
                <a:latin typeface="+mn-lt"/>
              </a:rPr>
              <a:t>ut</a:t>
            </a:r>
            <a:r>
              <a:rPr lang="en-US" sz="1600">
                <a:latin typeface="+mn-lt"/>
              </a:rPr>
              <a:t> </a:t>
            </a:r>
            <a:r>
              <a:rPr lang="en-US" sz="1600" err="1">
                <a:latin typeface="+mn-lt"/>
              </a:rPr>
              <a:t>aliquip</a:t>
            </a:r>
            <a:r>
              <a:rPr lang="en-US" sz="1600">
                <a:latin typeface="+mn-lt"/>
              </a:rPr>
              <a:t> ex </a:t>
            </a:r>
            <a:r>
              <a:rPr lang="en-US" sz="1600" err="1">
                <a:latin typeface="+mn-lt"/>
              </a:rPr>
              <a:t>ea</a:t>
            </a:r>
            <a:r>
              <a:rPr lang="en-US" sz="1600">
                <a:latin typeface="+mn-lt"/>
              </a:rPr>
              <a:t> </a:t>
            </a:r>
            <a:r>
              <a:rPr lang="en-US" sz="1600" err="1">
                <a:latin typeface="+mn-lt"/>
              </a:rPr>
              <a:t>commodo</a:t>
            </a:r>
            <a:r>
              <a:rPr lang="en-US" sz="1600">
                <a:latin typeface="+mn-lt"/>
              </a:rPr>
              <a:t> </a:t>
            </a:r>
            <a:r>
              <a:rPr lang="en-US" sz="1600" err="1">
                <a:latin typeface="+mn-lt"/>
              </a:rPr>
              <a:t>consequat</a:t>
            </a:r>
            <a:r>
              <a:rPr lang="en-US" sz="1600">
                <a:latin typeface="+mn-lt"/>
              </a:rPr>
              <a:t>. 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F466B8C3-1F29-9CC3-0496-2011B1F3748E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/>
        <p:txBody>
          <a:bodyPr/>
          <a:lstStyle/>
          <a:p>
            <a:r>
              <a:rPr lang="en-US"/>
              <a:t>Copyright © 2026 Kinaxis. All Rights Reserved. Access limited to internal use only.</a:t>
            </a:r>
          </a:p>
        </p:txBody>
      </p:sp>
    </p:spTree>
    <p:extLst>
      <p:ext uri="{BB962C8B-B14F-4D97-AF65-F5344CB8AC3E}">
        <p14:creationId xmlns:p14="http://schemas.microsoft.com/office/powerpoint/2010/main" val="1655115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A few women in lab coats looking at a computer&#10;&#10;Description automatically generated">
            <a:extLst>
              <a:ext uri="{FF2B5EF4-FFF2-40B4-BE49-F238E27FC236}">
                <a16:creationId xmlns:a16="http://schemas.microsoft.com/office/drawing/2014/main" id="{C71570FF-D4D0-D78D-8B07-B29ACF76CCB8}"/>
              </a:ext>
            </a:extLst>
          </p:cNvPr>
          <p:cNvPicPr>
            <a:picLocks noGrp="1" noChangeAspect="1"/>
          </p:cNvPicPr>
          <p:nvPr>
            <p:ph type="pic" sz="quarter" idx="23"/>
          </p:nvPr>
        </p:nvPicPr>
        <p:blipFill rotWithShape="1">
          <a:blip r:embed="rId2">
            <a:alphaModFix amt="21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" b="2"/>
          <a:stretch/>
        </p:blipFill>
        <p:spPr>
          <a:xfrm>
            <a:off x="0" y="1"/>
            <a:ext cx="6207507" cy="6072799"/>
          </a:xfr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840160CA-98D1-C0DE-9582-842609CE2E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581" y="2654704"/>
            <a:ext cx="3972316" cy="763391"/>
          </a:xfrm>
        </p:spPr>
        <p:txBody>
          <a:bodyPr>
            <a:normAutofit fontScale="90000"/>
          </a:bodyPr>
          <a:lstStyle/>
          <a:p>
            <a:r>
              <a:rPr lang="en-US"/>
              <a:t>Using the chevron to draw attention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8103DC64-2F37-47A5-04B6-81F40159F3D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14556" y="1617743"/>
            <a:ext cx="5110553" cy="1048339"/>
          </a:xfrm>
        </p:spPr>
        <p:txBody>
          <a:bodyPr>
            <a:normAutofit/>
          </a:bodyPr>
          <a:lstStyle/>
          <a:p>
            <a:r>
              <a:rPr lang="en-US"/>
              <a:t>This split layout can help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5BF1373B-AEBE-360B-E038-A31973E9DF6A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721311" y="2796996"/>
            <a:ext cx="4939646" cy="2411650"/>
          </a:xfrm>
        </p:spPr>
        <p:txBody>
          <a:bodyPr>
            <a:normAutofit/>
          </a:bodyPr>
          <a:lstStyle/>
          <a:p>
            <a:r>
              <a:rPr lang="en-US"/>
              <a:t>Guide the eye with the chevron point and your audience will follow straight to the point.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C9B11E-81D3-EEB3-C193-704C46092232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>
          <a:xfrm>
            <a:off x="1599786" y="6270504"/>
            <a:ext cx="3493221" cy="365125"/>
          </a:xfrm>
        </p:spPr>
        <p:txBody>
          <a:bodyPr/>
          <a:lstStyle/>
          <a:p>
            <a:r>
              <a:rPr lang="en-US"/>
              <a:t>Copyright © 2026 Kinaxis. All Rights Reserved. Access limited to internal use only.</a:t>
            </a:r>
          </a:p>
        </p:txBody>
      </p:sp>
    </p:spTree>
    <p:extLst>
      <p:ext uri="{BB962C8B-B14F-4D97-AF65-F5344CB8AC3E}">
        <p14:creationId xmlns:p14="http://schemas.microsoft.com/office/powerpoint/2010/main" val="3508565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1E651-D6BA-54B2-5AE9-9C96CA4DA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724" y="365125"/>
            <a:ext cx="11274552" cy="1325563"/>
          </a:xfrm>
        </p:spPr>
        <p:txBody>
          <a:bodyPr/>
          <a:lstStyle/>
          <a:p>
            <a:r>
              <a:rPr lang="en-US"/>
              <a:t>Helping us with small sections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8DEA5C-598C-0996-9B3F-AA11908668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3610" y="365124"/>
            <a:ext cx="5545319" cy="206963"/>
          </a:xfrm>
        </p:spPr>
        <p:txBody>
          <a:bodyPr>
            <a:normAutofit fontScale="92500" lnSpcReduction="10000"/>
          </a:bodyPr>
          <a:lstStyle/>
          <a:p>
            <a:r>
              <a:rPr lang="en-US"/>
              <a:t>Main slide with banner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88A785-4FC8-7447-55A8-02EBF748BEE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4025" y="2055813"/>
            <a:ext cx="5641975" cy="3643312"/>
          </a:xfrm>
        </p:spPr>
        <p:txBody>
          <a:bodyPr>
            <a:normAutofit/>
          </a:bodyPr>
          <a:lstStyle/>
          <a:p>
            <a:r>
              <a:rPr lang="en-US"/>
              <a:t>You’ll be able to have differentiation from the main slide with this additional banner.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8AA18C-09AC-98E0-F849-F5F8D8471E2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599786" y="6270504"/>
            <a:ext cx="3493221" cy="365125"/>
          </a:xfrm>
        </p:spPr>
        <p:txBody>
          <a:bodyPr/>
          <a:lstStyle/>
          <a:p>
            <a:r>
              <a:rPr lang="en-US"/>
              <a:t>Copyright © 2026 Kinaxis. All Rights Reserved. Access limited to internal use only.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06F052BA-50A0-9C8B-1026-7AAD0D784CD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97598" y="2074665"/>
            <a:ext cx="3930978" cy="3930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537891"/>
      </p:ext>
    </p:extLst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Vertical Text Placeholder 48">
            <a:extLst>
              <a:ext uri="{FF2B5EF4-FFF2-40B4-BE49-F238E27FC236}">
                <a16:creationId xmlns:a16="http://schemas.microsoft.com/office/drawing/2014/main" id="{C42B4D3F-87C2-B940-72C2-D5A07C8956B7}"/>
              </a:ext>
            </a:extLst>
          </p:cNvPr>
          <p:cNvSpPr>
            <a:spLocks noGrp="1"/>
          </p:cNvSpPr>
          <p:nvPr>
            <p:ph type="body" orient="vert" sz="quarter" idx="4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0" name="Vertical Text Placeholder 49">
            <a:extLst>
              <a:ext uri="{FF2B5EF4-FFF2-40B4-BE49-F238E27FC236}">
                <a16:creationId xmlns:a16="http://schemas.microsoft.com/office/drawing/2014/main" id="{FC717824-FBAB-E564-4557-FF96356B432A}"/>
              </a:ext>
            </a:extLst>
          </p:cNvPr>
          <p:cNvSpPr>
            <a:spLocks noGrp="1"/>
          </p:cNvSpPr>
          <p:nvPr>
            <p:ph type="body" orient="vert" sz="quarter" idx="4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1" name="Vertical Text Placeholder 50">
            <a:extLst>
              <a:ext uri="{FF2B5EF4-FFF2-40B4-BE49-F238E27FC236}">
                <a16:creationId xmlns:a16="http://schemas.microsoft.com/office/drawing/2014/main" id="{626295D4-9D89-A00C-3869-40FFD564B263}"/>
              </a:ext>
            </a:extLst>
          </p:cNvPr>
          <p:cNvSpPr>
            <a:spLocks noGrp="1"/>
          </p:cNvSpPr>
          <p:nvPr>
            <p:ph type="body" orient="vert" sz="quarter" idx="4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2" name="Vertical Text Placeholder 51">
            <a:extLst>
              <a:ext uri="{FF2B5EF4-FFF2-40B4-BE49-F238E27FC236}">
                <a16:creationId xmlns:a16="http://schemas.microsoft.com/office/drawing/2014/main" id="{AA5661C4-0BB3-8A86-9D3E-6F6ACD1B6514}"/>
              </a:ext>
            </a:extLst>
          </p:cNvPr>
          <p:cNvSpPr>
            <a:spLocks noGrp="1"/>
          </p:cNvSpPr>
          <p:nvPr>
            <p:ph type="body" orient="vert" sz="quarter" idx="5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3" name="Vertical Text Placeholder 52">
            <a:extLst>
              <a:ext uri="{FF2B5EF4-FFF2-40B4-BE49-F238E27FC236}">
                <a16:creationId xmlns:a16="http://schemas.microsoft.com/office/drawing/2014/main" id="{4A319CAF-21A6-F497-C2C4-F6D3D51E809F}"/>
              </a:ext>
            </a:extLst>
          </p:cNvPr>
          <p:cNvSpPr>
            <a:spLocks noGrp="1"/>
          </p:cNvSpPr>
          <p:nvPr>
            <p:ph type="body" orient="vert" sz="quarter" idx="5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5" name="Picture Placeholder 34" descr="Badge 1 outline">
            <a:extLst>
              <a:ext uri="{FF2B5EF4-FFF2-40B4-BE49-F238E27FC236}">
                <a16:creationId xmlns:a16="http://schemas.microsoft.com/office/drawing/2014/main" id="{412E1648-0D1C-1236-BD58-1998677068AB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2923" b="2923"/>
          <a:stretch/>
        </p:blipFill>
        <p:spPr/>
      </p:pic>
      <p:pic>
        <p:nvPicPr>
          <p:cNvPr id="29" name="Picture Placeholder 28" descr="Badge outline">
            <a:extLst>
              <a:ext uri="{FF2B5EF4-FFF2-40B4-BE49-F238E27FC236}">
                <a16:creationId xmlns:a16="http://schemas.microsoft.com/office/drawing/2014/main" id="{A9D1BC71-1E0E-11DA-D4E7-D72EAECB3441}"/>
              </a:ext>
            </a:extLst>
          </p:cNvPr>
          <p:cNvPicPr>
            <a:picLocks noGrp="1" noChangeAspect="1"/>
          </p:cNvPicPr>
          <p:nvPr>
            <p:ph type="pic" sz="quarter" idx="33"/>
          </p:nvPr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3018" b="3018"/>
          <a:stretch/>
        </p:blipFill>
        <p:spPr/>
      </p:pic>
      <p:pic>
        <p:nvPicPr>
          <p:cNvPr id="41" name="Picture Placeholder 40" descr="Badge 3 outline">
            <a:extLst>
              <a:ext uri="{FF2B5EF4-FFF2-40B4-BE49-F238E27FC236}">
                <a16:creationId xmlns:a16="http://schemas.microsoft.com/office/drawing/2014/main" id="{E5E0707F-6C13-AEDC-6524-08C3D9393D6C}"/>
              </a:ext>
            </a:extLst>
          </p:cNvPr>
          <p:cNvPicPr>
            <a:picLocks noGrp="1" noChangeAspect="1"/>
          </p:cNvPicPr>
          <p:nvPr>
            <p:ph type="pic" sz="quarter" idx="35"/>
          </p:nvPr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t="2918" b="2918"/>
          <a:stretch/>
        </p:blipFill>
        <p:spPr/>
      </p:pic>
      <p:pic>
        <p:nvPicPr>
          <p:cNvPr id="45" name="Picture Placeholder 44" descr="Badge 4 outline">
            <a:extLst>
              <a:ext uri="{FF2B5EF4-FFF2-40B4-BE49-F238E27FC236}">
                <a16:creationId xmlns:a16="http://schemas.microsoft.com/office/drawing/2014/main" id="{3F02275E-E0B7-AAC1-375E-0248BC7844CB}"/>
              </a:ext>
            </a:extLst>
          </p:cNvPr>
          <p:cNvPicPr>
            <a:picLocks noGrp="1" noChangeAspect="1"/>
          </p:cNvPicPr>
          <p:nvPr>
            <p:ph type="pic" sz="quarter" idx="37"/>
          </p:nvPr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3018" b="3018"/>
          <a:stretch/>
        </p:blipFill>
        <p:spPr/>
      </p:pic>
      <p:pic>
        <p:nvPicPr>
          <p:cNvPr id="47" name="Picture Placeholder 46" descr="Badge 5 outline">
            <a:extLst>
              <a:ext uri="{FF2B5EF4-FFF2-40B4-BE49-F238E27FC236}">
                <a16:creationId xmlns:a16="http://schemas.microsoft.com/office/drawing/2014/main" id="{E150659F-31E3-27DB-7938-5F59A0A6C4E4}"/>
              </a:ext>
            </a:extLst>
          </p:cNvPr>
          <p:cNvPicPr>
            <a:picLocks noGrp="1" noChangeAspect="1"/>
          </p:cNvPicPr>
          <p:nvPr>
            <p:ph type="pic" sz="quarter" idx="39"/>
          </p:nvPr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t="2823" b="2823"/>
          <a:stretch/>
        </p:blipFill>
        <p:spPr/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68A1559-B0BC-5415-A35B-6B29E0C8A5F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Autofit/>
          </a:bodyPr>
          <a:lstStyle/>
          <a:p>
            <a:r>
              <a:rPr lang="en-US" sz="1600" b="1">
                <a:latin typeface="+mn-lt"/>
              </a:rPr>
              <a:t>This is using the icons from PPT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4D07BA6-04BC-03E3-4756-0D30940993F7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/>
        <p:txBody>
          <a:bodyPr>
            <a:noAutofit/>
          </a:bodyPr>
          <a:lstStyle/>
          <a:p>
            <a:r>
              <a:rPr lang="en-US" sz="1600" b="1">
                <a:latin typeface="+mn-lt"/>
              </a:rPr>
              <a:t>Or you can place your own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5609D73-88D6-70F6-8027-7F6707A188EA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/>
        <p:txBody>
          <a:bodyPr>
            <a:noAutofit/>
          </a:bodyPr>
          <a:lstStyle/>
          <a:p>
            <a:r>
              <a:rPr lang="en-US" sz="1600" b="1">
                <a:latin typeface="+mn-lt"/>
              </a:rPr>
              <a:t>Select the circle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800E094-7D0B-FB9A-84FA-D62FED59BE24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/>
        <p:txBody>
          <a:bodyPr>
            <a:noAutofit/>
          </a:bodyPr>
          <a:lstStyle/>
          <a:p>
            <a:r>
              <a:rPr lang="en-US" sz="1600" b="1">
                <a:latin typeface="+mn-lt"/>
              </a:rPr>
              <a:t>Go to GRAPHICS FORMAT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04DD7BD-3147-FF31-0196-4778712673EE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/>
        <p:txBody>
          <a:bodyPr>
            <a:noAutofit/>
          </a:bodyPr>
          <a:lstStyle/>
          <a:p>
            <a:r>
              <a:rPr lang="en-US" sz="1600" b="1">
                <a:latin typeface="+mn-lt"/>
              </a:rPr>
              <a:t>And select change graphic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9EBD4CD8-1742-616A-A34C-0EE8BE4A80FF}"/>
              </a:ext>
            </a:extLst>
          </p:cNvPr>
          <p:cNvSpPr>
            <a:spLocks noGrp="1"/>
          </p:cNvSpPr>
          <p:nvPr>
            <p:ph type="body" sz="quarter" idx="61"/>
          </p:nvPr>
        </p:nvSpPr>
        <p:spPr/>
        <p:txBody>
          <a:bodyPr/>
          <a:lstStyle/>
          <a:p>
            <a:r>
              <a:rPr lang="en-US" sz="1400"/>
              <a:t>Small bullet</a:t>
            </a:r>
          </a:p>
          <a:p>
            <a:r>
              <a:rPr lang="en-US" sz="1400"/>
              <a:t>Details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28E23325-4723-E1D1-7C18-39D6351720AD}"/>
              </a:ext>
            </a:extLst>
          </p:cNvPr>
          <p:cNvSpPr>
            <a:spLocks noGrp="1"/>
          </p:cNvSpPr>
          <p:nvPr>
            <p:ph type="body" sz="quarter" idx="62"/>
          </p:nvPr>
        </p:nvSpPr>
        <p:spPr/>
        <p:txBody>
          <a:bodyPr/>
          <a:lstStyle/>
          <a:p>
            <a:r>
              <a:rPr lang="en-US" sz="1400"/>
              <a:t>Small bullet</a:t>
            </a:r>
          </a:p>
          <a:p>
            <a:r>
              <a:rPr lang="en-US" sz="1400"/>
              <a:t>Details</a:t>
            </a:r>
          </a:p>
          <a:p>
            <a:endParaRPr lang="en-US" sz="140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71B8BC81-84D9-E361-785B-5F31F96C7BED}"/>
              </a:ext>
            </a:extLst>
          </p:cNvPr>
          <p:cNvSpPr>
            <a:spLocks noGrp="1"/>
          </p:cNvSpPr>
          <p:nvPr>
            <p:ph type="body" sz="quarter" idx="63"/>
          </p:nvPr>
        </p:nvSpPr>
        <p:spPr/>
        <p:txBody>
          <a:bodyPr/>
          <a:lstStyle/>
          <a:p>
            <a:r>
              <a:rPr lang="en-US" sz="1400"/>
              <a:t>Small bullet</a:t>
            </a:r>
          </a:p>
          <a:p>
            <a:r>
              <a:rPr lang="en-US" sz="1400"/>
              <a:t>Details</a:t>
            </a:r>
          </a:p>
          <a:p>
            <a:endParaRPr lang="en-US" sz="140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8088BB3B-74F0-D60A-F589-99B4599713ED}"/>
              </a:ext>
            </a:extLst>
          </p:cNvPr>
          <p:cNvSpPr>
            <a:spLocks noGrp="1"/>
          </p:cNvSpPr>
          <p:nvPr>
            <p:ph type="body" sz="quarter" idx="64"/>
          </p:nvPr>
        </p:nvSpPr>
        <p:spPr/>
        <p:txBody>
          <a:bodyPr/>
          <a:lstStyle/>
          <a:p>
            <a:r>
              <a:rPr lang="en-US" sz="1400"/>
              <a:t>Small bullet</a:t>
            </a:r>
          </a:p>
          <a:p>
            <a:r>
              <a:rPr lang="en-US" sz="1400"/>
              <a:t>Details</a:t>
            </a:r>
          </a:p>
          <a:p>
            <a:endParaRPr lang="en-US" sz="1400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A61F46DA-DD2F-85D2-B930-C32CDB75C207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r>
              <a:rPr lang="en-US" sz="1400"/>
              <a:t>Small bullet</a:t>
            </a:r>
          </a:p>
          <a:p>
            <a:r>
              <a:rPr lang="en-US" sz="1400"/>
              <a:t>Details</a:t>
            </a:r>
          </a:p>
          <a:p>
            <a:endParaRPr lang="en-US" sz="1400"/>
          </a:p>
        </p:txBody>
      </p:sp>
      <p:sp>
        <p:nvSpPr>
          <p:cNvPr id="22" name="Title 21">
            <a:extLst>
              <a:ext uri="{FF2B5EF4-FFF2-40B4-BE49-F238E27FC236}">
                <a16:creationId xmlns:a16="http://schemas.microsoft.com/office/drawing/2014/main" id="{01405A76-B711-8F13-DCF8-A47432376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+mj-lt"/>
              </a:rPr>
              <a:t>Available from 3-6 card formats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8C459D2E-3B33-4A6A-6EF2-45D7A160795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/>
              <a:t>Content cards</a:t>
            </a:r>
          </a:p>
        </p:txBody>
      </p:sp>
      <p:sp>
        <p:nvSpPr>
          <p:cNvPr id="24" name="Footer Placeholder 23">
            <a:extLst>
              <a:ext uri="{FF2B5EF4-FFF2-40B4-BE49-F238E27FC236}">
                <a16:creationId xmlns:a16="http://schemas.microsoft.com/office/drawing/2014/main" id="{630A9D9D-D1D7-AD67-44B8-E42E019FB6E8}"/>
              </a:ext>
            </a:extLst>
          </p:cNvPr>
          <p:cNvSpPr>
            <a:spLocks noGrp="1"/>
          </p:cNvSpPr>
          <p:nvPr>
            <p:ph type="ftr" sz="quarter" idx="67"/>
          </p:nvPr>
        </p:nvSpPr>
        <p:spPr/>
        <p:txBody>
          <a:bodyPr/>
          <a:lstStyle/>
          <a:p>
            <a:r>
              <a:rPr lang="en-US"/>
              <a:t>Copyright © 2026 Kinaxis. All Rights Reserved. Access limited to internal use only.</a:t>
            </a:r>
          </a:p>
        </p:txBody>
      </p:sp>
    </p:spTree>
    <p:extLst>
      <p:ext uri="{BB962C8B-B14F-4D97-AF65-F5344CB8AC3E}">
        <p14:creationId xmlns:p14="http://schemas.microsoft.com/office/powerpoint/2010/main" val="41069356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Vertical Text Placeholder 71">
            <a:extLst>
              <a:ext uri="{FF2B5EF4-FFF2-40B4-BE49-F238E27FC236}">
                <a16:creationId xmlns:a16="http://schemas.microsoft.com/office/drawing/2014/main" id="{2F8D1750-28F5-33A9-BE2E-43D90FB056E5}"/>
              </a:ext>
            </a:extLst>
          </p:cNvPr>
          <p:cNvSpPr>
            <a:spLocks noGrp="1"/>
          </p:cNvSpPr>
          <p:nvPr>
            <p:ph type="body" orient="vert" sz="quarter" idx="4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3" name="Vertical Text Placeholder 72">
            <a:extLst>
              <a:ext uri="{FF2B5EF4-FFF2-40B4-BE49-F238E27FC236}">
                <a16:creationId xmlns:a16="http://schemas.microsoft.com/office/drawing/2014/main" id="{DC3C5B9E-6C23-E4DC-E35F-1A46466425D8}"/>
              </a:ext>
            </a:extLst>
          </p:cNvPr>
          <p:cNvSpPr>
            <a:spLocks noGrp="1"/>
          </p:cNvSpPr>
          <p:nvPr>
            <p:ph type="body" orient="vert" sz="quarter" idx="4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4" name="Vertical Text Placeholder 73">
            <a:extLst>
              <a:ext uri="{FF2B5EF4-FFF2-40B4-BE49-F238E27FC236}">
                <a16:creationId xmlns:a16="http://schemas.microsoft.com/office/drawing/2014/main" id="{65B4FE2B-7A2B-92C0-0DFA-ECFDB559FB09}"/>
              </a:ext>
            </a:extLst>
          </p:cNvPr>
          <p:cNvSpPr>
            <a:spLocks noGrp="1"/>
          </p:cNvSpPr>
          <p:nvPr>
            <p:ph type="body" orient="vert" sz="quarter" idx="4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5" name="Vertical Text Placeholder 74">
            <a:extLst>
              <a:ext uri="{FF2B5EF4-FFF2-40B4-BE49-F238E27FC236}">
                <a16:creationId xmlns:a16="http://schemas.microsoft.com/office/drawing/2014/main" id="{EDD93DCB-E0BD-3DD8-0824-6E78A5A8A40B}"/>
              </a:ext>
            </a:extLst>
          </p:cNvPr>
          <p:cNvSpPr>
            <a:spLocks noGrp="1"/>
          </p:cNvSpPr>
          <p:nvPr>
            <p:ph type="body" orient="vert" sz="quarter" idx="5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6" name="Vertical Text Placeholder 75">
            <a:extLst>
              <a:ext uri="{FF2B5EF4-FFF2-40B4-BE49-F238E27FC236}">
                <a16:creationId xmlns:a16="http://schemas.microsoft.com/office/drawing/2014/main" id="{F68EEEC9-0175-C829-B476-676421659789}"/>
              </a:ext>
            </a:extLst>
          </p:cNvPr>
          <p:cNvSpPr>
            <a:spLocks noGrp="1"/>
          </p:cNvSpPr>
          <p:nvPr>
            <p:ph type="body" orient="vert" sz="quarter" idx="5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7" name="Vertical Text Placeholder 76">
            <a:extLst>
              <a:ext uri="{FF2B5EF4-FFF2-40B4-BE49-F238E27FC236}">
                <a16:creationId xmlns:a16="http://schemas.microsoft.com/office/drawing/2014/main" id="{FE353ABA-B8E9-1C07-8A0D-EE13F179A8EE}"/>
              </a:ext>
            </a:extLst>
          </p:cNvPr>
          <p:cNvSpPr>
            <a:spLocks noGrp="1"/>
          </p:cNvSpPr>
          <p:nvPr>
            <p:ph type="body" orient="vert" sz="quarter" idx="5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6" name="Picture Placeholder 25">
            <a:extLst>
              <a:ext uri="{FF2B5EF4-FFF2-40B4-BE49-F238E27FC236}">
                <a16:creationId xmlns:a16="http://schemas.microsoft.com/office/drawing/2014/main" id="{122B7EFD-5C71-0322-6F67-4B9EEEB8D96E}"/>
              </a:ext>
            </a:extLst>
          </p:cNvPr>
          <p:cNvPicPr>
            <a:picLocks noGrp="1" noChangeAspect="1"/>
          </p:cNvPicPr>
          <p:nvPr>
            <p:ph type="pic" sz="quarter" idx="33"/>
          </p:nvPr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2823" b="2823"/>
          <a:stretch/>
        </p:blipFill>
        <p:spPr/>
      </p:pic>
      <p:pic>
        <p:nvPicPr>
          <p:cNvPr id="28" name="Picture Placeholder 27">
            <a:extLst>
              <a:ext uri="{FF2B5EF4-FFF2-40B4-BE49-F238E27FC236}">
                <a16:creationId xmlns:a16="http://schemas.microsoft.com/office/drawing/2014/main" id="{0948A01F-493B-887A-5DC3-DE61A1C48451}"/>
              </a:ext>
            </a:extLst>
          </p:cNvPr>
          <p:cNvPicPr>
            <a:picLocks noGrp="1" noChangeAspect="1"/>
          </p:cNvPicPr>
          <p:nvPr>
            <p:ph type="pic" sz="quarter" idx="35"/>
          </p:nvPr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2923" b="2923"/>
          <a:stretch/>
        </p:blipFill>
        <p:spPr/>
      </p:pic>
      <p:pic>
        <p:nvPicPr>
          <p:cNvPr id="30" name="Picture Placeholder 29">
            <a:extLst>
              <a:ext uri="{FF2B5EF4-FFF2-40B4-BE49-F238E27FC236}">
                <a16:creationId xmlns:a16="http://schemas.microsoft.com/office/drawing/2014/main" id="{30644FA5-B41C-5438-6FF9-3B0ED7D08E97}"/>
              </a:ext>
            </a:extLst>
          </p:cNvPr>
          <p:cNvPicPr>
            <a:picLocks noGrp="1" noChangeAspect="1"/>
          </p:cNvPicPr>
          <p:nvPr>
            <p:ph type="pic" sz="quarter" idx="37"/>
          </p:nvPr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t="2917" b="2917"/>
          <a:stretch/>
        </p:blipFill>
        <p:spPr/>
      </p:pic>
      <p:pic>
        <p:nvPicPr>
          <p:cNvPr id="32" name="Picture Placeholder 31">
            <a:extLst>
              <a:ext uri="{FF2B5EF4-FFF2-40B4-BE49-F238E27FC236}">
                <a16:creationId xmlns:a16="http://schemas.microsoft.com/office/drawing/2014/main" id="{4A538F44-8168-172A-7AE2-311FB0EB6FA6}"/>
              </a:ext>
            </a:extLst>
          </p:cNvPr>
          <p:cNvPicPr>
            <a:picLocks noGrp="1" noChangeAspect="1"/>
          </p:cNvPicPr>
          <p:nvPr>
            <p:ph type="pic" sz="quarter" idx="39"/>
          </p:nvPr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2923" b="2923"/>
          <a:stretch/>
        </p:blipFill>
        <p:spPr/>
      </p:pic>
      <p:pic>
        <p:nvPicPr>
          <p:cNvPr id="34" name="Picture Placeholder 33">
            <a:extLst>
              <a:ext uri="{FF2B5EF4-FFF2-40B4-BE49-F238E27FC236}">
                <a16:creationId xmlns:a16="http://schemas.microsoft.com/office/drawing/2014/main" id="{722A6013-7323-4516-4923-DF7A8A4282CE}"/>
              </a:ext>
            </a:extLst>
          </p:cNvPr>
          <p:cNvPicPr>
            <a:picLocks noGrp="1" noChangeAspect="1"/>
          </p:cNvPicPr>
          <p:nvPr>
            <p:ph type="pic" sz="quarter" idx="41"/>
          </p:nvPr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t="2823" b="2823"/>
          <a:stretch/>
        </p:blipFill>
        <p:spPr/>
      </p:pic>
      <p:pic>
        <p:nvPicPr>
          <p:cNvPr id="24" name="Picture Placeholder 23">
            <a:extLst>
              <a:ext uri="{FF2B5EF4-FFF2-40B4-BE49-F238E27FC236}">
                <a16:creationId xmlns:a16="http://schemas.microsoft.com/office/drawing/2014/main" id="{EAE6C4FE-11C7-B87D-CB0A-24F0E97EECBA}"/>
              </a:ext>
            </a:extLst>
          </p:cNvPr>
          <p:cNvPicPr>
            <a:picLocks noGrp="1" noChangeAspect="1"/>
          </p:cNvPicPr>
          <p:nvPr>
            <p:ph type="pic" sz="quarter" idx="46"/>
          </p:nvPr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t="2917" b="2917"/>
          <a:stretch/>
        </p:blipFill>
        <p:spPr/>
      </p:pic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1B24E0B9-D03A-6C2B-3DAA-A381CB5A370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>
                <a:latin typeface="+mn-lt"/>
              </a:rPr>
              <a:t>We are real</a:t>
            </a:r>
          </a:p>
          <a:p>
            <a:endParaRPr lang="en-US">
              <a:latin typeface="+mn-lt"/>
            </a:endParaRP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0083F18B-4FAE-3A0A-EAA2-5D5C787DBFB6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/>
        <p:txBody>
          <a:bodyPr/>
          <a:lstStyle/>
          <a:p>
            <a:r>
              <a:rPr lang="en-US">
                <a:latin typeface="+mn-lt"/>
              </a:rPr>
              <a:t>We are customer-centric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A88C61DC-2D7B-866C-483E-A4D2B8629525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/>
        <p:txBody>
          <a:bodyPr/>
          <a:lstStyle/>
          <a:p>
            <a:r>
              <a:rPr lang="en-US">
                <a:latin typeface="+mn-lt"/>
              </a:rPr>
              <a:t>We laugh often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7410A29-914A-3CCE-A6BD-D82C3B2ED854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/>
        <p:txBody>
          <a:bodyPr/>
          <a:lstStyle/>
          <a:p>
            <a:r>
              <a:rPr lang="en-US">
                <a:latin typeface="+mn-lt"/>
              </a:rPr>
              <a:t>We are empowered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4D3E67C8-8B6D-596F-D3E4-CCB569D2D26E}"/>
              </a:ext>
            </a:extLst>
          </p:cNvPr>
          <p:cNvSpPr>
            <a:spLocks noGrp="1"/>
          </p:cNvSpPr>
          <p:nvPr>
            <p:ph type="body" sz="quarter" idx="61"/>
          </p:nvPr>
        </p:nvSpPr>
        <p:spPr/>
        <p:txBody>
          <a:bodyPr/>
          <a:lstStyle/>
          <a:p>
            <a:r>
              <a:rPr lang="en-US">
                <a:latin typeface="+mn-lt"/>
              </a:rPr>
              <a:t>We are stronger together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5088EF4E-EA09-5CA0-51A6-C401F9AF7772}"/>
              </a:ext>
            </a:extLst>
          </p:cNvPr>
          <p:cNvSpPr>
            <a:spLocks noGrp="1"/>
          </p:cNvSpPr>
          <p:nvPr>
            <p:ph type="body" sz="quarter" idx="62"/>
          </p:nvPr>
        </p:nvSpPr>
        <p:spPr/>
        <p:txBody>
          <a:bodyPr/>
          <a:lstStyle/>
          <a:p>
            <a:r>
              <a:rPr lang="en-US">
                <a:latin typeface="+mn-lt"/>
              </a:rPr>
              <a:t>We are global citizens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5554C89-F065-FA18-1DCD-9473FDF385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/>
              <a:t>Content cards for icons</a:t>
            </a:r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3CAB7900-8ABF-B99F-0D53-C376D0185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latin typeface="+mj-lt"/>
              </a:rPr>
              <a:t>Remember you are the brand</a:t>
            </a:r>
          </a:p>
        </p:txBody>
      </p:sp>
      <p:sp>
        <p:nvSpPr>
          <p:cNvPr id="68" name="Footer Placeholder 67">
            <a:extLst>
              <a:ext uri="{FF2B5EF4-FFF2-40B4-BE49-F238E27FC236}">
                <a16:creationId xmlns:a16="http://schemas.microsoft.com/office/drawing/2014/main" id="{8E7F6471-9FE8-1254-535B-786714471D7C}"/>
              </a:ext>
            </a:extLst>
          </p:cNvPr>
          <p:cNvSpPr>
            <a:spLocks noGrp="1"/>
          </p:cNvSpPr>
          <p:nvPr>
            <p:ph type="ftr" sz="quarter" idx="64"/>
          </p:nvPr>
        </p:nvSpPr>
        <p:spPr/>
        <p:txBody>
          <a:bodyPr/>
          <a:lstStyle/>
          <a:p>
            <a:r>
              <a:rPr lang="en-US"/>
              <a:t>Copyright © 2026 Kinaxis. All Rights Reserved. Access limited to internal use only.</a:t>
            </a:r>
          </a:p>
        </p:txBody>
      </p:sp>
      <p:sp>
        <p:nvSpPr>
          <p:cNvPr id="70" name="Text Placeholder 12">
            <a:extLst>
              <a:ext uri="{FF2B5EF4-FFF2-40B4-BE49-F238E27FC236}">
                <a16:creationId xmlns:a16="http://schemas.microsoft.com/office/drawing/2014/main" id="{3A53EB19-68B2-40B3-282A-AB39EA761D61}"/>
              </a:ext>
            </a:extLst>
          </p:cNvPr>
          <p:cNvSpPr txBox="1">
            <a:spLocks/>
          </p:cNvSpPr>
          <p:nvPr/>
        </p:nvSpPr>
        <p:spPr>
          <a:xfrm>
            <a:off x="458724" y="1861479"/>
            <a:ext cx="11266551" cy="80393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2133"/>
              </a:spcBef>
              <a:buClr>
                <a:schemeClr val="accent1"/>
              </a:buClr>
              <a:buSzPct val="90000"/>
              <a:buFont typeface="Wingdings" pitchFamily="2" charset="2"/>
              <a:buNone/>
              <a:defRPr sz="3733" b="0" i="0">
                <a:solidFill>
                  <a:schemeClr val="tx1"/>
                </a:solidFill>
                <a:latin typeface="Lato" panose="020F0502020204030203" pitchFamily="34" charset="77"/>
                <a:ea typeface="+mn-ea"/>
                <a:cs typeface="+mn-cs"/>
              </a:defRPr>
            </a:lvl1pPr>
            <a:lvl2pPr marL="457189" indent="-457189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90000"/>
              <a:buFont typeface="Wingdings" pitchFamily="2" charset="2"/>
              <a:buChar char="§"/>
              <a:tabLst/>
              <a:defRPr sz="3200" b="0" i="0">
                <a:solidFill>
                  <a:schemeClr val="tx1"/>
                </a:solidFill>
                <a:latin typeface="Lato Light" panose="020F0302020204030203" pitchFamily="34" charset="77"/>
                <a:ea typeface="+mn-ea"/>
                <a:cs typeface="+mn-cs"/>
              </a:defRPr>
            </a:lvl2pPr>
            <a:lvl3pPr marL="914377" indent="-457189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90000"/>
              <a:buFont typeface="System Font Regular"/>
              <a:buChar char="⁃"/>
              <a:tabLst/>
              <a:defRPr sz="3200" b="0" i="0">
                <a:solidFill>
                  <a:schemeClr val="tx1"/>
                </a:solidFill>
                <a:latin typeface="Lato Light" panose="020F0302020204030203" pitchFamily="34" charset="77"/>
                <a:ea typeface="+mn-ea"/>
                <a:cs typeface="+mn-cs"/>
              </a:defRPr>
            </a:lvl3pPr>
            <a:lvl4pPr marL="1373683" indent="-4593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90000"/>
              <a:buFont typeface="System Font Regular"/>
              <a:buChar char="‣"/>
              <a:tabLst/>
              <a:defRPr sz="3200" b="0" i="0">
                <a:solidFill>
                  <a:schemeClr val="tx1"/>
                </a:solidFill>
                <a:latin typeface="Lato Light" panose="020F0302020204030203" pitchFamily="34" charset="77"/>
                <a:ea typeface="+mn-ea"/>
                <a:cs typeface="+mn-cs"/>
              </a:defRPr>
            </a:lvl4pPr>
            <a:lvl5pPr marL="1830872" indent="-457189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70000"/>
              <a:buFont typeface="Courier New" panose="02070309020205020404" pitchFamily="49" charset="0"/>
              <a:buChar char="o"/>
              <a:tabLst/>
              <a:defRPr sz="3200" b="0" i="0">
                <a:solidFill>
                  <a:schemeClr val="tx1"/>
                </a:solidFill>
                <a:latin typeface="Lato Light" panose="020F0302020204030203" pitchFamily="34" charset="77"/>
                <a:ea typeface="+mn-ea"/>
                <a:cs typeface="+mn-cs"/>
              </a:defRPr>
            </a:lvl5pPr>
            <a:lvl6pPr marL="1386196">
              <a:defRPr>
                <a:latin typeface="+mn-lt"/>
                <a:ea typeface="+mn-ea"/>
                <a:cs typeface="+mn-cs"/>
              </a:defRPr>
            </a:lvl6pPr>
            <a:lvl7pPr marL="1663434">
              <a:defRPr>
                <a:latin typeface="+mn-lt"/>
                <a:ea typeface="+mn-ea"/>
                <a:cs typeface="+mn-cs"/>
              </a:defRPr>
            </a:lvl7pPr>
            <a:lvl8pPr marL="1940674">
              <a:defRPr>
                <a:latin typeface="+mn-lt"/>
                <a:ea typeface="+mn-ea"/>
                <a:cs typeface="+mn-cs"/>
              </a:defRPr>
            </a:lvl8pPr>
            <a:lvl9pPr marL="2217913">
              <a:defRPr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200">
                <a:latin typeface="Lato Light" panose="020F0302020204030203" pitchFamily="34" charset="77"/>
              </a:rPr>
              <a:t>Example using our Kinaxis values</a:t>
            </a:r>
          </a:p>
        </p:txBody>
      </p:sp>
    </p:spTree>
    <p:extLst>
      <p:ext uri="{BB962C8B-B14F-4D97-AF65-F5344CB8AC3E}">
        <p14:creationId xmlns:p14="http://schemas.microsoft.com/office/powerpoint/2010/main" val="16676972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011F9562-796D-3538-02CF-CE886407AE1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54869596"/>
              </p:ext>
            </p:extLst>
          </p:nvPr>
        </p:nvGraphicFramePr>
        <p:xfrm>
          <a:off x="809257" y="2001373"/>
          <a:ext cx="10474720" cy="34745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E96625-842A-58EA-500C-111994662E9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/>
              <a:t>Body for charts and diagrams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EA59DC9-0472-5C24-CBA6-6D8749852B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latin typeface="+mj-lt"/>
              </a:rPr>
              <a:t>Insert your chart or diagram here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EF2E248-6214-1D20-80E9-8A9E71AE307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Copyright © 2026 Kinaxis. All Rights Reserved. Access limited to internal use only.</a:t>
            </a:r>
          </a:p>
        </p:txBody>
      </p:sp>
    </p:spTree>
    <p:extLst>
      <p:ext uri="{BB962C8B-B14F-4D97-AF65-F5344CB8AC3E}">
        <p14:creationId xmlns:p14="http://schemas.microsoft.com/office/powerpoint/2010/main" val="40010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94FF1B2-C736-18BA-AD66-2FB5A5D4B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+mj-lt"/>
              </a:rPr>
              <a:t>The main default is also great for tables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CE03BD8-A1B3-A211-9B69-8F605A48BF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/>
              <a:t>Main slide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63152C2-70FC-56A0-3AB2-0515B96FB6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sz="2400">
                <a:latin typeface="Lato Light" panose="020F0302020204030203" pitchFamily="34" charset="77"/>
              </a:rPr>
              <a:t>Add details of what the table is and feel free to adjust colors in the toolbar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1FA180-19E9-E8C5-55EC-26F842572AC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Copyright © 2026 Kinaxis. All Rights Reserved. Access limited to internal use only.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723D018-8B5C-9ABF-9CB5-0F39558A09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4135696"/>
              </p:ext>
            </p:extLst>
          </p:nvPr>
        </p:nvGraphicFramePr>
        <p:xfrm>
          <a:off x="515551" y="2796635"/>
          <a:ext cx="11274552" cy="29022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8638">
                  <a:extLst>
                    <a:ext uri="{9D8B030D-6E8A-4147-A177-3AD203B41FA5}">
                      <a16:colId xmlns:a16="http://schemas.microsoft.com/office/drawing/2014/main" val="4142088699"/>
                    </a:ext>
                  </a:extLst>
                </a:gridCol>
                <a:gridCol w="2818638">
                  <a:extLst>
                    <a:ext uri="{9D8B030D-6E8A-4147-A177-3AD203B41FA5}">
                      <a16:colId xmlns:a16="http://schemas.microsoft.com/office/drawing/2014/main" val="904919623"/>
                    </a:ext>
                  </a:extLst>
                </a:gridCol>
                <a:gridCol w="2818638">
                  <a:extLst>
                    <a:ext uri="{9D8B030D-6E8A-4147-A177-3AD203B41FA5}">
                      <a16:colId xmlns:a16="http://schemas.microsoft.com/office/drawing/2014/main" val="2981063539"/>
                    </a:ext>
                  </a:extLst>
                </a:gridCol>
                <a:gridCol w="2818638">
                  <a:extLst>
                    <a:ext uri="{9D8B030D-6E8A-4147-A177-3AD203B41FA5}">
                      <a16:colId xmlns:a16="http://schemas.microsoft.com/office/drawing/2014/main" val="1058513184"/>
                    </a:ext>
                  </a:extLst>
                </a:gridCol>
              </a:tblGrid>
              <a:tr h="725551"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cap="all" spc="300" baseline="0">
                          <a:solidFill>
                            <a:schemeClr val="bg1"/>
                          </a:solidFill>
                          <a:latin typeface="Lato" panose="020F0502020204030203" pitchFamily="34" charset="77"/>
                        </a:rPr>
                        <a:t>Text here</a:t>
                      </a:r>
                    </a:p>
                  </a:txBody>
                  <a:tcPr marL="130983" marR="130983" marT="130983" marB="130983" anchor="ctr"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cap="all" spc="300" baseline="0">
                          <a:solidFill>
                            <a:schemeClr val="bg1"/>
                          </a:solidFill>
                          <a:latin typeface="Lato" panose="020F0502020204030203" pitchFamily="34" charset="77"/>
                        </a:rPr>
                        <a:t>Text here</a:t>
                      </a:r>
                    </a:p>
                  </a:txBody>
                  <a:tcPr marL="130983" marR="130983" marT="130983" marB="130983" anchor="ctr"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cap="all" spc="300" baseline="0">
                          <a:solidFill>
                            <a:schemeClr val="bg1"/>
                          </a:solidFill>
                          <a:latin typeface="Lato" panose="020F0502020204030203" pitchFamily="34" charset="77"/>
                        </a:rPr>
                        <a:t>Text here</a:t>
                      </a:r>
                    </a:p>
                  </a:txBody>
                  <a:tcPr marL="130983" marR="130983" marT="130983" marB="130983" anchor="ctr"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cap="all" spc="300" baseline="0">
                          <a:solidFill>
                            <a:schemeClr val="bg1"/>
                          </a:solidFill>
                          <a:latin typeface="Lato" panose="020F0502020204030203" pitchFamily="34" charset="77"/>
                        </a:rPr>
                        <a:t>Text here</a:t>
                      </a:r>
                    </a:p>
                  </a:txBody>
                  <a:tcPr marL="130983" marR="130983" marT="130983" marB="130983" anchor="ctr"/>
                </a:tc>
                <a:extLst>
                  <a:ext uri="{0D108BD9-81ED-4DB2-BD59-A6C34878D82A}">
                    <a16:rowId xmlns:a16="http://schemas.microsoft.com/office/drawing/2014/main" val="2984207229"/>
                  </a:ext>
                </a:extLst>
              </a:tr>
              <a:tr h="725551">
                <a:tc>
                  <a:txBody>
                    <a:bodyPr/>
                    <a:lstStyle/>
                    <a:p>
                      <a:r>
                        <a:rPr lang="en-US" sz="1100" b="0" i="0">
                          <a:solidFill>
                            <a:schemeClr val="tx1"/>
                          </a:solidFill>
                          <a:latin typeface="Lato" panose="020F0502020204030203" pitchFamily="34" charset="77"/>
                        </a:rPr>
                        <a:t>Text here</a:t>
                      </a:r>
                      <a:endParaRPr lang="en-US" sz="1100" b="0" i="0">
                        <a:solidFill>
                          <a:schemeClr val="tx1"/>
                        </a:solidFill>
                        <a:latin typeface="Lato" panose="020F0502020204030203" pitchFamily="34" charset="77"/>
                        <a:cs typeface="Calibri Light" panose="020F0302020204030204" pitchFamily="34" charset="0"/>
                      </a:endParaRPr>
                    </a:p>
                  </a:txBody>
                  <a:tcPr marL="130983" marR="130983" marT="130983" marB="130983" anchor="ctr"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>
                          <a:solidFill>
                            <a:schemeClr val="tx1"/>
                          </a:solidFill>
                          <a:latin typeface="Lato" panose="020F0502020204030203" pitchFamily="34" charset="77"/>
                        </a:rPr>
                        <a:t>Text here</a:t>
                      </a:r>
                      <a:endParaRPr lang="en-US" sz="1100" b="0" i="0">
                        <a:solidFill>
                          <a:schemeClr val="tx1"/>
                        </a:solidFill>
                        <a:latin typeface="Lato" panose="020F0502020204030203" pitchFamily="34" charset="77"/>
                        <a:cs typeface="Calibri Light" panose="020F0302020204030204" pitchFamily="34" charset="0"/>
                      </a:endParaRPr>
                    </a:p>
                  </a:txBody>
                  <a:tcPr marL="130983" marR="130983" marT="130983" marB="130983" anchor="ctr"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>
                          <a:solidFill>
                            <a:schemeClr val="tx1"/>
                          </a:solidFill>
                          <a:latin typeface="Lato" panose="020F0502020204030203" pitchFamily="34" charset="77"/>
                        </a:rPr>
                        <a:t>Text here</a:t>
                      </a:r>
                      <a:endParaRPr lang="en-US" sz="1100" b="0" i="0">
                        <a:solidFill>
                          <a:schemeClr val="tx1"/>
                        </a:solidFill>
                        <a:latin typeface="Lato" panose="020F0502020204030203" pitchFamily="34" charset="77"/>
                        <a:cs typeface="Calibri Light" panose="020F0302020204030204" pitchFamily="34" charset="0"/>
                      </a:endParaRPr>
                    </a:p>
                  </a:txBody>
                  <a:tcPr marL="130983" marR="130983" marT="130983" marB="130983" anchor="ctr"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>
                          <a:solidFill>
                            <a:schemeClr val="tx1"/>
                          </a:solidFill>
                          <a:latin typeface="Lato" panose="020F0502020204030203" pitchFamily="34" charset="77"/>
                        </a:rPr>
                        <a:t>Text here</a:t>
                      </a:r>
                      <a:endParaRPr lang="en-US" sz="1100" b="0" i="0">
                        <a:solidFill>
                          <a:schemeClr val="tx1"/>
                        </a:solidFill>
                        <a:latin typeface="Lato" panose="020F0502020204030203" pitchFamily="34" charset="77"/>
                        <a:cs typeface="Calibri Light" panose="020F0302020204030204" pitchFamily="34" charset="0"/>
                      </a:endParaRPr>
                    </a:p>
                  </a:txBody>
                  <a:tcPr marL="130983" marR="130983" marT="130983" marB="130983" anchor="ctr"/>
                </a:tc>
                <a:extLst>
                  <a:ext uri="{0D108BD9-81ED-4DB2-BD59-A6C34878D82A}">
                    <a16:rowId xmlns:a16="http://schemas.microsoft.com/office/drawing/2014/main" val="218403825"/>
                  </a:ext>
                </a:extLst>
              </a:tr>
              <a:tr h="725551"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>
                          <a:solidFill>
                            <a:schemeClr val="tx1"/>
                          </a:solidFill>
                          <a:latin typeface="Lato" panose="020F0502020204030203" pitchFamily="34" charset="77"/>
                        </a:rPr>
                        <a:t>Text here</a:t>
                      </a:r>
                      <a:endParaRPr lang="en-US" sz="1100" b="0" i="0">
                        <a:solidFill>
                          <a:schemeClr val="tx1"/>
                        </a:solidFill>
                        <a:latin typeface="Lato" panose="020F0502020204030203" pitchFamily="34" charset="77"/>
                        <a:cs typeface="Calibri Light" panose="020F0302020204030204" pitchFamily="34" charset="0"/>
                      </a:endParaRPr>
                    </a:p>
                  </a:txBody>
                  <a:tcPr marL="130983" marR="130983" marT="130983" marB="130983" anchor="ctr"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>
                          <a:solidFill>
                            <a:schemeClr val="tx1"/>
                          </a:solidFill>
                          <a:latin typeface="Lato" panose="020F0502020204030203" pitchFamily="34" charset="77"/>
                        </a:rPr>
                        <a:t>Text here</a:t>
                      </a:r>
                      <a:endParaRPr lang="en-US" sz="1100" b="0" i="0">
                        <a:solidFill>
                          <a:schemeClr val="tx1"/>
                        </a:solidFill>
                        <a:latin typeface="Lato" panose="020F0502020204030203" pitchFamily="34" charset="77"/>
                        <a:cs typeface="Calibri Light" panose="020F0302020204030204" pitchFamily="34" charset="0"/>
                      </a:endParaRPr>
                    </a:p>
                  </a:txBody>
                  <a:tcPr marL="130983" marR="130983" marT="130983" marB="130983" anchor="ctr"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>
                          <a:solidFill>
                            <a:schemeClr val="tx1"/>
                          </a:solidFill>
                          <a:latin typeface="Lato" panose="020F0502020204030203" pitchFamily="34" charset="77"/>
                        </a:rPr>
                        <a:t>Text here</a:t>
                      </a:r>
                      <a:endParaRPr lang="en-US" sz="1100" b="0" i="0">
                        <a:solidFill>
                          <a:schemeClr val="tx1"/>
                        </a:solidFill>
                        <a:latin typeface="Lato" panose="020F0502020204030203" pitchFamily="34" charset="77"/>
                        <a:cs typeface="Calibri Light" panose="020F0302020204030204" pitchFamily="34" charset="0"/>
                      </a:endParaRPr>
                    </a:p>
                  </a:txBody>
                  <a:tcPr marL="130983" marR="130983" marT="130983" marB="130983" anchor="ctr"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>
                          <a:solidFill>
                            <a:schemeClr val="tx1"/>
                          </a:solidFill>
                          <a:latin typeface="Lato" panose="020F0502020204030203" pitchFamily="34" charset="77"/>
                        </a:rPr>
                        <a:t>Text here</a:t>
                      </a:r>
                      <a:endParaRPr lang="en-US" sz="1100" b="0" i="0">
                        <a:solidFill>
                          <a:schemeClr val="tx1"/>
                        </a:solidFill>
                        <a:latin typeface="Lato" panose="020F0502020204030203" pitchFamily="34" charset="77"/>
                        <a:cs typeface="Calibri Light" panose="020F0302020204030204" pitchFamily="34" charset="0"/>
                      </a:endParaRPr>
                    </a:p>
                  </a:txBody>
                  <a:tcPr marL="130983" marR="130983" marT="130983" marB="130983" anchor="ctr"/>
                </a:tc>
                <a:extLst>
                  <a:ext uri="{0D108BD9-81ED-4DB2-BD59-A6C34878D82A}">
                    <a16:rowId xmlns:a16="http://schemas.microsoft.com/office/drawing/2014/main" val="1574440463"/>
                  </a:ext>
                </a:extLst>
              </a:tr>
              <a:tr h="725551"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>
                          <a:solidFill>
                            <a:schemeClr val="tx1"/>
                          </a:solidFill>
                          <a:latin typeface="Lato" panose="020F0502020204030203" pitchFamily="34" charset="77"/>
                        </a:rPr>
                        <a:t>Text here</a:t>
                      </a:r>
                      <a:endParaRPr lang="en-US" sz="1100" b="0" i="0">
                        <a:solidFill>
                          <a:schemeClr val="tx1"/>
                        </a:solidFill>
                        <a:latin typeface="Lato" panose="020F0502020204030203" pitchFamily="34" charset="77"/>
                        <a:cs typeface="Calibri Light" panose="020F0302020204030204" pitchFamily="34" charset="0"/>
                      </a:endParaRPr>
                    </a:p>
                  </a:txBody>
                  <a:tcPr marL="130983" marR="130983" marT="130983" marB="130983" anchor="ctr"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>
                          <a:solidFill>
                            <a:schemeClr val="tx1"/>
                          </a:solidFill>
                          <a:latin typeface="Lato" panose="020F0502020204030203" pitchFamily="34" charset="77"/>
                        </a:rPr>
                        <a:t>Text here</a:t>
                      </a:r>
                      <a:endParaRPr lang="en-US" sz="1100" b="0" i="0">
                        <a:solidFill>
                          <a:schemeClr val="tx1"/>
                        </a:solidFill>
                        <a:latin typeface="Lato" panose="020F0502020204030203" pitchFamily="34" charset="77"/>
                        <a:cs typeface="Calibri Light" panose="020F0302020204030204" pitchFamily="34" charset="0"/>
                      </a:endParaRPr>
                    </a:p>
                  </a:txBody>
                  <a:tcPr marL="130983" marR="130983" marT="130983" marB="130983" anchor="ctr"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>
                          <a:solidFill>
                            <a:schemeClr val="tx1"/>
                          </a:solidFill>
                          <a:latin typeface="Lato" panose="020F0502020204030203" pitchFamily="34" charset="77"/>
                        </a:rPr>
                        <a:t>Text here</a:t>
                      </a:r>
                      <a:endParaRPr lang="en-US" sz="1100" b="0" i="0">
                        <a:solidFill>
                          <a:schemeClr val="tx1"/>
                        </a:solidFill>
                        <a:latin typeface="Lato" panose="020F0502020204030203" pitchFamily="34" charset="77"/>
                        <a:cs typeface="Calibri Light" panose="020F0302020204030204" pitchFamily="34" charset="0"/>
                      </a:endParaRPr>
                    </a:p>
                  </a:txBody>
                  <a:tcPr marL="130983" marR="130983" marT="130983" marB="130983" anchor="ctr"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>
                          <a:solidFill>
                            <a:schemeClr val="tx1"/>
                          </a:solidFill>
                          <a:latin typeface="Lato" panose="020F0502020204030203" pitchFamily="34" charset="77"/>
                        </a:rPr>
                        <a:t>Text here</a:t>
                      </a:r>
                      <a:endParaRPr lang="en-US" sz="1100" b="0" i="0">
                        <a:solidFill>
                          <a:schemeClr val="tx1"/>
                        </a:solidFill>
                        <a:latin typeface="Lato" panose="020F0502020204030203" pitchFamily="34" charset="77"/>
                        <a:cs typeface="Calibri Light" panose="020F0302020204030204" pitchFamily="34" charset="0"/>
                      </a:endParaRPr>
                    </a:p>
                  </a:txBody>
                  <a:tcPr marL="130983" marR="130983" marT="130983" marB="130983" anchor="ctr"/>
                </a:tc>
                <a:extLst>
                  <a:ext uri="{0D108BD9-81ED-4DB2-BD59-A6C34878D82A}">
                    <a16:rowId xmlns:a16="http://schemas.microsoft.com/office/drawing/2014/main" val="10305389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28245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DE40F636-B828-71BF-33AC-467B9B753D5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1DBB8CD-B09A-7C4A-B536-B82CBB9AB2AA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D7B257-6654-9942-CC69-5C582783DF6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/>
              <a:t>screenshots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89B27-EB81-568A-6165-778296134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+mj-lt"/>
              </a:rPr>
              <a:t>Calling your attention to the screen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D94F49FC-6E11-0637-5893-CAAB44806B0F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/>
              <a:t>Copyright © 2026 Kinaxis. All Rights Reserved. Access limited to internal use only.</a:t>
            </a:r>
          </a:p>
        </p:txBody>
      </p:sp>
      <p:sp>
        <p:nvSpPr>
          <p:cNvPr id="9" name="Pentagon 8">
            <a:extLst>
              <a:ext uri="{FF2B5EF4-FFF2-40B4-BE49-F238E27FC236}">
                <a16:creationId xmlns:a16="http://schemas.microsoft.com/office/drawing/2014/main" id="{8F23F151-BB3D-9268-66AE-A0F41C5BBDB3}"/>
              </a:ext>
            </a:extLst>
          </p:cNvPr>
          <p:cNvSpPr/>
          <p:nvPr/>
        </p:nvSpPr>
        <p:spPr>
          <a:xfrm>
            <a:off x="1541517" y="2859104"/>
            <a:ext cx="1420888" cy="493845"/>
          </a:xfrm>
          <a:prstGeom prst="homePlate">
            <a:avLst/>
          </a:prstGeom>
          <a:solidFill>
            <a:schemeClr val="accent4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  <a:latin typeface="Lato" panose="020F0502020204030203" pitchFamily="34" charset="77"/>
              </a:rPr>
              <a:t>Point out details</a:t>
            </a:r>
          </a:p>
        </p:txBody>
      </p:sp>
      <p:sp>
        <p:nvSpPr>
          <p:cNvPr id="11" name="Pentagon 10">
            <a:extLst>
              <a:ext uri="{FF2B5EF4-FFF2-40B4-BE49-F238E27FC236}">
                <a16:creationId xmlns:a16="http://schemas.microsoft.com/office/drawing/2014/main" id="{BF134E12-D86E-D5FB-8566-4D8D7A5FEFFE}"/>
              </a:ext>
            </a:extLst>
          </p:cNvPr>
          <p:cNvSpPr/>
          <p:nvPr/>
        </p:nvSpPr>
        <p:spPr>
          <a:xfrm flipH="1">
            <a:off x="9392154" y="4323314"/>
            <a:ext cx="2036028" cy="493845"/>
          </a:xfrm>
          <a:prstGeom prst="homePlate">
            <a:avLst/>
          </a:prstGeom>
          <a:solidFill>
            <a:schemeClr val="accent4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  <a:latin typeface="Lato" panose="020F0502020204030203" pitchFamily="34" charset="77"/>
              </a:rPr>
              <a:t>Point out details</a:t>
            </a:r>
          </a:p>
        </p:txBody>
      </p:sp>
    </p:spTree>
    <p:extLst>
      <p:ext uri="{BB962C8B-B14F-4D97-AF65-F5344CB8AC3E}">
        <p14:creationId xmlns:p14="http://schemas.microsoft.com/office/powerpoint/2010/main" val="3574929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0481256-4118-2D30-BF9C-FD38781C6DA8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F2A12B4-C9DA-F579-FA31-10484DD2EB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724" y="1870226"/>
            <a:ext cx="3293144" cy="1325563"/>
          </a:xfrm>
        </p:spPr>
        <p:txBody>
          <a:bodyPr>
            <a:normAutofit/>
          </a:bodyPr>
          <a:lstStyle/>
          <a:p>
            <a:r>
              <a:rPr lang="en-US">
                <a:latin typeface="+mj-lt"/>
              </a:rPr>
              <a:t>Show off the details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479F2C-AEAC-83D2-B826-1A642A68CDD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4025" y="1525588"/>
            <a:ext cx="2100263" cy="206375"/>
          </a:xfrm>
        </p:spPr>
        <p:txBody>
          <a:bodyPr>
            <a:normAutofit fontScale="92500" lnSpcReduction="10000"/>
          </a:bodyPr>
          <a:lstStyle/>
          <a:p>
            <a:r>
              <a:rPr lang="en-US"/>
              <a:t>Large laptop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C18CE9-7B6E-154A-D19C-6BE925B0DF9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3610" y="3429000"/>
            <a:ext cx="2727748" cy="1543864"/>
          </a:xfrm>
        </p:spPr>
        <p:txBody>
          <a:bodyPr>
            <a:normAutofit/>
          </a:bodyPr>
          <a:lstStyle/>
          <a:p>
            <a:r>
              <a:rPr lang="en-US" sz="1600">
                <a:latin typeface="+mn-lt"/>
              </a:rPr>
              <a:t>Add a short description. Add a short description.</a:t>
            </a:r>
          </a:p>
          <a:p>
            <a:r>
              <a:rPr lang="en-US" sz="1600">
                <a:latin typeface="+mn-lt"/>
              </a:rPr>
              <a:t>Use the chevron flags to call attention to certain areas or details on the screenshot.</a:t>
            </a:r>
          </a:p>
        </p:txBody>
      </p:sp>
      <p:sp>
        <p:nvSpPr>
          <p:cNvPr id="6" name="Pentagon 5">
            <a:extLst>
              <a:ext uri="{FF2B5EF4-FFF2-40B4-BE49-F238E27FC236}">
                <a16:creationId xmlns:a16="http://schemas.microsoft.com/office/drawing/2014/main" id="{0AAC7DE1-9628-9512-5BBB-52B9E7DF0E34}"/>
              </a:ext>
            </a:extLst>
          </p:cNvPr>
          <p:cNvSpPr/>
          <p:nvPr/>
        </p:nvSpPr>
        <p:spPr>
          <a:xfrm>
            <a:off x="3673341" y="1498596"/>
            <a:ext cx="1523761" cy="493845"/>
          </a:xfrm>
          <a:prstGeom prst="homePlate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Lato" panose="020F0502020204030203" pitchFamily="34" charset="77"/>
              </a:rPr>
              <a:t>Point out details</a:t>
            </a:r>
          </a:p>
        </p:txBody>
      </p:sp>
      <p:sp>
        <p:nvSpPr>
          <p:cNvPr id="7" name="Pentagon 6">
            <a:extLst>
              <a:ext uri="{FF2B5EF4-FFF2-40B4-BE49-F238E27FC236}">
                <a16:creationId xmlns:a16="http://schemas.microsoft.com/office/drawing/2014/main" id="{9C4F204E-B7E2-F37A-C37D-939E2B5C348D}"/>
              </a:ext>
            </a:extLst>
          </p:cNvPr>
          <p:cNvSpPr/>
          <p:nvPr/>
        </p:nvSpPr>
        <p:spPr>
          <a:xfrm flipH="1">
            <a:off x="9903326" y="3707087"/>
            <a:ext cx="1523761" cy="493845"/>
          </a:xfrm>
          <a:prstGeom prst="homePlate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Lato" panose="020F0502020204030203" pitchFamily="34" charset="77"/>
              </a:rPr>
              <a:t>Point out details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1E3A68C3-665C-3E92-7DA7-A3C89D589754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1599786" y="6311236"/>
            <a:ext cx="3493221" cy="365125"/>
          </a:xfrm>
        </p:spPr>
        <p:txBody>
          <a:bodyPr/>
          <a:lstStyle/>
          <a:p>
            <a:r>
              <a:rPr lang="en-US"/>
              <a:t>Copyright © 2026 Kinaxis. All Rights Reserved. Access limited to internal use only.</a:t>
            </a:r>
          </a:p>
        </p:txBody>
      </p:sp>
    </p:spTree>
    <p:extLst>
      <p:ext uri="{BB962C8B-B14F-4D97-AF65-F5344CB8AC3E}">
        <p14:creationId xmlns:p14="http://schemas.microsoft.com/office/powerpoint/2010/main" val="32906373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Placeholder 17">
            <a:extLst>
              <a:ext uri="{FF2B5EF4-FFF2-40B4-BE49-F238E27FC236}">
                <a16:creationId xmlns:a16="http://schemas.microsoft.com/office/drawing/2014/main" id="{656B8135-F82E-7AFF-3A00-43A5C8A829AB}"/>
              </a:ext>
            </a:extLst>
          </p:cNvPr>
          <p:cNvPicPr>
            <a:picLocks noGrp="1" noChangeAspect="1"/>
          </p:cNvPicPr>
          <p:nvPr>
            <p:ph type="pic" sz="quarter" idx="26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13" r="113"/>
          <a:stretch/>
        </p:blipFill>
        <p:spPr/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D1C3CA-CC93-7330-2EB2-4CFC659D189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/>
              <a:t>Three column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41AD1DF-EA51-86E9-2FF4-FD76B42B6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>
            <a:normAutofit/>
          </a:bodyPr>
          <a:lstStyle/>
          <a:p>
            <a:r>
              <a:rPr lang="en-US" sz="4400"/>
              <a:t>Open space to grow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9AB3772-55B1-07AD-A5E6-1DCB4E31F1F3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590854" y="2631256"/>
            <a:ext cx="7158989" cy="2612053"/>
          </a:xfrm>
        </p:spPr>
        <p:txBody>
          <a:bodyPr>
            <a:normAutofit/>
          </a:bodyPr>
          <a:lstStyle/>
          <a:p>
            <a:r>
              <a:rPr lang="en-US"/>
              <a:t>The template does have flexibility to flex with your content.</a:t>
            </a:r>
          </a:p>
          <a:p>
            <a:r>
              <a:rPr lang="en-US"/>
              <a:t>Feel free to adjust sizing, spacing, and placeholders depending on what your presentation needs. </a:t>
            </a:r>
          </a:p>
          <a:p>
            <a:r>
              <a:rPr lang="en-US"/>
              <a:t>Let the layouts help guide in you the right direction.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840485E8-17BD-181D-60AA-29608EB4F128}"/>
              </a:ext>
            </a:extLst>
          </p:cNvPr>
          <p:cNvSpPr>
            <a:spLocks noGrp="1"/>
          </p:cNvSpPr>
          <p:nvPr>
            <p:ph type="ftr" sz="quarter" idx="32"/>
          </p:nvPr>
        </p:nvSpPr>
        <p:spPr/>
        <p:txBody>
          <a:bodyPr/>
          <a:lstStyle/>
          <a:p>
            <a:r>
              <a:rPr lang="en-US">
                <a:solidFill>
                  <a:schemeClr val="bg2"/>
                </a:solidFill>
              </a:rPr>
              <a:t>Copyright © 2026 Kinaxis. All Rights Reserved. Access limited to internal use only.</a:t>
            </a:r>
          </a:p>
        </p:txBody>
      </p:sp>
    </p:spTree>
    <p:extLst>
      <p:ext uri="{BB962C8B-B14F-4D97-AF65-F5344CB8AC3E}">
        <p14:creationId xmlns:p14="http://schemas.microsoft.com/office/powerpoint/2010/main" val="2458316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A92DDC9-2FA5-D003-0872-762C992FF33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890366" y="2202652"/>
            <a:ext cx="3920053" cy="2305971"/>
          </a:xfrm>
        </p:spPr>
        <p:txBody>
          <a:bodyPr/>
          <a:lstStyle/>
          <a:p>
            <a:r>
              <a:rPr lang="en-US">
                <a:latin typeface="+mn-lt"/>
              </a:rPr>
              <a:t>Jane Smith</a:t>
            </a:r>
          </a:p>
          <a:p>
            <a:pPr lvl="1" indent="0">
              <a:buNone/>
            </a:pPr>
            <a:r>
              <a:rPr lang="en-US">
                <a:latin typeface="+mn-l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smithj@kinaxis.com</a:t>
            </a:r>
            <a:endParaRPr lang="en-US">
              <a:latin typeface="+mn-lt"/>
            </a:endParaRPr>
          </a:p>
          <a:p>
            <a:pPr lvl="1" indent="0">
              <a:buNone/>
            </a:pPr>
            <a:r>
              <a:rPr lang="en-US">
                <a:latin typeface="+mn-lt"/>
              </a:rPr>
              <a:t>555-555-5555</a:t>
            </a:r>
          </a:p>
        </p:txBody>
      </p:sp>
    </p:spTree>
    <p:extLst>
      <p:ext uri="{BB962C8B-B14F-4D97-AF65-F5344CB8AC3E}">
        <p14:creationId xmlns:p14="http://schemas.microsoft.com/office/powerpoint/2010/main" val="1656157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9656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3CEB599-EA5A-F7CD-BA3E-A6EA3397638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>
                <a:latin typeface="+mn-lt"/>
              </a:rPr>
              <a:t>Assets pulled from template to use as needed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0A2BF6E-2A3E-D29D-0F53-B06AB2DDC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+mj-lt"/>
              </a:rPr>
              <a:t>Reference Slides</a:t>
            </a:r>
          </a:p>
        </p:txBody>
      </p:sp>
    </p:spTree>
    <p:extLst>
      <p:ext uri="{BB962C8B-B14F-4D97-AF65-F5344CB8AC3E}">
        <p14:creationId xmlns:p14="http://schemas.microsoft.com/office/powerpoint/2010/main" val="274766465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icture Placeholder 139">
            <a:extLst>
              <a:ext uri="{FF2B5EF4-FFF2-40B4-BE49-F238E27FC236}">
                <a16:creationId xmlns:a16="http://schemas.microsoft.com/office/drawing/2014/main" id="{D05324A0-14E8-F456-C0AD-7615CC5DE200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4" name="Text Placeholder 133">
            <a:extLst>
              <a:ext uri="{FF2B5EF4-FFF2-40B4-BE49-F238E27FC236}">
                <a16:creationId xmlns:a16="http://schemas.microsoft.com/office/drawing/2014/main" id="{936C10E3-F81C-8084-CD5D-97139267530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5" name="Text Placeholder 134">
            <a:extLst>
              <a:ext uri="{FF2B5EF4-FFF2-40B4-BE49-F238E27FC236}">
                <a16:creationId xmlns:a16="http://schemas.microsoft.com/office/drawing/2014/main" id="{44B2C4BD-B5AA-0873-E135-24CF6CF0CEB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6" name="Text Placeholder 135">
            <a:extLst>
              <a:ext uri="{FF2B5EF4-FFF2-40B4-BE49-F238E27FC236}">
                <a16:creationId xmlns:a16="http://schemas.microsoft.com/office/drawing/2014/main" id="{F3F1D70A-B4BC-0E9A-09CA-69DC7730804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7" name="Text Placeholder 136">
            <a:extLst>
              <a:ext uri="{FF2B5EF4-FFF2-40B4-BE49-F238E27FC236}">
                <a16:creationId xmlns:a16="http://schemas.microsoft.com/office/drawing/2014/main" id="{B1780DB1-6440-F7E9-6F81-0609EE3BB13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8" name="Text Placeholder 137">
            <a:extLst>
              <a:ext uri="{FF2B5EF4-FFF2-40B4-BE49-F238E27FC236}">
                <a16:creationId xmlns:a16="http://schemas.microsoft.com/office/drawing/2014/main" id="{216AA831-AC4C-896B-FDCE-E7CF33CFB1F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9" name="Text Placeholder 138">
            <a:extLst>
              <a:ext uri="{FF2B5EF4-FFF2-40B4-BE49-F238E27FC236}">
                <a16:creationId xmlns:a16="http://schemas.microsoft.com/office/drawing/2014/main" id="{1C453737-5080-ADD1-7071-A1A07296A0E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1" name="Text Placeholder 140">
            <a:extLst>
              <a:ext uri="{FF2B5EF4-FFF2-40B4-BE49-F238E27FC236}">
                <a16:creationId xmlns:a16="http://schemas.microsoft.com/office/drawing/2014/main" id="{275B6F94-75A2-491C-922D-5CE7DC1FE09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2" name="Text Placeholder 141">
            <a:extLst>
              <a:ext uri="{FF2B5EF4-FFF2-40B4-BE49-F238E27FC236}">
                <a16:creationId xmlns:a16="http://schemas.microsoft.com/office/drawing/2014/main" id="{053A268D-9F71-694E-8AA4-46D05F4252A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3" name="Text Placeholder 142">
            <a:extLst>
              <a:ext uri="{FF2B5EF4-FFF2-40B4-BE49-F238E27FC236}">
                <a16:creationId xmlns:a16="http://schemas.microsoft.com/office/drawing/2014/main" id="{D2C32DB0-7C12-93FD-398A-8183DA5A046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4" name="Text Placeholder 143">
            <a:extLst>
              <a:ext uri="{FF2B5EF4-FFF2-40B4-BE49-F238E27FC236}">
                <a16:creationId xmlns:a16="http://schemas.microsoft.com/office/drawing/2014/main" id="{C32B0311-B504-D43A-DF3F-7594602608A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5" name="Text Placeholder 144">
            <a:extLst>
              <a:ext uri="{FF2B5EF4-FFF2-40B4-BE49-F238E27FC236}">
                <a16:creationId xmlns:a16="http://schemas.microsoft.com/office/drawing/2014/main" id="{A36B5315-07C9-6E01-CB97-864F3D06977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6" name="Text Placeholder 145">
            <a:extLst>
              <a:ext uri="{FF2B5EF4-FFF2-40B4-BE49-F238E27FC236}">
                <a16:creationId xmlns:a16="http://schemas.microsoft.com/office/drawing/2014/main" id="{2B6032AF-0A9D-DFFF-7C5A-A9D60144C425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3" name="Title 132">
            <a:extLst>
              <a:ext uri="{FF2B5EF4-FFF2-40B4-BE49-F238E27FC236}">
                <a16:creationId xmlns:a16="http://schemas.microsoft.com/office/drawing/2014/main" id="{BF12A247-E53A-244B-B6BC-4521B6DC1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03EF4BEA-E8C9-7B07-47B6-DA9C49739FE1}"/>
              </a:ext>
            </a:extLst>
          </p:cNvPr>
          <p:cNvGrpSpPr/>
          <p:nvPr/>
        </p:nvGrpSpPr>
        <p:grpSpPr>
          <a:xfrm>
            <a:off x="7990651" y="3079329"/>
            <a:ext cx="13896" cy="2847585"/>
            <a:chOff x="7990651" y="3079329"/>
            <a:chExt cx="13896" cy="2847585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E57791EF-29CA-5CC4-D9CA-D0E3BE628DB3}"/>
                </a:ext>
              </a:extLst>
            </p:cNvPr>
            <p:cNvCxnSpPr>
              <a:cxnSpLocks/>
            </p:cNvCxnSpPr>
            <p:nvPr/>
          </p:nvCxnSpPr>
          <p:spPr>
            <a:xfrm>
              <a:off x="7990651" y="3079329"/>
              <a:ext cx="0" cy="203689"/>
            </a:xfrm>
            <a:prstGeom prst="line">
              <a:avLst/>
            </a:prstGeom>
            <a:ln w="15875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CD30451E-27C7-4F89-5C8E-A38B63BCDFAE}"/>
                </a:ext>
              </a:extLst>
            </p:cNvPr>
            <p:cNvCxnSpPr>
              <a:cxnSpLocks/>
            </p:cNvCxnSpPr>
            <p:nvPr/>
          </p:nvCxnSpPr>
          <p:spPr>
            <a:xfrm>
              <a:off x="7990651" y="3604798"/>
              <a:ext cx="0" cy="203689"/>
            </a:xfrm>
            <a:prstGeom prst="line">
              <a:avLst/>
            </a:prstGeom>
            <a:ln w="15875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3034038-ED46-6AC9-1271-CFF0BD123F91}"/>
                </a:ext>
              </a:extLst>
            </p:cNvPr>
            <p:cNvCxnSpPr>
              <a:cxnSpLocks/>
            </p:cNvCxnSpPr>
            <p:nvPr/>
          </p:nvCxnSpPr>
          <p:spPr>
            <a:xfrm>
              <a:off x="7990651" y="4139966"/>
              <a:ext cx="0" cy="203689"/>
            </a:xfrm>
            <a:prstGeom prst="line">
              <a:avLst/>
            </a:prstGeom>
            <a:ln w="15875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545DFBA-4587-BE53-7B67-8985F1F34DAD}"/>
                </a:ext>
              </a:extLst>
            </p:cNvPr>
            <p:cNvCxnSpPr>
              <a:cxnSpLocks/>
            </p:cNvCxnSpPr>
            <p:nvPr/>
          </p:nvCxnSpPr>
          <p:spPr>
            <a:xfrm>
              <a:off x="7990651" y="4680917"/>
              <a:ext cx="0" cy="203689"/>
            </a:xfrm>
            <a:prstGeom prst="line">
              <a:avLst/>
            </a:prstGeom>
            <a:ln w="15875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FF90462-671C-DA6F-4135-F24959B28D02}"/>
                </a:ext>
              </a:extLst>
            </p:cNvPr>
            <p:cNvCxnSpPr>
              <a:cxnSpLocks/>
            </p:cNvCxnSpPr>
            <p:nvPr/>
          </p:nvCxnSpPr>
          <p:spPr>
            <a:xfrm>
              <a:off x="8004547" y="5213546"/>
              <a:ext cx="0" cy="203689"/>
            </a:xfrm>
            <a:prstGeom prst="line">
              <a:avLst/>
            </a:prstGeom>
            <a:ln w="15875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2C4B75D8-BAF3-4FEA-5CCD-8CC22DBBE0F4}"/>
                </a:ext>
              </a:extLst>
            </p:cNvPr>
            <p:cNvCxnSpPr>
              <a:cxnSpLocks/>
            </p:cNvCxnSpPr>
            <p:nvPr/>
          </p:nvCxnSpPr>
          <p:spPr>
            <a:xfrm>
              <a:off x="8004547" y="5723225"/>
              <a:ext cx="0" cy="203689"/>
            </a:xfrm>
            <a:prstGeom prst="line">
              <a:avLst/>
            </a:prstGeom>
            <a:ln w="15875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8982197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0576DE11-5265-652C-3103-72595CEEB35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4" name="Text Placeholder 53">
            <a:extLst>
              <a:ext uri="{FF2B5EF4-FFF2-40B4-BE49-F238E27FC236}">
                <a16:creationId xmlns:a16="http://schemas.microsoft.com/office/drawing/2014/main" id="{0548DC40-73D8-7BE0-D0D3-3934FA4339E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85F0BF31-E4E9-3175-779D-E25658B96F8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6" name="Text Placeholder 55">
            <a:extLst>
              <a:ext uri="{FF2B5EF4-FFF2-40B4-BE49-F238E27FC236}">
                <a16:creationId xmlns:a16="http://schemas.microsoft.com/office/drawing/2014/main" id="{41E59990-8F5C-7821-6627-32373A36425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7" name="Text Placeholder 56">
            <a:extLst>
              <a:ext uri="{FF2B5EF4-FFF2-40B4-BE49-F238E27FC236}">
                <a16:creationId xmlns:a16="http://schemas.microsoft.com/office/drawing/2014/main" id="{2D358E81-1043-8586-AD5B-BDBF462CDE6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8" name="Text Placeholder 57">
            <a:extLst>
              <a:ext uri="{FF2B5EF4-FFF2-40B4-BE49-F238E27FC236}">
                <a16:creationId xmlns:a16="http://schemas.microsoft.com/office/drawing/2014/main" id="{A801240D-4EDB-FB9A-442C-05E6825070D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9" name="Text Placeholder 58">
            <a:extLst>
              <a:ext uri="{FF2B5EF4-FFF2-40B4-BE49-F238E27FC236}">
                <a16:creationId xmlns:a16="http://schemas.microsoft.com/office/drawing/2014/main" id="{165DC520-4112-DF06-9C40-46AAB6DEB87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0" name="Text Placeholder 59">
            <a:extLst>
              <a:ext uri="{FF2B5EF4-FFF2-40B4-BE49-F238E27FC236}">
                <a16:creationId xmlns:a16="http://schemas.microsoft.com/office/drawing/2014/main" id="{34D430A7-0856-8AB3-6AAE-BA5247C1DB9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1" name="Text Placeholder 60">
            <a:extLst>
              <a:ext uri="{FF2B5EF4-FFF2-40B4-BE49-F238E27FC236}">
                <a16:creationId xmlns:a16="http://schemas.microsoft.com/office/drawing/2014/main" id="{52399554-DD2B-269A-1604-C614C8968EB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2" name="Text Placeholder 61">
            <a:extLst>
              <a:ext uri="{FF2B5EF4-FFF2-40B4-BE49-F238E27FC236}">
                <a16:creationId xmlns:a16="http://schemas.microsoft.com/office/drawing/2014/main" id="{DCADCB01-55EF-F545-947D-47D521CFA4D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3" name="Text Placeholder 62">
            <a:extLst>
              <a:ext uri="{FF2B5EF4-FFF2-40B4-BE49-F238E27FC236}">
                <a16:creationId xmlns:a16="http://schemas.microsoft.com/office/drawing/2014/main" id="{0E5CB82E-D9ED-5302-224A-E0D99969F76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4" name="Text Placeholder 63">
            <a:extLst>
              <a:ext uri="{FF2B5EF4-FFF2-40B4-BE49-F238E27FC236}">
                <a16:creationId xmlns:a16="http://schemas.microsoft.com/office/drawing/2014/main" id="{FA2C8327-358A-F299-7EE2-0E77CC9931DC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2" name="Title 51">
            <a:extLst>
              <a:ext uri="{FF2B5EF4-FFF2-40B4-BE49-F238E27FC236}">
                <a16:creationId xmlns:a16="http://schemas.microsoft.com/office/drawing/2014/main" id="{72DC1623-2DC1-C532-F017-40F7504F53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0642" y="2255177"/>
            <a:ext cx="2768426" cy="1438516"/>
          </a:xfrm>
        </p:spPr>
        <p:txBody>
          <a:bodyPr/>
          <a:lstStyle/>
          <a:p>
            <a:endParaRPr lang="en-US"/>
          </a:p>
        </p:txBody>
      </p:sp>
      <p:sp>
        <p:nvSpPr>
          <p:cNvPr id="34" name="Footer Placeholder 33">
            <a:extLst>
              <a:ext uri="{FF2B5EF4-FFF2-40B4-BE49-F238E27FC236}">
                <a16:creationId xmlns:a16="http://schemas.microsoft.com/office/drawing/2014/main" id="{7AEFE2E4-E216-A8ED-5101-B32461949A9B}"/>
              </a:ext>
            </a:extLst>
          </p:cNvPr>
          <p:cNvSpPr>
            <a:spLocks noGrp="1"/>
          </p:cNvSpPr>
          <p:nvPr>
            <p:ph type="ftr" sz="quarter" idx="32"/>
          </p:nvPr>
        </p:nvSpPr>
        <p:spPr/>
        <p:txBody>
          <a:bodyPr/>
          <a:lstStyle/>
          <a:p>
            <a:r>
              <a:rPr lang="en-US"/>
              <a:t>Copyright © 2026 Kinaxis. All Rights Reserved. Access limited to internal use only.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5136E06-2AD8-00D5-7251-3B44184FC468}"/>
              </a:ext>
            </a:extLst>
          </p:cNvPr>
          <p:cNvCxnSpPr>
            <a:cxnSpLocks/>
          </p:cNvCxnSpPr>
          <p:nvPr/>
        </p:nvCxnSpPr>
        <p:spPr>
          <a:xfrm>
            <a:off x="5060095" y="2443577"/>
            <a:ext cx="0" cy="203689"/>
          </a:xfrm>
          <a:prstGeom prst="line">
            <a:avLst/>
          </a:prstGeom>
          <a:ln w="158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89910CD-9882-8B22-396B-794AC6E16C9F}"/>
              </a:ext>
            </a:extLst>
          </p:cNvPr>
          <p:cNvCxnSpPr>
            <a:cxnSpLocks/>
          </p:cNvCxnSpPr>
          <p:nvPr/>
        </p:nvCxnSpPr>
        <p:spPr>
          <a:xfrm>
            <a:off x="5060095" y="2974436"/>
            <a:ext cx="0" cy="203689"/>
          </a:xfrm>
          <a:prstGeom prst="line">
            <a:avLst/>
          </a:prstGeom>
          <a:ln w="158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3D828C7-312A-2931-3336-20326F2437A4}"/>
              </a:ext>
            </a:extLst>
          </p:cNvPr>
          <p:cNvCxnSpPr>
            <a:cxnSpLocks/>
          </p:cNvCxnSpPr>
          <p:nvPr/>
        </p:nvCxnSpPr>
        <p:spPr>
          <a:xfrm>
            <a:off x="5070767" y="3474509"/>
            <a:ext cx="0" cy="203689"/>
          </a:xfrm>
          <a:prstGeom prst="line">
            <a:avLst/>
          </a:prstGeom>
          <a:ln w="158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DAC0DFB-5B84-1989-E301-2449868EC312}"/>
              </a:ext>
            </a:extLst>
          </p:cNvPr>
          <p:cNvCxnSpPr>
            <a:cxnSpLocks/>
          </p:cNvCxnSpPr>
          <p:nvPr/>
        </p:nvCxnSpPr>
        <p:spPr>
          <a:xfrm>
            <a:off x="8772051" y="2443577"/>
            <a:ext cx="0" cy="203689"/>
          </a:xfrm>
          <a:prstGeom prst="line">
            <a:avLst/>
          </a:prstGeom>
          <a:ln w="158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81669D5-C646-421E-C626-EEFE780A16D2}"/>
              </a:ext>
            </a:extLst>
          </p:cNvPr>
          <p:cNvCxnSpPr>
            <a:cxnSpLocks/>
          </p:cNvCxnSpPr>
          <p:nvPr/>
        </p:nvCxnSpPr>
        <p:spPr>
          <a:xfrm>
            <a:off x="8772051" y="2974436"/>
            <a:ext cx="0" cy="203689"/>
          </a:xfrm>
          <a:prstGeom prst="line">
            <a:avLst/>
          </a:prstGeom>
          <a:ln w="158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FACF83C-7401-78CA-6BCB-B6533833B85E}"/>
              </a:ext>
            </a:extLst>
          </p:cNvPr>
          <p:cNvCxnSpPr>
            <a:cxnSpLocks/>
          </p:cNvCxnSpPr>
          <p:nvPr/>
        </p:nvCxnSpPr>
        <p:spPr>
          <a:xfrm>
            <a:off x="8772051" y="3474509"/>
            <a:ext cx="0" cy="203689"/>
          </a:xfrm>
          <a:prstGeom prst="line">
            <a:avLst/>
          </a:prstGeom>
          <a:ln w="158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164723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B2A65B1-4FE5-A56A-7375-851DB7399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Chevron Flags</a:t>
            </a:r>
            <a:endParaRPr lang="en-US">
              <a:latin typeface="+mj-lt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0A4897-7161-870D-D4C4-FEA5AB8F191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/>
              <a:t>reference</a:t>
            </a:r>
          </a:p>
        </p:txBody>
      </p:sp>
      <p:sp>
        <p:nvSpPr>
          <p:cNvPr id="45" name="Text Placeholder 44">
            <a:extLst>
              <a:ext uri="{FF2B5EF4-FFF2-40B4-BE49-F238E27FC236}">
                <a16:creationId xmlns:a16="http://schemas.microsoft.com/office/drawing/2014/main" id="{DF615A1C-66CC-94B9-C251-986D0A07EE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In primary and secondary colors</a:t>
            </a:r>
          </a:p>
        </p:txBody>
      </p:sp>
      <p:sp>
        <p:nvSpPr>
          <p:cNvPr id="43" name="Footer Placeholder 42">
            <a:extLst>
              <a:ext uri="{FF2B5EF4-FFF2-40B4-BE49-F238E27FC236}">
                <a16:creationId xmlns:a16="http://schemas.microsoft.com/office/drawing/2014/main" id="{0DD888F9-EFD9-138C-70FA-BF69C6B2DAF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Copyright © 2026 Kinaxis. All Rights Reserved. Access limited to internal use only.</a:t>
            </a:r>
          </a:p>
        </p:txBody>
      </p:sp>
      <p:sp>
        <p:nvSpPr>
          <p:cNvPr id="9" name="Right Arrow 8">
            <a:extLst>
              <a:ext uri="{FF2B5EF4-FFF2-40B4-BE49-F238E27FC236}">
                <a16:creationId xmlns:a16="http://schemas.microsoft.com/office/drawing/2014/main" id="{53194FD6-064A-4367-963B-D6FD8F6E77B1}"/>
              </a:ext>
            </a:extLst>
          </p:cNvPr>
          <p:cNvSpPr/>
          <p:nvPr/>
        </p:nvSpPr>
        <p:spPr>
          <a:xfrm>
            <a:off x="6641030" y="1080880"/>
            <a:ext cx="1646939" cy="714796"/>
          </a:xfrm>
          <a:prstGeom prst="rightArrow">
            <a:avLst>
              <a:gd name="adj1" fmla="val 100000"/>
              <a:gd name="adj2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solidFill>
                <a:schemeClr val="tx1"/>
              </a:solidFill>
              <a:latin typeface="Lato" panose="020F0502020204030203" pitchFamily="34" charset="77"/>
            </a:endParaRP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CBDB6C58-CBC4-3628-2C76-6786BD9C4898}"/>
              </a:ext>
            </a:extLst>
          </p:cNvPr>
          <p:cNvSpPr txBox="1">
            <a:spLocks/>
          </p:cNvSpPr>
          <p:nvPr/>
        </p:nvSpPr>
        <p:spPr>
          <a:xfrm>
            <a:off x="6641030" y="572087"/>
            <a:ext cx="1646939" cy="293787"/>
          </a:xfrm>
          <a:prstGeom prst="rect">
            <a:avLst/>
          </a:prstGeom>
        </p:spPr>
        <p:txBody>
          <a:bodyPr anchor="b"/>
          <a:lstStyle>
            <a:lvl1pPr marL="0">
              <a:lnSpc>
                <a:spcPct val="90000"/>
              </a:lnSpc>
              <a:defRPr sz="5400" b="0" i="0" spc="-15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940" spc="0">
                <a:latin typeface="+mn-lt"/>
              </a:rPr>
              <a:t>Primary</a:t>
            </a:r>
            <a:endParaRPr lang="en-US" sz="1940" spc="0">
              <a:latin typeface="+mn-lt"/>
              <a:cs typeface="Calibri" panose="020F0502020204030204" pitchFamily="34" charset="0"/>
            </a:endParaRPr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4B5CE8C9-4031-D9C9-B464-16DA37F72B79}"/>
              </a:ext>
            </a:extLst>
          </p:cNvPr>
          <p:cNvSpPr/>
          <p:nvPr/>
        </p:nvSpPr>
        <p:spPr>
          <a:xfrm>
            <a:off x="6641030" y="2081196"/>
            <a:ext cx="1646939" cy="714796"/>
          </a:xfrm>
          <a:prstGeom prst="rightArrow">
            <a:avLst>
              <a:gd name="adj1" fmla="val 100000"/>
              <a:gd name="adj2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solidFill>
                <a:schemeClr val="bg1"/>
              </a:solidFill>
              <a:latin typeface="Lato" panose="020F0502020204030203" pitchFamily="34" charset="77"/>
            </a:endParaRPr>
          </a:p>
        </p:txBody>
      </p:sp>
      <p:sp>
        <p:nvSpPr>
          <p:cNvPr id="12" name="Right Arrow 11">
            <a:extLst>
              <a:ext uri="{FF2B5EF4-FFF2-40B4-BE49-F238E27FC236}">
                <a16:creationId xmlns:a16="http://schemas.microsoft.com/office/drawing/2014/main" id="{FC3A6178-45DE-5C83-0632-63E0596F0AFF}"/>
              </a:ext>
            </a:extLst>
          </p:cNvPr>
          <p:cNvSpPr/>
          <p:nvPr/>
        </p:nvSpPr>
        <p:spPr>
          <a:xfrm>
            <a:off x="6641030" y="3081511"/>
            <a:ext cx="1646939" cy="714796"/>
          </a:xfrm>
          <a:prstGeom prst="rightArrow">
            <a:avLst>
              <a:gd name="adj1" fmla="val 100000"/>
              <a:gd name="adj2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solidFill>
                <a:schemeClr val="bg1"/>
              </a:solidFill>
              <a:latin typeface="Lato" panose="020F0502020204030203" pitchFamily="34" charset="77"/>
            </a:endParaRPr>
          </a:p>
        </p:txBody>
      </p:sp>
      <p:sp>
        <p:nvSpPr>
          <p:cNvPr id="13" name="Right Arrow 12">
            <a:extLst>
              <a:ext uri="{FF2B5EF4-FFF2-40B4-BE49-F238E27FC236}">
                <a16:creationId xmlns:a16="http://schemas.microsoft.com/office/drawing/2014/main" id="{5676F8B5-C5D1-7775-612E-719927460DDD}"/>
              </a:ext>
            </a:extLst>
          </p:cNvPr>
          <p:cNvSpPr/>
          <p:nvPr/>
        </p:nvSpPr>
        <p:spPr>
          <a:xfrm>
            <a:off x="6641030" y="4081827"/>
            <a:ext cx="1646939" cy="714796"/>
          </a:xfrm>
          <a:prstGeom prst="rightArrow">
            <a:avLst>
              <a:gd name="adj1" fmla="val 100000"/>
              <a:gd name="adj2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solidFill>
                <a:schemeClr val="bg1"/>
              </a:solidFill>
              <a:latin typeface="Lato" panose="020F0502020204030203" pitchFamily="34" charset="77"/>
            </a:endParaRPr>
          </a:p>
        </p:txBody>
      </p:sp>
      <p:sp>
        <p:nvSpPr>
          <p:cNvPr id="14" name="Right Arrow 13">
            <a:extLst>
              <a:ext uri="{FF2B5EF4-FFF2-40B4-BE49-F238E27FC236}">
                <a16:creationId xmlns:a16="http://schemas.microsoft.com/office/drawing/2014/main" id="{F9935DCE-D880-CB58-07FA-8BE3B600C1C2}"/>
              </a:ext>
            </a:extLst>
          </p:cNvPr>
          <p:cNvSpPr/>
          <p:nvPr/>
        </p:nvSpPr>
        <p:spPr>
          <a:xfrm>
            <a:off x="6641030" y="5090457"/>
            <a:ext cx="1646939" cy="714796"/>
          </a:xfrm>
          <a:prstGeom prst="rightArrow">
            <a:avLst>
              <a:gd name="adj1" fmla="val 100000"/>
              <a:gd name="adj2" fmla="val 5000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solidFill>
                <a:schemeClr val="bg1"/>
              </a:solidFill>
              <a:latin typeface="Lato" panose="020F0502020204030203" pitchFamily="34" charset="77"/>
            </a:endParaRPr>
          </a:p>
        </p:txBody>
      </p:sp>
      <p:sp>
        <p:nvSpPr>
          <p:cNvPr id="15" name="Right Arrow 14">
            <a:extLst>
              <a:ext uri="{FF2B5EF4-FFF2-40B4-BE49-F238E27FC236}">
                <a16:creationId xmlns:a16="http://schemas.microsoft.com/office/drawing/2014/main" id="{0F2C2D39-2746-78D1-F3D6-39DE595D7555}"/>
              </a:ext>
            </a:extLst>
          </p:cNvPr>
          <p:cNvSpPr/>
          <p:nvPr/>
        </p:nvSpPr>
        <p:spPr>
          <a:xfrm>
            <a:off x="9444235" y="1080880"/>
            <a:ext cx="1646939" cy="714796"/>
          </a:xfrm>
          <a:prstGeom prst="rightArrow">
            <a:avLst>
              <a:gd name="adj1" fmla="val 100000"/>
              <a:gd name="adj2" fmla="val 5000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solidFill>
                <a:schemeClr val="tx1"/>
              </a:solidFill>
              <a:latin typeface="Lato" panose="020F0502020204030203" pitchFamily="34" charset="77"/>
            </a:endParaRP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F57002C4-F48D-6B59-31F7-583ED6ACC5E6}"/>
              </a:ext>
            </a:extLst>
          </p:cNvPr>
          <p:cNvSpPr txBox="1">
            <a:spLocks/>
          </p:cNvSpPr>
          <p:nvPr/>
        </p:nvSpPr>
        <p:spPr>
          <a:xfrm>
            <a:off x="9444235" y="572087"/>
            <a:ext cx="1646939" cy="293787"/>
          </a:xfrm>
          <a:prstGeom prst="rect">
            <a:avLst/>
          </a:prstGeom>
        </p:spPr>
        <p:txBody>
          <a:bodyPr anchor="b"/>
          <a:lstStyle>
            <a:lvl1pPr marL="0">
              <a:lnSpc>
                <a:spcPct val="90000"/>
              </a:lnSpc>
              <a:defRPr sz="5400" b="0" i="0" spc="-15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940" spc="0">
                <a:latin typeface="+mn-lt"/>
              </a:rPr>
              <a:t>Secondary</a:t>
            </a:r>
            <a:endParaRPr lang="en-US" sz="1940" spc="0">
              <a:latin typeface="+mn-lt"/>
              <a:cs typeface="Calibri" panose="020F0502020204030204" pitchFamily="34" charset="0"/>
            </a:endParaRPr>
          </a:p>
        </p:txBody>
      </p:sp>
      <p:sp>
        <p:nvSpPr>
          <p:cNvPr id="17" name="Right Arrow 16">
            <a:extLst>
              <a:ext uri="{FF2B5EF4-FFF2-40B4-BE49-F238E27FC236}">
                <a16:creationId xmlns:a16="http://schemas.microsoft.com/office/drawing/2014/main" id="{4208F96A-6FFA-2FE8-1048-0667A6730AFA}"/>
              </a:ext>
            </a:extLst>
          </p:cNvPr>
          <p:cNvSpPr/>
          <p:nvPr/>
        </p:nvSpPr>
        <p:spPr>
          <a:xfrm>
            <a:off x="9444235" y="2081195"/>
            <a:ext cx="1646939" cy="714796"/>
          </a:xfrm>
          <a:prstGeom prst="rightArrow">
            <a:avLst>
              <a:gd name="adj1" fmla="val 100000"/>
              <a:gd name="adj2" fmla="val 50000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solidFill>
                <a:schemeClr val="bg1"/>
              </a:solidFill>
              <a:latin typeface="Lato" panose="020F0502020204030203" pitchFamily="34" charset="77"/>
            </a:endParaRPr>
          </a:p>
        </p:txBody>
      </p:sp>
      <p:sp>
        <p:nvSpPr>
          <p:cNvPr id="18" name="Right Arrow 17">
            <a:extLst>
              <a:ext uri="{FF2B5EF4-FFF2-40B4-BE49-F238E27FC236}">
                <a16:creationId xmlns:a16="http://schemas.microsoft.com/office/drawing/2014/main" id="{A704D10E-E7E4-B3D8-76C8-251DD3BADE07}"/>
              </a:ext>
            </a:extLst>
          </p:cNvPr>
          <p:cNvSpPr/>
          <p:nvPr/>
        </p:nvSpPr>
        <p:spPr>
          <a:xfrm>
            <a:off x="9444235" y="3081511"/>
            <a:ext cx="1646939" cy="714796"/>
          </a:xfrm>
          <a:prstGeom prst="rightArrow">
            <a:avLst>
              <a:gd name="adj1" fmla="val 100000"/>
              <a:gd name="adj2" fmla="val 50000"/>
            </a:avLst>
          </a:prstGeom>
          <a:solidFill>
            <a:srgbClr val="0B2D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solidFill>
                <a:schemeClr val="bg1"/>
              </a:solidFill>
              <a:latin typeface="Lato" panose="020F0502020204030203" pitchFamily="34" charset="77"/>
            </a:endParaRPr>
          </a:p>
        </p:txBody>
      </p:sp>
      <p:sp>
        <p:nvSpPr>
          <p:cNvPr id="19" name="Right Arrow 18">
            <a:extLst>
              <a:ext uri="{FF2B5EF4-FFF2-40B4-BE49-F238E27FC236}">
                <a16:creationId xmlns:a16="http://schemas.microsoft.com/office/drawing/2014/main" id="{2FDA35FF-B4CE-5102-8F50-69D1EA1B00A9}"/>
              </a:ext>
            </a:extLst>
          </p:cNvPr>
          <p:cNvSpPr/>
          <p:nvPr/>
        </p:nvSpPr>
        <p:spPr>
          <a:xfrm>
            <a:off x="9444235" y="4081825"/>
            <a:ext cx="1646939" cy="714796"/>
          </a:xfrm>
          <a:prstGeom prst="rightArrow">
            <a:avLst>
              <a:gd name="adj1" fmla="val 100000"/>
              <a:gd name="adj2" fmla="val 50000"/>
            </a:avLst>
          </a:prstGeom>
          <a:solidFill>
            <a:srgbClr val="6B77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solidFill>
                <a:schemeClr val="bg1"/>
              </a:solidFill>
              <a:latin typeface="Lato" panose="020F0502020204030203" pitchFamily="34" charset="77"/>
            </a:endParaRPr>
          </a:p>
        </p:txBody>
      </p:sp>
      <p:sp>
        <p:nvSpPr>
          <p:cNvPr id="20" name="Right Arrow 19">
            <a:extLst>
              <a:ext uri="{FF2B5EF4-FFF2-40B4-BE49-F238E27FC236}">
                <a16:creationId xmlns:a16="http://schemas.microsoft.com/office/drawing/2014/main" id="{5F6F42F6-46C1-E284-02FD-02CF861CF946}"/>
              </a:ext>
            </a:extLst>
          </p:cNvPr>
          <p:cNvSpPr/>
          <p:nvPr/>
        </p:nvSpPr>
        <p:spPr>
          <a:xfrm>
            <a:off x="9444235" y="5090457"/>
            <a:ext cx="1646939" cy="714796"/>
          </a:xfrm>
          <a:prstGeom prst="rightArrow">
            <a:avLst>
              <a:gd name="adj1" fmla="val 100000"/>
              <a:gd name="adj2" fmla="val 50000"/>
            </a:avLst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solidFill>
                <a:schemeClr val="bg1"/>
              </a:solidFill>
              <a:latin typeface="Lato" panose="020F050202020403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521897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F866ECC-ADFA-D086-FFF1-7EE688D8D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2026 Kinaxis. All Rights Reserved. Access limited to internal use only.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62042F-C50B-E308-228D-7A9D393D437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52189" y="1208403"/>
            <a:ext cx="5620475" cy="430762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935B595-FF21-85C6-4E1E-89389C47C26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86722" y="1208403"/>
            <a:ext cx="1866503" cy="3775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206154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9C2AF4C-C2F6-7370-326D-DBD813333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2026 Kinaxis. All Rights Reserved. Access limited to internal use only.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1C8733A-8CC4-3C3C-C332-AA27A1EE841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77557" y="1573458"/>
            <a:ext cx="3316465" cy="444317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3C7FFED-0D72-5874-B3F6-EB0488A0EAE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93143" y="2816339"/>
            <a:ext cx="5683687" cy="3200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4704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rgbClr val="010233"/>
      </a:dk1>
      <a:lt1>
        <a:srgbClr val="FFFFFF"/>
      </a:lt1>
      <a:dk2>
        <a:srgbClr val="287070"/>
      </a:dk2>
      <a:lt2>
        <a:srgbClr val="E9F0F0"/>
      </a:lt2>
      <a:accent1>
        <a:srgbClr val="287171"/>
      </a:accent1>
      <a:accent2>
        <a:srgbClr val="1A4146"/>
      </a:accent2>
      <a:accent3>
        <a:srgbClr val="010233"/>
      </a:accent3>
      <a:accent4>
        <a:srgbClr val="C2F3FF"/>
      </a:accent4>
      <a:accent5>
        <a:srgbClr val="E20512"/>
      </a:accent5>
      <a:accent6>
        <a:srgbClr val="248E8E"/>
      </a:accent6>
      <a:hlink>
        <a:srgbClr val="E30613"/>
      </a:hlink>
      <a:folHlink>
        <a:srgbClr val="00B3E1"/>
      </a:folHlink>
    </a:clrScheme>
    <a:fontScheme name="Lato">
      <a:majorFont>
        <a:latin typeface="Lato"/>
        <a:ea typeface=""/>
        <a:cs typeface=""/>
      </a:majorFont>
      <a:minorFont>
        <a:latin typeface="La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>
        <a:spAutoFit/>
      </a:bodyPr>
      <a:lstStyle>
        <a:defPPr algn="l">
          <a:defRPr sz="1800" dirty="0">
            <a:solidFill>
              <a:schemeClr val="tx1"/>
            </a:solidFill>
            <a:latin typeface="+mn-lt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BEF9FEBF97E9548B7C3BC25EC6DE554" ma:contentTypeVersion="598" ma:contentTypeDescription="Create a new document." ma:contentTypeScope="" ma:versionID="7e88159493da203eb2ff1926622afb89">
  <xsd:schema xmlns:xsd="http://www.w3.org/2001/XMLSchema" xmlns:xs="http://www.w3.org/2001/XMLSchema" xmlns:p="http://schemas.microsoft.com/office/2006/metadata/properties" xmlns:ns2="374ef30d-5eb0-473f-807f-9353e81912fa" xmlns:ns3="e18c989d-bf3b-41ca-ae95-c683e000cedd" xmlns:ns4="0d780351-9604-4a7f-a538-42b29eb63833" targetNamespace="http://schemas.microsoft.com/office/2006/metadata/properties" ma:root="true" ma:fieldsID="2fb02631b172f7f7eb7b9d09197eeba4" ns2:_="" ns3:_="" ns4:_="">
    <xsd:import namespace="374ef30d-5eb0-473f-807f-9353e81912fa"/>
    <xsd:import namespace="e18c989d-bf3b-41ca-ae95-c683e000cedd"/>
    <xsd:import namespace="0d780351-9604-4a7f-a538-42b29eb63833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gf9ea492f7ed44d2927643545c4a6706" minOccurs="0"/>
                <xsd:element ref="ns2:TaxCatchAll" minOccurs="0"/>
                <xsd:element ref="ns2:SharedWithUsers" minOccurs="0"/>
                <xsd:element ref="ns2:SharedWithDetails" minOccurs="0"/>
                <xsd:element ref="ns4:LastSharedByUser" minOccurs="0"/>
                <xsd:element ref="ns4:LastSharedByTime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DateTaken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lcf76f155ced4ddcb4097134ff3c332f" minOccurs="0"/>
                <xsd:element ref="ns3:MediaServiceSearchProperties" minOccurs="0"/>
                <xsd:element ref="ns3:MediaLengthInSecond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74ef30d-5eb0-473f-807f-9353e81912fa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dexed="true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TaxCatchAll" ma:index="13" nillable="true" ma:displayName="Taxonomy Catch All Column" ma:description="" ma:hidden="true" ma:list="{b6158c15-ab1b-48da-b10c-a7e2a1ca611f}" ma:internalName="TaxCatchAll" ma:showField="CatchAllData" ma:web="374ef30d-5eb0-473f-807f-9353e81912f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4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8c989d-bf3b-41ca-ae95-c683e000cedd" elementFormDefault="qualified">
    <xsd:import namespace="http://schemas.microsoft.com/office/2006/documentManagement/types"/>
    <xsd:import namespace="http://schemas.microsoft.com/office/infopath/2007/PartnerControls"/>
    <xsd:element name="gf9ea492f7ed44d2927643545c4a6706" ma:index="12" nillable="true" ma:taxonomy="true" ma:internalName="gf9ea492f7ed44d2927643545c4a6706" ma:taxonomyFieldName="Content_x0020_Type" ma:displayName="Content Type" ma:indexed="true" ma:default="" ma:fieldId="{0f9ea492-f7ed-44d2-9276-43545c4a6706}" ma:sspId="688ffc1f-a72d-478b-a4e6-1cd4f4f2e9ac" ma:termSetId="f4da5d2c-6d43-4e68-8575-8fe64cce638f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ediaServiceMetadata" ma:index="1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20" nillable="true" ma:displayName="MediaServiceAutoTags" ma:description="" ma:internalName="MediaServiceAutoTags" ma:readOnly="true">
      <xsd:simpleType>
        <xsd:restriction base="dms:Text"/>
      </xsd:simpleType>
    </xsd:element>
    <xsd:element name="MediaServiceOCR" ma:index="2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22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2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2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8" nillable="true" ma:taxonomy="true" ma:internalName="lcf76f155ced4ddcb4097134ff3c332f" ma:taxonomyFieldName="MediaServiceImageTags" ma:displayName="Image Tags" ma:readOnly="false" ma:fieldId="{5cf76f15-5ced-4ddc-b409-7134ff3c332f}" ma:taxonomyMulti="true" ma:sspId="688ffc1f-a72d-478b-a4e6-1cd4f4f2e9a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3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31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d780351-9604-4a7f-a538-42b29eb63833" elementFormDefault="qualified">
    <xsd:import namespace="http://schemas.microsoft.com/office/2006/documentManagement/types"/>
    <xsd:import namespace="http://schemas.microsoft.com/office/infopath/2007/PartnerControls"/>
    <xsd:element name="LastSharedByUser" ma:index="16" nillable="true" ma:displayName="Last Shared By User" ma:description="" ma:internalName="LastSharedByUser" ma:readOnly="true">
      <xsd:simpleType>
        <xsd:restriction base="dms:Note">
          <xsd:maxLength value="255"/>
        </xsd:restriction>
      </xsd:simpleType>
    </xsd:element>
    <xsd:element name="LastSharedByTime" ma:index="17" nillable="true" ma:displayName="Last Shared By Time" ma:description="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18c989d-bf3b-41ca-ae95-c683e000cedd">
      <Terms xmlns="http://schemas.microsoft.com/office/infopath/2007/PartnerControls"/>
    </lcf76f155ced4ddcb4097134ff3c332f>
    <gf9ea492f7ed44d2927643545c4a6706 xmlns="e18c989d-bf3b-41ca-ae95-c683e000cedd">
      <Terms xmlns="http://schemas.microsoft.com/office/infopath/2007/PartnerControls"/>
    </gf9ea492f7ed44d2927643545c4a6706>
    <TaxCatchAll xmlns="374ef30d-5eb0-473f-807f-9353e81912fa" xsi:nil="true"/>
    <_dlc_DocId xmlns="374ef30d-5eb0-473f-807f-9353e81912fa">KINX-190-3889</_dlc_DocId>
    <_dlc_DocIdUrl xmlns="374ef30d-5eb0-473f-807f-9353e81912fa">
      <Url>https://kinaxis.sharepoint.com/Marketing/_layouts/15/DocIdRedir.aspx?ID=KINX-190-3889</Url>
      <Description>KINX-190-3889</Description>
    </_dlc_DocIdUrl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Props1.xml><?xml version="1.0" encoding="utf-8"?>
<ds:datastoreItem xmlns:ds="http://schemas.openxmlformats.org/officeDocument/2006/customXml" ds:itemID="{B6097E34-A54E-4696-98B9-4556F06F79AF}">
  <ds:schemaRefs>
    <ds:schemaRef ds:uri="0d780351-9604-4a7f-a538-42b29eb63833"/>
    <ds:schemaRef ds:uri="374ef30d-5eb0-473f-807f-9353e81912fa"/>
    <ds:schemaRef ds:uri="e18c989d-bf3b-41ca-ae95-c683e000ced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3765B3A1-0668-48BA-AD8C-01CB5958DD4E}">
  <ds:schemaRefs>
    <ds:schemaRef ds:uri="0d780351-9604-4a7f-a538-42b29eb63833"/>
    <ds:schemaRef ds:uri="374ef30d-5eb0-473f-807f-9353e81912fa"/>
    <ds:schemaRef ds:uri="e18c989d-bf3b-41ca-ae95-c683e000cedd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A3D3F979-4955-4E36-81F0-82B7937B1712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4992F910-C6A5-4C5D-829C-93FFB825DF32}">
  <ds:schemaRefs>
    <ds:schemaRef ds:uri="http://schemas.microsoft.com/sharepoint/event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39</Slides>
  <Notes>15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0" baseType="lpstr">
      <vt:lpstr>Office Theme</vt:lpstr>
      <vt:lpstr>Kinaxis PowerPoint Template</vt:lpstr>
      <vt:lpstr>Helpful Tips </vt:lpstr>
      <vt:lpstr>How to use our PowerPoint template</vt:lpstr>
      <vt:lpstr>Using the template slides in your presentation</vt:lpstr>
      <vt:lpstr>Default font size</vt:lpstr>
      <vt:lpstr>How to insert additional text on slides</vt:lpstr>
      <vt:lpstr>How to insert images within shapes </vt:lpstr>
      <vt:lpstr>Raising the bar eyebrow </vt:lpstr>
      <vt:lpstr>Example Slide Layouts</vt:lpstr>
      <vt:lpstr>This is our default  title slide</vt:lpstr>
      <vt:lpstr>Agenda with  an image</vt:lpstr>
      <vt:lpstr>Agenda</vt:lpstr>
      <vt:lpstr>You’ve got section slides</vt:lpstr>
      <vt:lpstr>And divider slides</vt:lpstr>
      <vt:lpstr>Default slide layout</vt:lpstr>
      <vt:lpstr>Alternative slide layout for less copy</vt:lpstr>
      <vt:lpstr>Images can say  even more</vt:lpstr>
      <vt:lpstr>This slide is using a master layout</vt:lpstr>
      <vt:lpstr>All of this can change to suit your content</vt:lpstr>
      <vt:lpstr>Be direct with your headlines</vt:lpstr>
      <vt:lpstr>PowerPoint Presentation</vt:lpstr>
      <vt:lpstr>For creating visual interest with an image</vt:lpstr>
      <vt:lpstr>Using the chevron to draw attention</vt:lpstr>
      <vt:lpstr>Helping us with small sections</vt:lpstr>
      <vt:lpstr>Available from 3-6 card formats</vt:lpstr>
      <vt:lpstr>Remember you are the brand</vt:lpstr>
      <vt:lpstr>Insert your chart or diagram here</vt:lpstr>
      <vt:lpstr>The main default is also great for tables</vt:lpstr>
      <vt:lpstr>Calling your attention to the screen</vt:lpstr>
      <vt:lpstr>Show off the details</vt:lpstr>
      <vt:lpstr>Open space to grow</vt:lpstr>
      <vt:lpstr>PowerPoint Presentation</vt:lpstr>
      <vt:lpstr>PowerPoint Presentation</vt:lpstr>
      <vt:lpstr>Reference Slides</vt:lpstr>
      <vt:lpstr>PowerPoint Presentation</vt:lpstr>
      <vt:lpstr>PowerPoint Presentation</vt:lpstr>
      <vt:lpstr>Chevron Flags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revision>2</cp:revision>
  <dcterms:created xsi:type="dcterms:W3CDTF">2024-01-04T17:59:15Z</dcterms:created>
  <dcterms:modified xsi:type="dcterms:W3CDTF">2026-08-06T15:10:39Z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2024-01-04T00:00:00Z</vt:filetime>
  </property>
  <property fmtid="{D5CDD505-2E9C-101B-9397-08002B2CF9AE}" pid="3" name="Creator">
    <vt:lpwstr>Adobe InDesign 19.0 (Macintosh)</vt:lpwstr>
  </property>
  <property fmtid="{D5CDD505-2E9C-101B-9397-08002B2CF9AE}" pid="4" name="LastSaved">
    <vt:filetime>2024-01-04T00:00:00Z</vt:filetime>
  </property>
  <property fmtid="{D5CDD505-2E9C-101B-9397-08002B2CF9AE}" pid="5" name="Producer">
    <vt:lpwstr>Adobe PDF Library 17.0</vt:lpwstr>
  </property>
  <property fmtid="{D5CDD505-2E9C-101B-9397-08002B2CF9AE}" pid="6" name="ContentTypeId">
    <vt:lpwstr>0x0101002BEF9FEBF97E9548B7C3BC25EC6DE554</vt:lpwstr>
  </property>
  <property fmtid="{D5CDD505-2E9C-101B-9397-08002B2CF9AE}" pid="7" name="MediaServiceImageTags">
    <vt:lpwstr/>
  </property>
  <property fmtid="{D5CDD505-2E9C-101B-9397-08002B2CF9AE}" pid="8" name="MSIP_Label_8ada7a49-f11a-4f7d-9f0f-9d353b68a4b5_Enabled">
    <vt:lpwstr>true</vt:lpwstr>
  </property>
  <property fmtid="{D5CDD505-2E9C-101B-9397-08002B2CF9AE}" pid="9" name="MSIP_Label_8ada7a49-f11a-4f7d-9f0f-9d353b68a4b5_SetDate">
    <vt:lpwstr>2024-03-21T04:10:51Z</vt:lpwstr>
  </property>
  <property fmtid="{D5CDD505-2E9C-101B-9397-08002B2CF9AE}" pid="10" name="MSIP_Label_8ada7a49-f11a-4f7d-9f0f-9d353b68a4b5_Method">
    <vt:lpwstr>Privileged</vt:lpwstr>
  </property>
  <property fmtid="{D5CDD505-2E9C-101B-9397-08002B2CF9AE}" pid="11" name="MSIP_Label_8ada7a49-f11a-4f7d-9f0f-9d353b68a4b5_Name">
    <vt:lpwstr>Confidential</vt:lpwstr>
  </property>
  <property fmtid="{D5CDD505-2E9C-101B-9397-08002B2CF9AE}" pid="12" name="MSIP_Label_8ada7a49-f11a-4f7d-9f0f-9d353b68a4b5_SiteId">
    <vt:lpwstr>412b6b7e-2fe4-4a5f-98a1-2b3ad03af1f8</vt:lpwstr>
  </property>
  <property fmtid="{D5CDD505-2E9C-101B-9397-08002B2CF9AE}" pid="13" name="MSIP_Label_8ada7a49-f11a-4f7d-9f0f-9d353b68a4b5_ActionId">
    <vt:lpwstr>64495431-970d-4686-8091-7bd9b9283b89</vt:lpwstr>
  </property>
  <property fmtid="{D5CDD505-2E9C-101B-9397-08002B2CF9AE}" pid="14" name="MSIP_Label_8ada7a49-f11a-4f7d-9f0f-9d353b68a4b5_ContentBits">
    <vt:lpwstr>0</vt:lpwstr>
  </property>
  <property fmtid="{D5CDD505-2E9C-101B-9397-08002B2CF9AE}" pid="15" name="_dlc_DocIdItemGuid">
    <vt:lpwstr>331217c3-57e4-4b63-a859-74a2f6302a76</vt:lpwstr>
  </property>
  <property fmtid="{D5CDD505-2E9C-101B-9397-08002B2CF9AE}" pid="16" name="Content_x0020_Type">
    <vt:lpwstr/>
  </property>
  <property fmtid="{D5CDD505-2E9C-101B-9397-08002B2CF9AE}" pid="17" name="Content Type">
    <vt:lpwstr/>
  </property>
</Properties>
</file>